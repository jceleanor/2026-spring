
<file path=[Content_Types].xml><?xml version="1.0" encoding="utf-8"?>
<Types xmlns="http://schemas.openxmlformats.org/package/2006/content-types">
  <Default Extension="emf" ContentType="image/x-emf"/>
  <Default Extension="gif" ContentType="image/gi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1.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18.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19.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notesSlides/notesSlide38.xml" ContentType="application/vnd.openxmlformats-officedocument.presentationml.notesSlide+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notesSlides/notesSlide39.xml" ContentType="application/vnd.openxmlformats-officedocument.presentationml.notesSlide+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notesSlides/notesSlide43.xml" ContentType="application/vnd.openxmlformats-officedocument.presentationml.notesSlide+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notesSlides/notesSlide44.xml" ContentType="application/vnd.openxmlformats-officedocument.presentationml.notesSlide+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notesSlides/notesSlide45.xml" ContentType="application/vnd.openxmlformats-officedocument.presentationml.notesSlide+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notesSlides/notesSlide46.xml" ContentType="application/vnd.openxmlformats-officedocument.presentationml.notesSlide+xml"/>
  <Override PartName="/ppt/diagrams/data17.xml" ContentType="application/vnd.openxmlformats-officedocument.drawingml.diagramData+xml"/>
  <Override PartName="/ppt/diagrams/layout17.xml" ContentType="application/vnd.openxmlformats-officedocument.drawingml.diagramLayout+xml"/>
  <Override PartName="/ppt/diagrams/quickStyle17.xml" ContentType="application/vnd.openxmlformats-officedocument.drawingml.diagramStyle+xml"/>
  <Override PartName="/ppt/diagrams/colors17.xml" ContentType="application/vnd.openxmlformats-officedocument.drawingml.diagramColors+xml"/>
  <Override PartName="/ppt/diagrams/drawing17.xml" ContentType="application/vnd.ms-office.drawingml.diagramDrawing+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diagrams/data18.xml" ContentType="application/vnd.openxmlformats-officedocument.drawingml.diagramData+xml"/>
  <Override PartName="/ppt/diagrams/layout18.xml" ContentType="application/vnd.openxmlformats-officedocument.drawingml.diagramLayout+xml"/>
  <Override PartName="/ppt/diagrams/quickStyle18.xml" ContentType="application/vnd.openxmlformats-officedocument.drawingml.diagramStyle+xml"/>
  <Override PartName="/ppt/diagrams/colors18.xml" ContentType="application/vnd.openxmlformats-officedocument.drawingml.diagramColors+xml"/>
  <Override PartName="/ppt/diagrams/drawing18.xml" ContentType="application/vnd.ms-office.drawingml.diagramDrawing+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diagrams/data19.xml" ContentType="application/vnd.openxmlformats-officedocument.drawingml.diagramData+xml"/>
  <Override PartName="/ppt/diagrams/layout19.xml" ContentType="application/vnd.openxmlformats-officedocument.drawingml.diagramLayout+xml"/>
  <Override PartName="/ppt/diagrams/quickStyle19.xml" ContentType="application/vnd.openxmlformats-officedocument.drawingml.diagramStyle+xml"/>
  <Override PartName="/ppt/diagrams/colors19.xml" ContentType="application/vnd.openxmlformats-officedocument.drawingml.diagramColors+xml"/>
  <Override PartName="/ppt/diagrams/drawing19.xml" ContentType="application/vnd.ms-office.drawingml.diagramDrawing+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diagrams/data20.xml" ContentType="application/vnd.openxmlformats-officedocument.drawingml.diagramData+xml"/>
  <Override PartName="/ppt/diagrams/layout20.xml" ContentType="application/vnd.openxmlformats-officedocument.drawingml.diagramLayout+xml"/>
  <Override PartName="/ppt/diagrams/quickStyle20.xml" ContentType="application/vnd.openxmlformats-officedocument.drawingml.diagramStyle+xml"/>
  <Override PartName="/ppt/diagrams/colors20.xml" ContentType="application/vnd.openxmlformats-officedocument.drawingml.diagramColors+xml"/>
  <Override PartName="/ppt/diagrams/drawing20.xml" ContentType="application/vnd.ms-office.drawingml.diagramDrawing+xml"/>
  <Override PartName="/ppt/diagrams/data21.xml" ContentType="application/vnd.openxmlformats-officedocument.drawingml.diagramData+xml"/>
  <Override PartName="/ppt/diagrams/layout21.xml" ContentType="application/vnd.openxmlformats-officedocument.drawingml.diagramLayout+xml"/>
  <Override PartName="/ppt/diagrams/quickStyle21.xml" ContentType="application/vnd.openxmlformats-officedocument.drawingml.diagramStyle+xml"/>
  <Override PartName="/ppt/diagrams/colors21.xml" ContentType="application/vnd.openxmlformats-officedocument.drawingml.diagramColors+xml"/>
  <Override PartName="/ppt/diagrams/drawing21.xml" ContentType="application/vnd.ms-office.drawingml.diagramDrawing+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diagrams/data22.xml" ContentType="application/vnd.openxmlformats-officedocument.drawingml.diagramData+xml"/>
  <Override PartName="/ppt/diagrams/layout22.xml" ContentType="application/vnd.openxmlformats-officedocument.drawingml.diagramLayout+xml"/>
  <Override PartName="/ppt/diagrams/quickStyle22.xml" ContentType="application/vnd.openxmlformats-officedocument.drawingml.diagramStyle+xml"/>
  <Override PartName="/ppt/diagrams/colors22.xml" ContentType="application/vnd.openxmlformats-officedocument.drawingml.diagramColors+xml"/>
  <Override PartName="/ppt/diagrams/drawing22.xml" ContentType="application/vnd.ms-office.drawingml.diagramDrawing+xml"/>
  <Override PartName="/ppt/notesSlides/notesSlide60.xml" ContentType="application/vnd.openxmlformats-officedocument.presentationml.notesSlide+xml"/>
  <Override PartName="/ppt/diagrams/data23.xml" ContentType="application/vnd.openxmlformats-officedocument.drawingml.diagramData+xml"/>
  <Override PartName="/ppt/diagrams/layout23.xml" ContentType="application/vnd.openxmlformats-officedocument.drawingml.diagramLayout+xml"/>
  <Override PartName="/ppt/diagrams/quickStyle23.xml" ContentType="application/vnd.openxmlformats-officedocument.drawingml.diagramStyle+xml"/>
  <Override PartName="/ppt/diagrams/colors23.xml" ContentType="application/vnd.openxmlformats-officedocument.drawingml.diagramColors+xml"/>
  <Override PartName="/ppt/diagrams/drawing23.xml" ContentType="application/vnd.ms-office.drawingml.diagramDrawing+xml"/>
  <Override PartName="/ppt/notesSlides/notesSlide61.xml" ContentType="application/vnd.openxmlformats-officedocument.presentationml.notesSlide+xml"/>
  <Override PartName="/ppt/diagrams/data24.xml" ContentType="application/vnd.openxmlformats-officedocument.drawingml.diagramData+xml"/>
  <Override PartName="/ppt/diagrams/layout24.xml" ContentType="application/vnd.openxmlformats-officedocument.drawingml.diagramLayout+xml"/>
  <Override PartName="/ppt/diagrams/quickStyle24.xml" ContentType="application/vnd.openxmlformats-officedocument.drawingml.diagramStyle+xml"/>
  <Override PartName="/ppt/diagrams/colors24.xml" ContentType="application/vnd.openxmlformats-officedocument.drawingml.diagramColors+xml"/>
  <Override PartName="/ppt/diagrams/drawing24.xml" ContentType="application/vnd.ms-office.drawingml.diagramDrawing+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6" r:id="rId1"/>
  </p:sldMasterIdLst>
  <p:notesMasterIdLst>
    <p:notesMasterId r:id="rId86"/>
  </p:notesMasterIdLst>
  <p:sldIdLst>
    <p:sldId id="256" r:id="rId2"/>
    <p:sldId id="432" r:id="rId3"/>
    <p:sldId id="393" r:id="rId4"/>
    <p:sldId id="259" r:id="rId5"/>
    <p:sldId id="260" r:id="rId6"/>
    <p:sldId id="342" r:id="rId7"/>
    <p:sldId id="315" r:id="rId8"/>
    <p:sldId id="264" r:id="rId9"/>
    <p:sldId id="265" r:id="rId10"/>
    <p:sldId id="267" r:id="rId11"/>
    <p:sldId id="317" r:id="rId12"/>
    <p:sldId id="268" r:id="rId13"/>
    <p:sldId id="390" r:id="rId14"/>
    <p:sldId id="270" r:id="rId15"/>
    <p:sldId id="318" r:id="rId16"/>
    <p:sldId id="343" r:id="rId17"/>
    <p:sldId id="271" r:id="rId18"/>
    <p:sldId id="272" r:id="rId19"/>
    <p:sldId id="274" r:id="rId20"/>
    <p:sldId id="435" r:id="rId21"/>
    <p:sldId id="434" r:id="rId22"/>
    <p:sldId id="433" r:id="rId23"/>
    <p:sldId id="436" r:id="rId24"/>
    <p:sldId id="344" r:id="rId25"/>
    <p:sldId id="319" r:id="rId26"/>
    <p:sldId id="277" r:id="rId27"/>
    <p:sldId id="391" r:id="rId28"/>
    <p:sldId id="278" r:id="rId29"/>
    <p:sldId id="437" r:id="rId30"/>
    <p:sldId id="279" r:id="rId31"/>
    <p:sldId id="281" r:id="rId32"/>
    <p:sldId id="280" r:id="rId33"/>
    <p:sldId id="438" r:id="rId34"/>
    <p:sldId id="345" r:id="rId35"/>
    <p:sldId id="430" r:id="rId36"/>
    <p:sldId id="392" r:id="rId37"/>
    <p:sldId id="282" r:id="rId38"/>
    <p:sldId id="283" r:id="rId39"/>
    <p:sldId id="320" r:id="rId40"/>
    <p:sldId id="284" r:id="rId41"/>
    <p:sldId id="415" r:id="rId42"/>
    <p:sldId id="416" r:id="rId43"/>
    <p:sldId id="417" r:id="rId44"/>
    <p:sldId id="419" r:id="rId45"/>
    <p:sldId id="420" r:id="rId46"/>
    <p:sldId id="421" r:id="rId47"/>
    <p:sldId id="442" r:id="rId48"/>
    <p:sldId id="443" r:id="rId49"/>
    <p:sldId id="444" r:id="rId50"/>
    <p:sldId id="445" r:id="rId51"/>
    <p:sldId id="422" r:id="rId52"/>
    <p:sldId id="424" r:id="rId53"/>
    <p:sldId id="427" r:id="rId54"/>
    <p:sldId id="446" r:id="rId55"/>
    <p:sldId id="428" r:id="rId56"/>
    <p:sldId id="418" r:id="rId57"/>
    <p:sldId id="326" r:id="rId58"/>
    <p:sldId id="412" r:id="rId59"/>
    <p:sldId id="308" r:id="rId60"/>
    <p:sldId id="312" r:id="rId61"/>
    <p:sldId id="310" r:id="rId62"/>
    <p:sldId id="311" r:id="rId63"/>
    <p:sldId id="327" r:id="rId64"/>
    <p:sldId id="309" r:id="rId65"/>
    <p:sldId id="355" r:id="rId66"/>
    <p:sldId id="431" r:id="rId67"/>
    <p:sldId id="363" r:id="rId68"/>
    <p:sldId id="334" r:id="rId69"/>
    <p:sldId id="335" r:id="rId70"/>
    <p:sldId id="336" r:id="rId71"/>
    <p:sldId id="376" r:id="rId72"/>
    <p:sldId id="377" r:id="rId73"/>
    <p:sldId id="378" r:id="rId74"/>
    <p:sldId id="364" r:id="rId75"/>
    <p:sldId id="338" r:id="rId76"/>
    <p:sldId id="339" r:id="rId77"/>
    <p:sldId id="340" r:id="rId78"/>
    <p:sldId id="365" r:id="rId79"/>
    <p:sldId id="379" r:id="rId80"/>
    <p:sldId id="380" r:id="rId81"/>
    <p:sldId id="368" r:id="rId82"/>
    <p:sldId id="439" r:id="rId83"/>
    <p:sldId id="440" r:id="rId84"/>
    <p:sldId id="441" r:id="rId85"/>
  </p:sldIdLst>
  <p:sldSz cx="12192000" cy="6858000"/>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C66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260FA22-99F4-8DAF-2892-C578138F846F}" v="1" dt="2025-01-16T21:05:10.902"/>
    <p1510:client id="{D29012F1-9332-4845-9470-7ED4457F892D}" v="13" dt="2025-01-16T20:51:06.11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7680" autoAdjust="0"/>
    <p:restoredTop sz="79871" autoAdjust="0"/>
  </p:normalViewPr>
  <p:slideViewPr>
    <p:cSldViewPr>
      <p:cViewPr varScale="1">
        <p:scale>
          <a:sx n="164" d="100"/>
          <a:sy n="164" d="100"/>
        </p:scale>
        <p:origin x="3440" y="184"/>
      </p:cViewPr>
      <p:guideLst>
        <p:guide orient="horz" pos="2160"/>
        <p:guide pos="3840"/>
      </p:guideLst>
    </p:cSldViewPr>
  </p:slideViewPr>
  <p:outlineViewPr>
    <p:cViewPr>
      <p:scale>
        <a:sx n="33" d="100"/>
        <a:sy n="33" d="100"/>
      </p:scale>
      <p:origin x="0" y="0"/>
    </p:cViewPr>
  </p:outlineViewPr>
  <p:notesTextViewPr>
    <p:cViewPr>
      <p:scale>
        <a:sx n="3" d="2"/>
        <a:sy n="3" d="2"/>
      </p:scale>
      <p:origin x="0" y="0"/>
    </p:cViewPr>
  </p:notesTextViewPr>
  <p:sorterViewPr>
    <p:cViewPr>
      <p:scale>
        <a:sx n="200" d="100"/>
        <a:sy n="200"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theme" Target="theme/theme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tableStyles" Target="tableStyles.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viewProps" Target="viewProps.xml"/><Relationship Id="rId91"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microsoft.com/office/2015/10/relationships/revisionInfo" Target="revisionInfo.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presProps" Target="pres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ong Chen" userId="d96fa5ec-4313-4be9-bcac-1adad9054fe4" providerId="ADAL" clId="{D29012F1-9332-4845-9470-7ED4457F892D}"/>
    <pc:docChg chg="undo custSel addSld delSld modSld sldOrd modMainMaster modNotesMaster">
      <pc:chgData name="Dong Chen" userId="d96fa5ec-4313-4be9-bcac-1adad9054fe4" providerId="ADAL" clId="{D29012F1-9332-4845-9470-7ED4457F892D}" dt="2025-01-16T20:51:14.238" v="211" actId="404"/>
      <pc:docMkLst>
        <pc:docMk/>
      </pc:docMkLst>
      <pc:sldChg chg="delSp modSp mod modNotes">
        <pc:chgData name="Dong Chen" userId="d96fa5ec-4313-4be9-bcac-1adad9054fe4" providerId="ADAL" clId="{D29012F1-9332-4845-9470-7ED4457F892D}" dt="2025-01-14T19:18:16.665" v="7" actId="478"/>
        <pc:sldMkLst>
          <pc:docMk/>
          <pc:sldMk cId="0" sldId="256"/>
        </pc:sldMkLst>
      </pc:sldChg>
      <pc:sldChg chg="modSp modNotes">
        <pc:chgData name="Dong Chen" userId="d96fa5ec-4313-4be9-bcac-1adad9054fe4" providerId="ADAL" clId="{D29012F1-9332-4845-9470-7ED4457F892D}" dt="2025-01-14T19:18:02.530" v="0"/>
        <pc:sldMkLst>
          <pc:docMk/>
          <pc:sldMk cId="0" sldId="259"/>
        </pc:sldMkLst>
        <pc:picChg chg="mod">
          <ac:chgData name="Dong Chen" userId="d96fa5ec-4313-4be9-bcac-1adad9054fe4" providerId="ADAL" clId="{D29012F1-9332-4845-9470-7ED4457F892D}" dt="2025-01-14T19:18:02.530" v="0"/>
          <ac:picMkLst>
            <pc:docMk/>
            <pc:sldMk cId="0" sldId="259"/>
            <ac:picMk id="3" creationId="{0ABC6BA1-BA70-49B7-9BBC-33BEC1548635}"/>
          </ac:picMkLst>
        </pc:picChg>
        <pc:picChg chg="mod">
          <ac:chgData name="Dong Chen" userId="d96fa5ec-4313-4be9-bcac-1adad9054fe4" providerId="ADAL" clId="{D29012F1-9332-4845-9470-7ED4457F892D}" dt="2025-01-14T19:18:02.530" v="0"/>
          <ac:picMkLst>
            <pc:docMk/>
            <pc:sldMk cId="0" sldId="259"/>
            <ac:picMk id="4" creationId="{00000000-0000-0000-0000-000000000000}"/>
          </ac:picMkLst>
        </pc:picChg>
      </pc:sldChg>
      <pc:sldChg chg="modSp modNotes">
        <pc:chgData name="Dong Chen" userId="d96fa5ec-4313-4be9-bcac-1adad9054fe4" providerId="ADAL" clId="{D29012F1-9332-4845-9470-7ED4457F892D}" dt="2025-01-14T19:18:02.530" v="0"/>
        <pc:sldMkLst>
          <pc:docMk/>
          <pc:sldMk cId="0" sldId="260"/>
        </pc:sldMkLst>
        <pc:picChg chg="mod">
          <ac:chgData name="Dong Chen" userId="d96fa5ec-4313-4be9-bcac-1adad9054fe4" providerId="ADAL" clId="{D29012F1-9332-4845-9470-7ED4457F892D}" dt="2025-01-14T19:18:02.530" v="0"/>
          <ac:picMkLst>
            <pc:docMk/>
            <pc:sldMk cId="0" sldId="260"/>
            <ac:picMk id="4" creationId="{00000000-0000-0000-0000-000000000000}"/>
          </ac:picMkLst>
        </pc:picChg>
      </pc:sldChg>
      <pc:sldChg chg="modNotes">
        <pc:chgData name="Dong Chen" userId="d96fa5ec-4313-4be9-bcac-1adad9054fe4" providerId="ADAL" clId="{D29012F1-9332-4845-9470-7ED4457F892D}" dt="2025-01-14T19:18:02.530" v="0"/>
        <pc:sldMkLst>
          <pc:docMk/>
          <pc:sldMk cId="0" sldId="264"/>
        </pc:sldMkLst>
      </pc:sldChg>
      <pc:sldChg chg="modSp modNotes">
        <pc:chgData name="Dong Chen" userId="d96fa5ec-4313-4be9-bcac-1adad9054fe4" providerId="ADAL" clId="{D29012F1-9332-4845-9470-7ED4457F892D}" dt="2025-01-14T19:18:02.530" v="0"/>
        <pc:sldMkLst>
          <pc:docMk/>
          <pc:sldMk cId="0" sldId="265"/>
        </pc:sldMkLst>
        <pc:spChg chg="mod">
          <ac:chgData name="Dong Chen" userId="d96fa5ec-4313-4be9-bcac-1adad9054fe4" providerId="ADAL" clId="{D29012F1-9332-4845-9470-7ED4457F892D}" dt="2025-01-14T19:18:02.530" v="0"/>
          <ac:spMkLst>
            <pc:docMk/>
            <pc:sldMk cId="0" sldId="265"/>
            <ac:spMk id="3" creationId="{CB5F08F1-A55E-6F85-54EC-55D832869152}"/>
          </ac:spMkLst>
        </pc:spChg>
        <pc:picChg chg="mod">
          <ac:chgData name="Dong Chen" userId="d96fa5ec-4313-4be9-bcac-1adad9054fe4" providerId="ADAL" clId="{D29012F1-9332-4845-9470-7ED4457F892D}" dt="2025-01-14T19:18:02.530" v="0"/>
          <ac:picMkLst>
            <pc:docMk/>
            <pc:sldMk cId="0" sldId="265"/>
            <ac:picMk id="6" creationId="{00000000-0000-0000-0000-000000000000}"/>
          </ac:picMkLst>
        </pc:picChg>
      </pc:sldChg>
      <pc:sldChg chg="modSp modNotes">
        <pc:chgData name="Dong Chen" userId="d96fa5ec-4313-4be9-bcac-1adad9054fe4" providerId="ADAL" clId="{D29012F1-9332-4845-9470-7ED4457F892D}" dt="2025-01-14T19:18:02.530" v="0"/>
        <pc:sldMkLst>
          <pc:docMk/>
          <pc:sldMk cId="0" sldId="267"/>
        </pc:sldMkLst>
        <pc:graphicFrameChg chg="mod">
          <ac:chgData name="Dong Chen" userId="d96fa5ec-4313-4be9-bcac-1adad9054fe4" providerId="ADAL" clId="{D29012F1-9332-4845-9470-7ED4457F892D}" dt="2025-01-14T19:18:02.530" v="0"/>
          <ac:graphicFrameMkLst>
            <pc:docMk/>
            <pc:sldMk cId="0" sldId="267"/>
            <ac:graphicFrameMk id="6" creationId="{00000000-0000-0000-0000-000000000000}"/>
          </ac:graphicFrameMkLst>
        </pc:graphicFrameChg>
        <pc:picChg chg="mod">
          <ac:chgData name="Dong Chen" userId="d96fa5ec-4313-4be9-bcac-1adad9054fe4" providerId="ADAL" clId="{D29012F1-9332-4845-9470-7ED4457F892D}" dt="2025-01-14T19:18:02.530" v="0"/>
          <ac:picMkLst>
            <pc:docMk/>
            <pc:sldMk cId="0" sldId="267"/>
            <ac:picMk id="4" creationId="{00000000-0000-0000-0000-000000000000}"/>
          </ac:picMkLst>
        </pc:picChg>
      </pc:sldChg>
      <pc:sldChg chg="addSp modSp mod modClrScheme chgLayout modNotes">
        <pc:chgData name="Dong Chen" userId="d96fa5ec-4313-4be9-bcac-1adad9054fe4" providerId="ADAL" clId="{D29012F1-9332-4845-9470-7ED4457F892D}" dt="2025-01-16T20:25:22.876" v="111" actId="14100"/>
        <pc:sldMkLst>
          <pc:docMk/>
          <pc:sldMk cId="0" sldId="268"/>
        </pc:sldMkLst>
        <pc:spChg chg="mod">
          <ac:chgData name="Dong Chen" userId="d96fa5ec-4313-4be9-bcac-1adad9054fe4" providerId="ADAL" clId="{D29012F1-9332-4845-9470-7ED4457F892D}" dt="2025-01-14T19:20:26.051" v="25" actId="255"/>
          <ac:spMkLst>
            <pc:docMk/>
            <pc:sldMk cId="0" sldId="268"/>
            <ac:spMk id="2" creationId="{00000000-0000-0000-0000-000000000000}"/>
          </ac:spMkLst>
        </pc:spChg>
        <pc:spChg chg="mod">
          <ac:chgData name="Dong Chen" userId="d96fa5ec-4313-4be9-bcac-1adad9054fe4" providerId="ADAL" clId="{D29012F1-9332-4845-9470-7ED4457F892D}" dt="2025-01-16T20:24:48.994" v="110" actId="13926"/>
          <ac:spMkLst>
            <pc:docMk/>
            <pc:sldMk cId="0" sldId="268"/>
            <ac:spMk id="3" creationId="{00000000-0000-0000-0000-000000000000}"/>
          </ac:spMkLst>
        </pc:spChg>
        <pc:spChg chg="add mod">
          <ac:chgData name="Dong Chen" userId="d96fa5ec-4313-4be9-bcac-1adad9054fe4" providerId="ADAL" clId="{D29012F1-9332-4845-9470-7ED4457F892D}" dt="2025-01-16T01:43:30.312" v="35"/>
          <ac:spMkLst>
            <pc:docMk/>
            <pc:sldMk cId="0" sldId="268"/>
            <ac:spMk id="4" creationId="{A067683D-5C63-BA43-8643-C257EB03420A}"/>
          </ac:spMkLst>
        </pc:spChg>
        <pc:spChg chg="mod">
          <ac:chgData name="Dong Chen" userId="d96fa5ec-4313-4be9-bcac-1adad9054fe4" providerId="ADAL" clId="{D29012F1-9332-4845-9470-7ED4457F892D}" dt="2025-01-16T20:25:22.876" v="111" actId="14100"/>
          <ac:spMkLst>
            <pc:docMk/>
            <pc:sldMk cId="0" sldId="268"/>
            <ac:spMk id="6" creationId="{00000000-0000-0000-0000-000000000000}"/>
          </ac:spMkLst>
        </pc:spChg>
        <pc:spChg chg="mod ord modVis">
          <ac:chgData name="Dong Chen" userId="d96fa5ec-4313-4be9-bcac-1adad9054fe4" providerId="ADAL" clId="{D29012F1-9332-4845-9470-7ED4457F892D}" dt="2025-01-14T19:20:14.887" v="12" actId="26606"/>
          <ac:spMkLst>
            <pc:docMk/>
            <pc:sldMk cId="0" sldId="268"/>
            <ac:spMk id="8" creationId="{3DC250F3-A87A-49A3-B933-AC33810E5FD0}"/>
          </ac:spMkLst>
        </pc:spChg>
        <pc:picChg chg="mod">
          <ac:chgData name="Dong Chen" userId="d96fa5ec-4313-4be9-bcac-1adad9054fe4" providerId="ADAL" clId="{D29012F1-9332-4845-9470-7ED4457F892D}" dt="2025-01-14T19:20:21.601" v="17" actId="27614"/>
          <ac:picMkLst>
            <pc:docMk/>
            <pc:sldMk cId="0" sldId="268"/>
            <ac:picMk id="10" creationId="{B1E01E18-2E1C-43C2-AEDB-3061AAC3EBBD}"/>
          </ac:picMkLst>
        </pc:picChg>
      </pc:sldChg>
      <pc:sldChg chg="modSp mod modNotes">
        <pc:chgData name="Dong Chen" userId="d96fa5ec-4313-4be9-bcac-1adad9054fe4" providerId="ADAL" clId="{D29012F1-9332-4845-9470-7ED4457F892D}" dt="2025-01-16T20:26:01.524" v="115" actId="14100"/>
        <pc:sldMkLst>
          <pc:docMk/>
          <pc:sldMk cId="0" sldId="270"/>
        </pc:sldMkLst>
        <pc:spChg chg="mod">
          <ac:chgData name="Dong Chen" userId="d96fa5ec-4313-4be9-bcac-1adad9054fe4" providerId="ADAL" clId="{D29012F1-9332-4845-9470-7ED4457F892D}" dt="2025-01-16T20:26:01.524" v="115" actId="14100"/>
          <ac:spMkLst>
            <pc:docMk/>
            <pc:sldMk cId="0" sldId="270"/>
            <ac:spMk id="3" creationId="{00000000-0000-0000-0000-000000000000}"/>
          </ac:spMkLst>
        </pc:spChg>
        <pc:picChg chg="mod">
          <ac:chgData name="Dong Chen" userId="d96fa5ec-4313-4be9-bcac-1adad9054fe4" providerId="ADAL" clId="{D29012F1-9332-4845-9470-7ED4457F892D}" dt="2025-01-14T19:21:43.221" v="33" actId="1076"/>
          <ac:picMkLst>
            <pc:docMk/>
            <pc:sldMk cId="0" sldId="270"/>
            <ac:picMk id="5" creationId="{F3499008-90D0-974E-A8A9-4AC97679C6B6}"/>
          </ac:picMkLst>
        </pc:picChg>
      </pc:sldChg>
      <pc:sldChg chg="addSp modSp mod modNotes">
        <pc:chgData name="Dong Chen" userId="d96fa5ec-4313-4be9-bcac-1adad9054fe4" providerId="ADAL" clId="{D29012F1-9332-4845-9470-7ED4457F892D}" dt="2025-01-16T20:34:20.413" v="178" actId="1076"/>
        <pc:sldMkLst>
          <pc:docMk/>
          <pc:sldMk cId="0" sldId="271"/>
        </pc:sldMkLst>
        <pc:spChg chg="add mod">
          <ac:chgData name="Dong Chen" userId="d96fa5ec-4313-4be9-bcac-1adad9054fe4" providerId="ADAL" clId="{D29012F1-9332-4845-9470-7ED4457F892D}" dt="2025-01-16T20:34:20.413" v="178" actId="1076"/>
          <ac:spMkLst>
            <pc:docMk/>
            <pc:sldMk cId="0" sldId="271"/>
            <ac:spMk id="4" creationId="{82A3FEE8-E535-AB68-825E-2ED6046631A9}"/>
          </ac:spMkLst>
        </pc:spChg>
        <pc:graphicFrameChg chg="mod">
          <ac:chgData name="Dong Chen" userId="d96fa5ec-4313-4be9-bcac-1adad9054fe4" providerId="ADAL" clId="{D29012F1-9332-4845-9470-7ED4457F892D}" dt="2025-01-16T20:31:48.385" v="127" actId="1076"/>
          <ac:graphicFrameMkLst>
            <pc:docMk/>
            <pc:sldMk cId="0" sldId="271"/>
            <ac:graphicFrameMk id="6" creationId="{00000000-0000-0000-0000-000000000000}"/>
          </ac:graphicFrameMkLst>
        </pc:graphicFrameChg>
        <pc:picChg chg="mod">
          <ac:chgData name="Dong Chen" userId="d96fa5ec-4313-4be9-bcac-1adad9054fe4" providerId="ADAL" clId="{D29012F1-9332-4845-9470-7ED4457F892D}" dt="2025-01-16T20:31:52.871" v="129" actId="1076"/>
          <ac:picMkLst>
            <pc:docMk/>
            <pc:sldMk cId="0" sldId="271"/>
            <ac:picMk id="8" creationId="{83116648-6BD6-4C42-BB09-EAD34DF98447}"/>
          </ac:picMkLst>
        </pc:picChg>
        <pc:picChg chg="mod">
          <ac:chgData name="Dong Chen" userId="d96fa5ec-4313-4be9-bcac-1adad9054fe4" providerId="ADAL" clId="{D29012F1-9332-4845-9470-7ED4457F892D}" dt="2025-01-16T20:31:51.147" v="128" actId="1076"/>
          <ac:picMkLst>
            <pc:docMk/>
            <pc:sldMk cId="0" sldId="271"/>
            <ac:picMk id="10" creationId="{4A8679E8-1756-41BD-9102-DD3FFABC4806}"/>
          </ac:picMkLst>
        </pc:picChg>
      </pc:sldChg>
      <pc:sldChg chg="addSp modSp mod modNotes">
        <pc:chgData name="Dong Chen" userId="d96fa5ec-4313-4be9-bcac-1adad9054fe4" providerId="ADAL" clId="{D29012F1-9332-4845-9470-7ED4457F892D}" dt="2025-01-16T20:37:56.654" v="179"/>
        <pc:sldMkLst>
          <pc:docMk/>
          <pc:sldMk cId="0" sldId="272"/>
        </pc:sldMkLst>
        <pc:spChg chg="add mod">
          <ac:chgData name="Dong Chen" userId="d96fa5ec-4313-4be9-bcac-1adad9054fe4" providerId="ADAL" clId="{D29012F1-9332-4845-9470-7ED4457F892D}" dt="2025-01-16T01:51:56.895" v="64" actId="1076"/>
          <ac:spMkLst>
            <pc:docMk/>
            <pc:sldMk cId="0" sldId="272"/>
            <ac:spMk id="5" creationId="{53B81511-267E-E693-669F-865249A7A3A6}"/>
          </ac:spMkLst>
        </pc:spChg>
        <pc:graphicFrameChg chg="mod">
          <ac:chgData name="Dong Chen" userId="d96fa5ec-4313-4be9-bcac-1adad9054fe4" providerId="ADAL" clId="{D29012F1-9332-4845-9470-7ED4457F892D}" dt="2025-01-16T20:37:56.654" v="179"/>
          <ac:graphicFrameMkLst>
            <pc:docMk/>
            <pc:sldMk cId="0" sldId="272"/>
            <ac:graphicFrameMk id="4" creationId="{00000000-0000-0000-0000-000000000000}"/>
          </ac:graphicFrameMkLst>
        </pc:graphicFrameChg>
        <pc:picChg chg="mod">
          <ac:chgData name="Dong Chen" userId="d96fa5ec-4313-4be9-bcac-1adad9054fe4" providerId="ADAL" clId="{D29012F1-9332-4845-9470-7ED4457F892D}" dt="2025-01-16T01:52:01.737" v="65" actId="1076"/>
          <ac:picMkLst>
            <pc:docMk/>
            <pc:sldMk cId="0" sldId="272"/>
            <ac:picMk id="6" creationId="{00000000-0000-0000-0000-000000000000}"/>
          </ac:picMkLst>
        </pc:picChg>
      </pc:sldChg>
      <pc:sldChg chg="modSp modNotes">
        <pc:chgData name="Dong Chen" userId="d96fa5ec-4313-4be9-bcac-1adad9054fe4" providerId="ADAL" clId="{D29012F1-9332-4845-9470-7ED4457F892D}" dt="2025-01-14T19:18:02.530" v="0"/>
        <pc:sldMkLst>
          <pc:docMk/>
          <pc:sldMk cId="0" sldId="274"/>
        </pc:sldMkLst>
        <pc:graphicFrameChg chg="mod">
          <ac:chgData name="Dong Chen" userId="d96fa5ec-4313-4be9-bcac-1adad9054fe4" providerId="ADAL" clId="{D29012F1-9332-4845-9470-7ED4457F892D}" dt="2025-01-14T19:18:02.530" v="0"/>
          <ac:graphicFrameMkLst>
            <pc:docMk/>
            <pc:sldMk cId="0" sldId="274"/>
            <ac:graphicFrameMk id="4" creationId="{00000000-0000-0000-0000-000000000000}"/>
          </ac:graphicFrameMkLst>
        </pc:graphicFrameChg>
      </pc:sldChg>
      <pc:sldChg chg="modSp modNotes">
        <pc:chgData name="Dong Chen" userId="d96fa5ec-4313-4be9-bcac-1adad9054fe4" providerId="ADAL" clId="{D29012F1-9332-4845-9470-7ED4457F892D}" dt="2025-01-14T19:18:02.530" v="0"/>
        <pc:sldMkLst>
          <pc:docMk/>
          <pc:sldMk cId="0" sldId="277"/>
        </pc:sldMkLst>
        <pc:picChg chg="mod">
          <ac:chgData name="Dong Chen" userId="d96fa5ec-4313-4be9-bcac-1adad9054fe4" providerId="ADAL" clId="{D29012F1-9332-4845-9470-7ED4457F892D}" dt="2025-01-14T19:18:02.530" v="0"/>
          <ac:picMkLst>
            <pc:docMk/>
            <pc:sldMk cId="0" sldId="277"/>
            <ac:picMk id="5" creationId="{00000000-0000-0000-0000-000000000000}"/>
          </ac:picMkLst>
        </pc:picChg>
      </pc:sldChg>
      <pc:sldChg chg="modSp modNotes">
        <pc:chgData name="Dong Chen" userId="d96fa5ec-4313-4be9-bcac-1adad9054fe4" providerId="ADAL" clId="{D29012F1-9332-4845-9470-7ED4457F892D}" dt="2025-01-14T19:18:02.530" v="0"/>
        <pc:sldMkLst>
          <pc:docMk/>
          <pc:sldMk cId="0" sldId="278"/>
        </pc:sldMkLst>
        <pc:spChg chg="mod">
          <ac:chgData name="Dong Chen" userId="d96fa5ec-4313-4be9-bcac-1adad9054fe4" providerId="ADAL" clId="{D29012F1-9332-4845-9470-7ED4457F892D}" dt="2025-01-14T19:18:02.530" v="0"/>
          <ac:spMkLst>
            <pc:docMk/>
            <pc:sldMk cId="0" sldId="278"/>
            <ac:spMk id="6" creationId="{C3C741B7-B4E9-64DE-23E6-FB87BED4BDD1}"/>
          </ac:spMkLst>
        </pc:spChg>
        <pc:spChg chg="mod">
          <ac:chgData name="Dong Chen" userId="d96fa5ec-4313-4be9-bcac-1adad9054fe4" providerId="ADAL" clId="{D29012F1-9332-4845-9470-7ED4457F892D}" dt="2025-01-14T19:18:02.530" v="0"/>
          <ac:spMkLst>
            <pc:docMk/>
            <pc:sldMk cId="0" sldId="278"/>
            <ac:spMk id="9" creationId="{D3D36148-BE41-5033-3192-6371B7155495}"/>
          </ac:spMkLst>
        </pc:spChg>
        <pc:picChg chg="mod">
          <ac:chgData name="Dong Chen" userId="d96fa5ec-4313-4be9-bcac-1adad9054fe4" providerId="ADAL" clId="{D29012F1-9332-4845-9470-7ED4457F892D}" dt="2025-01-14T19:18:02.530" v="0"/>
          <ac:picMkLst>
            <pc:docMk/>
            <pc:sldMk cId="0" sldId="278"/>
            <ac:picMk id="5" creationId="{00000000-0000-0000-0000-000000000000}"/>
          </ac:picMkLst>
        </pc:picChg>
      </pc:sldChg>
      <pc:sldChg chg="modSp modNotes">
        <pc:chgData name="Dong Chen" userId="d96fa5ec-4313-4be9-bcac-1adad9054fe4" providerId="ADAL" clId="{D29012F1-9332-4845-9470-7ED4457F892D}" dt="2025-01-14T19:18:02.530" v="0"/>
        <pc:sldMkLst>
          <pc:docMk/>
          <pc:sldMk cId="0" sldId="279"/>
        </pc:sldMkLst>
        <pc:spChg chg="mod">
          <ac:chgData name="Dong Chen" userId="d96fa5ec-4313-4be9-bcac-1adad9054fe4" providerId="ADAL" clId="{D29012F1-9332-4845-9470-7ED4457F892D}" dt="2025-01-14T19:18:02.530" v="0"/>
          <ac:spMkLst>
            <pc:docMk/>
            <pc:sldMk cId="0" sldId="279"/>
            <ac:spMk id="6" creationId="{00000000-0000-0000-0000-000000000000}"/>
          </ac:spMkLst>
        </pc:spChg>
        <pc:picChg chg="mod">
          <ac:chgData name="Dong Chen" userId="d96fa5ec-4313-4be9-bcac-1adad9054fe4" providerId="ADAL" clId="{D29012F1-9332-4845-9470-7ED4457F892D}" dt="2025-01-14T19:18:02.530" v="0"/>
          <ac:picMkLst>
            <pc:docMk/>
            <pc:sldMk cId="0" sldId="279"/>
            <ac:picMk id="5" creationId="{00000000-0000-0000-0000-000000000000}"/>
          </ac:picMkLst>
        </pc:picChg>
      </pc:sldChg>
      <pc:sldChg chg="modSp modNotes">
        <pc:chgData name="Dong Chen" userId="d96fa5ec-4313-4be9-bcac-1adad9054fe4" providerId="ADAL" clId="{D29012F1-9332-4845-9470-7ED4457F892D}" dt="2025-01-14T19:18:02.530" v="0"/>
        <pc:sldMkLst>
          <pc:docMk/>
          <pc:sldMk cId="0" sldId="280"/>
        </pc:sldMkLst>
        <pc:spChg chg="mod">
          <ac:chgData name="Dong Chen" userId="d96fa5ec-4313-4be9-bcac-1adad9054fe4" providerId="ADAL" clId="{D29012F1-9332-4845-9470-7ED4457F892D}" dt="2025-01-14T19:18:02.530" v="0"/>
          <ac:spMkLst>
            <pc:docMk/>
            <pc:sldMk cId="0" sldId="280"/>
            <ac:spMk id="3" creationId="{498D485B-C5C3-5466-CC26-629E294F1EA1}"/>
          </ac:spMkLst>
        </pc:spChg>
        <pc:picChg chg="mod">
          <ac:chgData name="Dong Chen" userId="d96fa5ec-4313-4be9-bcac-1adad9054fe4" providerId="ADAL" clId="{D29012F1-9332-4845-9470-7ED4457F892D}" dt="2025-01-14T19:18:02.530" v="0"/>
          <ac:picMkLst>
            <pc:docMk/>
            <pc:sldMk cId="0" sldId="280"/>
            <ac:picMk id="5" creationId="{00000000-0000-0000-0000-000000000000}"/>
          </ac:picMkLst>
        </pc:picChg>
      </pc:sldChg>
      <pc:sldChg chg="modSp modNotes">
        <pc:chgData name="Dong Chen" userId="d96fa5ec-4313-4be9-bcac-1adad9054fe4" providerId="ADAL" clId="{D29012F1-9332-4845-9470-7ED4457F892D}" dt="2025-01-14T19:18:02.530" v="0"/>
        <pc:sldMkLst>
          <pc:docMk/>
          <pc:sldMk cId="0" sldId="281"/>
        </pc:sldMkLst>
        <pc:spChg chg="mod">
          <ac:chgData name="Dong Chen" userId="d96fa5ec-4313-4be9-bcac-1adad9054fe4" providerId="ADAL" clId="{D29012F1-9332-4845-9470-7ED4457F892D}" dt="2025-01-14T19:18:02.530" v="0"/>
          <ac:spMkLst>
            <pc:docMk/>
            <pc:sldMk cId="0" sldId="281"/>
            <ac:spMk id="4" creationId="{6C8DDDF1-65B3-87F7-2EFB-7CD85DF7614C}"/>
          </ac:spMkLst>
        </pc:spChg>
        <pc:spChg chg="mod">
          <ac:chgData name="Dong Chen" userId="d96fa5ec-4313-4be9-bcac-1adad9054fe4" providerId="ADAL" clId="{D29012F1-9332-4845-9470-7ED4457F892D}" dt="2025-01-14T19:18:02.530" v="0"/>
          <ac:spMkLst>
            <pc:docMk/>
            <pc:sldMk cId="0" sldId="281"/>
            <ac:spMk id="6" creationId="{00000000-0000-0000-0000-000000000000}"/>
          </ac:spMkLst>
        </pc:spChg>
        <pc:spChg chg="mod">
          <ac:chgData name="Dong Chen" userId="d96fa5ec-4313-4be9-bcac-1adad9054fe4" providerId="ADAL" clId="{D29012F1-9332-4845-9470-7ED4457F892D}" dt="2025-01-14T19:18:02.530" v="0"/>
          <ac:spMkLst>
            <pc:docMk/>
            <pc:sldMk cId="0" sldId="281"/>
            <ac:spMk id="8" creationId="{91515FC9-F0D5-B306-C4D6-4D8A4E28A5AE}"/>
          </ac:spMkLst>
        </pc:spChg>
        <pc:spChg chg="mod">
          <ac:chgData name="Dong Chen" userId="d96fa5ec-4313-4be9-bcac-1adad9054fe4" providerId="ADAL" clId="{D29012F1-9332-4845-9470-7ED4457F892D}" dt="2025-01-14T19:18:02.530" v="0"/>
          <ac:spMkLst>
            <pc:docMk/>
            <pc:sldMk cId="0" sldId="281"/>
            <ac:spMk id="9" creationId="{87CF83F3-D84F-14F8-D8FE-91A7D64C5AB9}"/>
          </ac:spMkLst>
        </pc:spChg>
        <pc:spChg chg="mod">
          <ac:chgData name="Dong Chen" userId="d96fa5ec-4313-4be9-bcac-1adad9054fe4" providerId="ADAL" clId="{D29012F1-9332-4845-9470-7ED4457F892D}" dt="2025-01-14T19:18:02.530" v="0"/>
          <ac:spMkLst>
            <pc:docMk/>
            <pc:sldMk cId="0" sldId="281"/>
            <ac:spMk id="10" creationId="{F6B19960-D709-E9D6-BD78-25A4A1134090}"/>
          </ac:spMkLst>
        </pc:spChg>
        <pc:spChg chg="mod">
          <ac:chgData name="Dong Chen" userId="d96fa5ec-4313-4be9-bcac-1adad9054fe4" providerId="ADAL" clId="{D29012F1-9332-4845-9470-7ED4457F892D}" dt="2025-01-14T19:18:02.530" v="0"/>
          <ac:spMkLst>
            <pc:docMk/>
            <pc:sldMk cId="0" sldId="281"/>
            <ac:spMk id="11" creationId="{18124177-B6CD-BF8B-C852-8FE43922CE16}"/>
          </ac:spMkLst>
        </pc:spChg>
        <pc:spChg chg="mod">
          <ac:chgData name="Dong Chen" userId="d96fa5ec-4313-4be9-bcac-1adad9054fe4" providerId="ADAL" clId="{D29012F1-9332-4845-9470-7ED4457F892D}" dt="2025-01-14T19:18:02.530" v="0"/>
          <ac:spMkLst>
            <pc:docMk/>
            <pc:sldMk cId="0" sldId="281"/>
            <ac:spMk id="12" creationId="{33E8CD61-A5F4-AD49-55CB-DB407F161142}"/>
          </ac:spMkLst>
        </pc:spChg>
        <pc:spChg chg="mod">
          <ac:chgData name="Dong Chen" userId="d96fa5ec-4313-4be9-bcac-1adad9054fe4" providerId="ADAL" clId="{D29012F1-9332-4845-9470-7ED4457F892D}" dt="2025-01-14T19:18:02.530" v="0"/>
          <ac:spMkLst>
            <pc:docMk/>
            <pc:sldMk cId="0" sldId="281"/>
            <ac:spMk id="13" creationId="{37F3C258-4FC6-F9B0-042F-B813FA384CF2}"/>
          </ac:spMkLst>
        </pc:spChg>
        <pc:picChg chg="mod">
          <ac:chgData name="Dong Chen" userId="d96fa5ec-4313-4be9-bcac-1adad9054fe4" providerId="ADAL" clId="{D29012F1-9332-4845-9470-7ED4457F892D}" dt="2025-01-14T19:18:02.530" v="0"/>
          <ac:picMkLst>
            <pc:docMk/>
            <pc:sldMk cId="0" sldId="281"/>
            <ac:picMk id="5" creationId="{00000000-0000-0000-0000-000000000000}"/>
          </ac:picMkLst>
        </pc:picChg>
      </pc:sldChg>
      <pc:sldChg chg="modNotes">
        <pc:chgData name="Dong Chen" userId="d96fa5ec-4313-4be9-bcac-1adad9054fe4" providerId="ADAL" clId="{D29012F1-9332-4845-9470-7ED4457F892D}" dt="2025-01-14T19:18:02.530" v="0"/>
        <pc:sldMkLst>
          <pc:docMk/>
          <pc:sldMk cId="0" sldId="282"/>
        </pc:sldMkLst>
      </pc:sldChg>
      <pc:sldChg chg="modSp modNotes">
        <pc:chgData name="Dong Chen" userId="d96fa5ec-4313-4be9-bcac-1adad9054fe4" providerId="ADAL" clId="{D29012F1-9332-4845-9470-7ED4457F892D}" dt="2025-01-14T19:18:02.530" v="0"/>
        <pc:sldMkLst>
          <pc:docMk/>
          <pc:sldMk cId="0" sldId="283"/>
        </pc:sldMkLst>
        <pc:spChg chg="mod">
          <ac:chgData name="Dong Chen" userId="d96fa5ec-4313-4be9-bcac-1adad9054fe4" providerId="ADAL" clId="{D29012F1-9332-4845-9470-7ED4457F892D}" dt="2025-01-14T19:18:02.530" v="0"/>
          <ac:spMkLst>
            <pc:docMk/>
            <pc:sldMk cId="0" sldId="283"/>
            <ac:spMk id="2" creationId="{00000000-0000-0000-0000-000000000000}"/>
          </ac:spMkLst>
        </pc:spChg>
        <pc:spChg chg="mod">
          <ac:chgData name="Dong Chen" userId="d96fa5ec-4313-4be9-bcac-1adad9054fe4" providerId="ADAL" clId="{D29012F1-9332-4845-9470-7ED4457F892D}" dt="2025-01-14T19:18:02.530" v="0"/>
          <ac:spMkLst>
            <pc:docMk/>
            <pc:sldMk cId="0" sldId="283"/>
            <ac:spMk id="7" creationId="{00000000-0000-0000-0000-000000000000}"/>
          </ac:spMkLst>
        </pc:spChg>
        <pc:picChg chg="mod">
          <ac:chgData name="Dong Chen" userId="d96fa5ec-4313-4be9-bcac-1adad9054fe4" providerId="ADAL" clId="{D29012F1-9332-4845-9470-7ED4457F892D}" dt="2025-01-14T19:18:02.530" v="0"/>
          <ac:picMkLst>
            <pc:docMk/>
            <pc:sldMk cId="0" sldId="283"/>
            <ac:picMk id="5" creationId="{00000000-0000-0000-0000-000000000000}"/>
          </ac:picMkLst>
        </pc:picChg>
      </pc:sldChg>
      <pc:sldChg chg="modSp modNotes">
        <pc:chgData name="Dong Chen" userId="d96fa5ec-4313-4be9-bcac-1adad9054fe4" providerId="ADAL" clId="{D29012F1-9332-4845-9470-7ED4457F892D}" dt="2025-01-14T19:18:02.530" v="0"/>
        <pc:sldMkLst>
          <pc:docMk/>
          <pc:sldMk cId="0" sldId="284"/>
        </pc:sldMkLst>
        <pc:spChg chg="mod">
          <ac:chgData name="Dong Chen" userId="d96fa5ec-4313-4be9-bcac-1adad9054fe4" providerId="ADAL" clId="{D29012F1-9332-4845-9470-7ED4457F892D}" dt="2025-01-14T19:18:02.530" v="0"/>
          <ac:spMkLst>
            <pc:docMk/>
            <pc:sldMk cId="0" sldId="284"/>
            <ac:spMk id="3" creationId="{E3410809-3EEC-F15E-ABE9-0E2AB98D6830}"/>
          </ac:spMkLst>
        </pc:spChg>
        <pc:picChg chg="mod">
          <ac:chgData name="Dong Chen" userId="d96fa5ec-4313-4be9-bcac-1adad9054fe4" providerId="ADAL" clId="{D29012F1-9332-4845-9470-7ED4457F892D}" dt="2025-01-14T19:18:02.530" v="0"/>
          <ac:picMkLst>
            <pc:docMk/>
            <pc:sldMk cId="0" sldId="284"/>
            <ac:picMk id="5" creationId="{00000000-0000-0000-0000-000000000000}"/>
          </ac:picMkLst>
        </pc:picChg>
      </pc:sldChg>
      <pc:sldChg chg="modSp modNotes">
        <pc:chgData name="Dong Chen" userId="d96fa5ec-4313-4be9-bcac-1adad9054fe4" providerId="ADAL" clId="{D29012F1-9332-4845-9470-7ED4457F892D}" dt="2025-01-14T19:18:02.530" v="0"/>
        <pc:sldMkLst>
          <pc:docMk/>
          <pc:sldMk cId="0" sldId="308"/>
        </pc:sldMkLst>
        <pc:spChg chg="mod">
          <ac:chgData name="Dong Chen" userId="d96fa5ec-4313-4be9-bcac-1adad9054fe4" providerId="ADAL" clId="{D29012F1-9332-4845-9470-7ED4457F892D}" dt="2025-01-14T19:18:02.530" v="0"/>
          <ac:spMkLst>
            <pc:docMk/>
            <pc:sldMk cId="0" sldId="308"/>
            <ac:spMk id="2" creationId="{00000000-0000-0000-0000-000000000000}"/>
          </ac:spMkLst>
        </pc:spChg>
        <pc:spChg chg="mod">
          <ac:chgData name="Dong Chen" userId="d96fa5ec-4313-4be9-bcac-1adad9054fe4" providerId="ADAL" clId="{D29012F1-9332-4845-9470-7ED4457F892D}" dt="2025-01-14T19:18:02.530" v="0"/>
          <ac:spMkLst>
            <pc:docMk/>
            <pc:sldMk cId="0" sldId="308"/>
            <ac:spMk id="3" creationId="{00000000-0000-0000-0000-000000000000}"/>
          </ac:spMkLst>
        </pc:spChg>
        <pc:graphicFrameChg chg="mod">
          <ac:chgData name="Dong Chen" userId="d96fa5ec-4313-4be9-bcac-1adad9054fe4" providerId="ADAL" clId="{D29012F1-9332-4845-9470-7ED4457F892D}" dt="2025-01-14T19:18:02.530" v="0"/>
          <ac:graphicFrameMkLst>
            <pc:docMk/>
            <pc:sldMk cId="0" sldId="308"/>
            <ac:graphicFrameMk id="4" creationId="{00000000-0000-0000-0000-000000000000}"/>
          </ac:graphicFrameMkLst>
        </pc:graphicFrameChg>
        <pc:graphicFrameChg chg="mod">
          <ac:chgData name="Dong Chen" userId="d96fa5ec-4313-4be9-bcac-1adad9054fe4" providerId="ADAL" clId="{D29012F1-9332-4845-9470-7ED4457F892D}" dt="2025-01-14T19:18:02.530" v="0"/>
          <ac:graphicFrameMkLst>
            <pc:docMk/>
            <pc:sldMk cId="0" sldId="308"/>
            <ac:graphicFrameMk id="5" creationId="{00000000-0000-0000-0000-000000000000}"/>
          </ac:graphicFrameMkLst>
        </pc:graphicFrameChg>
      </pc:sldChg>
      <pc:sldChg chg="modSp modNotes">
        <pc:chgData name="Dong Chen" userId="d96fa5ec-4313-4be9-bcac-1adad9054fe4" providerId="ADAL" clId="{D29012F1-9332-4845-9470-7ED4457F892D}" dt="2025-01-14T19:18:02.530" v="0"/>
        <pc:sldMkLst>
          <pc:docMk/>
          <pc:sldMk cId="993110335" sldId="309"/>
        </pc:sldMkLst>
        <pc:spChg chg="mod">
          <ac:chgData name="Dong Chen" userId="d96fa5ec-4313-4be9-bcac-1adad9054fe4" providerId="ADAL" clId="{D29012F1-9332-4845-9470-7ED4457F892D}" dt="2025-01-14T19:18:02.530" v="0"/>
          <ac:spMkLst>
            <pc:docMk/>
            <pc:sldMk cId="993110335" sldId="309"/>
            <ac:spMk id="2" creationId="{00000000-0000-0000-0000-000000000000}"/>
          </ac:spMkLst>
        </pc:spChg>
        <pc:spChg chg="mod">
          <ac:chgData name="Dong Chen" userId="d96fa5ec-4313-4be9-bcac-1adad9054fe4" providerId="ADAL" clId="{D29012F1-9332-4845-9470-7ED4457F892D}" dt="2025-01-14T19:18:02.530" v="0"/>
          <ac:spMkLst>
            <pc:docMk/>
            <pc:sldMk cId="993110335" sldId="309"/>
            <ac:spMk id="3" creationId="{00000000-0000-0000-0000-000000000000}"/>
          </ac:spMkLst>
        </pc:spChg>
        <pc:spChg chg="mod">
          <ac:chgData name="Dong Chen" userId="d96fa5ec-4313-4be9-bcac-1adad9054fe4" providerId="ADAL" clId="{D29012F1-9332-4845-9470-7ED4457F892D}" dt="2025-01-14T19:18:02.530" v="0"/>
          <ac:spMkLst>
            <pc:docMk/>
            <pc:sldMk cId="993110335" sldId="309"/>
            <ac:spMk id="5" creationId="{B4B76D37-5D06-46C7-A19A-8FABB0EEE286}"/>
          </ac:spMkLst>
        </pc:spChg>
        <pc:graphicFrameChg chg="mod">
          <ac:chgData name="Dong Chen" userId="d96fa5ec-4313-4be9-bcac-1adad9054fe4" providerId="ADAL" clId="{D29012F1-9332-4845-9470-7ED4457F892D}" dt="2025-01-14T19:18:02.530" v="0"/>
          <ac:graphicFrameMkLst>
            <pc:docMk/>
            <pc:sldMk cId="993110335" sldId="309"/>
            <ac:graphicFrameMk id="4" creationId="{00000000-0000-0000-0000-000000000000}"/>
          </ac:graphicFrameMkLst>
        </pc:graphicFrameChg>
        <pc:picChg chg="mod">
          <ac:chgData name="Dong Chen" userId="d96fa5ec-4313-4be9-bcac-1adad9054fe4" providerId="ADAL" clId="{D29012F1-9332-4845-9470-7ED4457F892D}" dt="2025-01-14T19:18:02.530" v="0"/>
          <ac:picMkLst>
            <pc:docMk/>
            <pc:sldMk cId="993110335" sldId="309"/>
            <ac:picMk id="6" creationId="{A1674BC0-52FE-49CA-8BD2-00DE5BF7F14D}"/>
          </ac:picMkLst>
        </pc:picChg>
      </pc:sldChg>
      <pc:sldChg chg="modSp modNotes">
        <pc:chgData name="Dong Chen" userId="d96fa5ec-4313-4be9-bcac-1adad9054fe4" providerId="ADAL" clId="{D29012F1-9332-4845-9470-7ED4457F892D}" dt="2025-01-14T19:18:02.530" v="0"/>
        <pc:sldMkLst>
          <pc:docMk/>
          <pc:sldMk cId="0" sldId="310"/>
        </pc:sldMkLst>
        <pc:spChg chg="mod">
          <ac:chgData name="Dong Chen" userId="d96fa5ec-4313-4be9-bcac-1adad9054fe4" providerId="ADAL" clId="{D29012F1-9332-4845-9470-7ED4457F892D}" dt="2025-01-14T19:18:02.530" v="0"/>
          <ac:spMkLst>
            <pc:docMk/>
            <pc:sldMk cId="0" sldId="310"/>
            <ac:spMk id="3" creationId="{00000000-0000-0000-0000-000000000000}"/>
          </ac:spMkLst>
        </pc:spChg>
        <pc:picChg chg="mod">
          <ac:chgData name="Dong Chen" userId="d96fa5ec-4313-4be9-bcac-1adad9054fe4" providerId="ADAL" clId="{D29012F1-9332-4845-9470-7ED4457F892D}" dt="2025-01-14T19:18:02.530" v="0"/>
          <ac:picMkLst>
            <pc:docMk/>
            <pc:sldMk cId="0" sldId="310"/>
            <ac:picMk id="5" creationId="{87EC6CC6-667A-4873-AA78-C4528B2DEF7B}"/>
          </ac:picMkLst>
        </pc:picChg>
      </pc:sldChg>
      <pc:sldChg chg="modSp modNotes">
        <pc:chgData name="Dong Chen" userId="d96fa5ec-4313-4be9-bcac-1adad9054fe4" providerId="ADAL" clId="{D29012F1-9332-4845-9470-7ED4457F892D}" dt="2025-01-14T19:18:02.530" v="0"/>
        <pc:sldMkLst>
          <pc:docMk/>
          <pc:sldMk cId="3348054346" sldId="311"/>
        </pc:sldMkLst>
        <pc:spChg chg="mod">
          <ac:chgData name="Dong Chen" userId="d96fa5ec-4313-4be9-bcac-1adad9054fe4" providerId="ADAL" clId="{D29012F1-9332-4845-9470-7ED4457F892D}" dt="2025-01-14T19:18:02.530" v="0"/>
          <ac:spMkLst>
            <pc:docMk/>
            <pc:sldMk cId="3348054346" sldId="311"/>
            <ac:spMk id="3" creationId="{0D5DD774-1647-8313-CF17-F4419A23927C}"/>
          </ac:spMkLst>
        </pc:spChg>
        <pc:spChg chg="mod">
          <ac:chgData name="Dong Chen" userId="d96fa5ec-4313-4be9-bcac-1adad9054fe4" providerId="ADAL" clId="{D29012F1-9332-4845-9470-7ED4457F892D}" dt="2025-01-14T19:18:02.530" v="0"/>
          <ac:spMkLst>
            <pc:docMk/>
            <pc:sldMk cId="3348054346" sldId="311"/>
            <ac:spMk id="6" creationId="{E74EEE01-9961-127D-DFAE-5023F7744646}"/>
          </ac:spMkLst>
        </pc:spChg>
        <pc:picChg chg="mod">
          <ac:chgData name="Dong Chen" userId="d96fa5ec-4313-4be9-bcac-1adad9054fe4" providerId="ADAL" clId="{D29012F1-9332-4845-9470-7ED4457F892D}" dt="2025-01-14T19:18:02.530" v="0"/>
          <ac:picMkLst>
            <pc:docMk/>
            <pc:sldMk cId="3348054346" sldId="311"/>
            <ac:picMk id="4" creationId="{CC426C72-1CC1-4416-BECD-9A7A3351CACC}"/>
          </ac:picMkLst>
        </pc:picChg>
        <pc:picChg chg="mod">
          <ac:chgData name="Dong Chen" userId="d96fa5ec-4313-4be9-bcac-1adad9054fe4" providerId="ADAL" clId="{D29012F1-9332-4845-9470-7ED4457F892D}" dt="2025-01-14T19:18:02.530" v="0"/>
          <ac:picMkLst>
            <pc:docMk/>
            <pc:sldMk cId="3348054346" sldId="311"/>
            <ac:picMk id="7" creationId="{00000000-0000-0000-0000-000000000000}"/>
          </ac:picMkLst>
        </pc:picChg>
      </pc:sldChg>
      <pc:sldChg chg="modSp mod modNotes">
        <pc:chgData name="Dong Chen" userId="d96fa5ec-4313-4be9-bcac-1adad9054fe4" providerId="ADAL" clId="{D29012F1-9332-4845-9470-7ED4457F892D}" dt="2025-01-14T19:18:02.627" v="5" actId="27636"/>
        <pc:sldMkLst>
          <pc:docMk/>
          <pc:sldMk cId="0" sldId="312"/>
        </pc:sldMkLst>
        <pc:spChg chg="mod">
          <ac:chgData name="Dong Chen" userId="d96fa5ec-4313-4be9-bcac-1adad9054fe4" providerId="ADAL" clId="{D29012F1-9332-4845-9470-7ED4457F892D}" dt="2025-01-14T19:18:02.627" v="5" actId="27636"/>
          <ac:spMkLst>
            <pc:docMk/>
            <pc:sldMk cId="0" sldId="312"/>
            <ac:spMk id="3" creationId="{00000000-0000-0000-0000-000000000000}"/>
          </ac:spMkLst>
        </pc:spChg>
        <pc:spChg chg="mod">
          <ac:chgData name="Dong Chen" userId="d96fa5ec-4313-4be9-bcac-1adad9054fe4" providerId="ADAL" clId="{D29012F1-9332-4845-9470-7ED4457F892D}" dt="2025-01-14T19:18:02.625" v="4" actId="27636"/>
          <ac:spMkLst>
            <pc:docMk/>
            <pc:sldMk cId="0" sldId="312"/>
            <ac:spMk id="6" creationId="{00000000-0000-0000-0000-000000000000}"/>
          </ac:spMkLst>
        </pc:spChg>
      </pc:sldChg>
      <pc:sldChg chg="modSp modNotes">
        <pc:chgData name="Dong Chen" userId="d96fa5ec-4313-4be9-bcac-1adad9054fe4" providerId="ADAL" clId="{D29012F1-9332-4845-9470-7ED4457F892D}" dt="2025-01-14T19:18:02.530" v="0"/>
        <pc:sldMkLst>
          <pc:docMk/>
          <pc:sldMk cId="0" sldId="315"/>
        </pc:sldMkLst>
        <pc:picChg chg="mod">
          <ac:chgData name="Dong Chen" userId="d96fa5ec-4313-4be9-bcac-1adad9054fe4" providerId="ADAL" clId="{D29012F1-9332-4845-9470-7ED4457F892D}" dt="2025-01-14T19:18:02.530" v="0"/>
          <ac:picMkLst>
            <pc:docMk/>
            <pc:sldMk cId="0" sldId="315"/>
            <ac:picMk id="4" creationId="{00000000-0000-0000-0000-000000000000}"/>
          </ac:picMkLst>
        </pc:picChg>
      </pc:sldChg>
      <pc:sldChg chg="delSp modSp mod modNotes modNotesTx">
        <pc:chgData name="Dong Chen" userId="d96fa5ec-4313-4be9-bcac-1adad9054fe4" providerId="ADAL" clId="{D29012F1-9332-4845-9470-7ED4457F892D}" dt="2025-01-16T20:23:42.171" v="70"/>
        <pc:sldMkLst>
          <pc:docMk/>
          <pc:sldMk cId="0" sldId="317"/>
        </pc:sldMkLst>
        <pc:graphicFrameChg chg="mod">
          <ac:chgData name="Dong Chen" userId="d96fa5ec-4313-4be9-bcac-1adad9054fe4" providerId="ADAL" clId="{D29012F1-9332-4845-9470-7ED4457F892D}" dt="2025-01-14T19:19:39.543" v="10" actId="1076"/>
          <ac:graphicFrameMkLst>
            <pc:docMk/>
            <pc:sldMk cId="0" sldId="317"/>
            <ac:graphicFrameMk id="5" creationId="{00000000-0000-0000-0000-000000000000}"/>
          </ac:graphicFrameMkLst>
        </pc:graphicFrameChg>
      </pc:sldChg>
      <pc:sldChg chg="modSp mod modNotes">
        <pc:chgData name="Dong Chen" userId="d96fa5ec-4313-4be9-bcac-1adad9054fe4" providerId="ADAL" clId="{D29012F1-9332-4845-9470-7ED4457F892D}" dt="2025-01-16T20:28:01.386" v="120" actId="14100"/>
        <pc:sldMkLst>
          <pc:docMk/>
          <pc:sldMk cId="0" sldId="318"/>
        </pc:sldMkLst>
        <pc:spChg chg="mod">
          <ac:chgData name="Dong Chen" userId="d96fa5ec-4313-4be9-bcac-1adad9054fe4" providerId="ADAL" clId="{D29012F1-9332-4845-9470-7ED4457F892D}" dt="2025-01-16T20:28:01.386" v="120" actId="14100"/>
          <ac:spMkLst>
            <pc:docMk/>
            <pc:sldMk cId="0" sldId="318"/>
            <ac:spMk id="3" creationId="{00000000-0000-0000-0000-000000000000}"/>
          </ac:spMkLst>
        </pc:spChg>
        <pc:picChg chg="mod">
          <ac:chgData name="Dong Chen" userId="d96fa5ec-4313-4be9-bcac-1adad9054fe4" providerId="ADAL" clId="{D29012F1-9332-4845-9470-7ED4457F892D}" dt="2025-01-14T19:18:02.530" v="0"/>
          <ac:picMkLst>
            <pc:docMk/>
            <pc:sldMk cId="0" sldId="318"/>
            <ac:picMk id="5" creationId="{00000000-0000-0000-0000-000000000000}"/>
          </ac:picMkLst>
        </pc:picChg>
      </pc:sldChg>
      <pc:sldChg chg="modSp mod modNotes">
        <pc:chgData name="Dong Chen" userId="d96fa5ec-4313-4be9-bcac-1adad9054fe4" providerId="ADAL" clId="{D29012F1-9332-4845-9470-7ED4457F892D}" dt="2025-01-16T20:42:50.806" v="189" actId="14100"/>
        <pc:sldMkLst>
          <pc:docMk/>
          <pc:sldMk cId="0" sldId="319"/>
        </pc:sldMkLst>
        <pc:spChg chg="mod">
          <ac:chgData name="Dong Chen" userId="d96fa5ec-4313-4be9-bcac-1adad9054fe4" providerId="ADAL" clId="{D29012F1-9332-4845-9470-7ED4457F892D}" dt="2025-01-14T19:18:02.530" v="0"/>
          <ac:spMkLst>
            <pc:docMk/>
            <pc:sldMk cId="0" sldId="319"/>
            <ac:spMk id="2" creationId="{00000000-0000-0000-0000-000000000000}"/>
          </ac:spMkLst>
        </pc:spChg>
        <pc:spChg chg="mod">
          <ac:chgData name="Dong Chen" userId="d96fa5ec-4313-4be9-bcac-1adad9054fe4" providerId="ADAL" clId="{D29012F1-9332-4845-9470-7ED4457F892D}" dt="2025-01-14T19:18:02.530" v="0"/>
          <ac:spMkLst>
            <pc:docMk/>
            <pc:sldMk cId="0" sldId="319"/>
            <ac:spMk id="8" creationId="{63DFD1F2-5485-379C-2B8D-FD1887E53CC0}"/>
          </ac:spMkLst>
        </pc:spChg>
        <pc:spChg chg="mod">
          <ac:chgData name="Dong Chen" userId="d96fa5ec-4313-4be9-bcac-1adad9054fe4" providerId="ADAL" clId="{D29012F1-9332-4845-9470-7ED4457F892D}" dt="2025-01-16T20:42:50.806" v="189" actId="14100"/>
          <ac:spMkLst>
            <pc:docMk/>
            <pc:sldMk cId="0" sldId="319"/>
            <ac:spMk id="9" creationId="{F7A60CEB-E0E3-F7D0-E87B-42383FE7BA57}"/>
          </ac:spMkLst>
        </pc:spChg>
        <pc:picChg chg="mod">
          <ac:chgData name="Dong Chen" userId="d96fa5ec-4313-4be9-bcac-1adad9054fe4" providerId="ADAL" clId="{D29012F1-9332-4845-9470-7ED4457F892D}" dt="2025-01-14T19:18:02.530" v="0"/>
          <ac:picMkLst>
            <pc:docMk/>
            <pc:sldMk cId="0" sldId="319"/>
            <ac:picMk id="4" creationId="{00000000-0000-0000-0000-000000000000}"/>
          </ac:picMkLst>
        </pc:picChg>
        <pc:cxnChg chg="mod">
          <ac:chgData name="Dong Chen" userId="d96fa5ec-4313-4be9-bcac-1adad9054fe4" providerId="ADAL" clId="{D29012F1-9332-4845-9470-7ED4457F892D}" dt="2025-01-14T19:18:02.530" v="0"/>
          <ac:cxnSpMkLst>
            <pc:docMk/>
            <pc:sldMk cId="0" sldId="319"/>
            <ac:cxnSpMk id="7" creationId="{0A6D213D-EA03-AB11-3C2A-9EB5BD579A17}"/>
          </ac:cxnSpMkLst>
        </pc:cxnChg>
      </pc:sldChg>
      <pc:sldChg chg="addSp modSp mod modNotes">
        <pc:chgData name="Dong Chen" userId="d96fa5ec-4313-4be9-bcac-1adad9054fe4" providerId="ADAL" clId="{D29012F1-9332-4845-9470-7ED4457F892D}" dt="2025-01-16T20:51:14.238" v="211" actId="404"/>
        <pc:sldMkLst>
          <pc:docMk/>
          <pc:sldMk cId="0" sldId="320"/>
        </pc:sldMkLst>
        <pc:spChg chg="mod">
          <ac:chgData name="Dong Chen" userId="d96fa5ec-4313-4be9-bcac-1adad9054fe4" providerId="ADAL" clId="{D29012F1-9332-4845-9470-7ED4457F892D}" dt="2025-01-14T19:18:02.530" v="0"/>
          <ac:spMkLst>
            <pc:docMk/>
            <pc:sldMk cId="0" sldId="320"/>
            <ac:spMk id="2" creationId="{00000000-0000-0000-0000-000000000000}"/>
          </ac:spMkLst>
        </pc:spChg>
        <pc:spChg chg="mod">
          <ac:chgData name="Dong Chen" userId="d96fa5ec-4313-4be9-bcac-1adad9054fe4" providerId="ADAL" clId="{D29012F1-9332-4845-9470-7ED4457F892D}" dt="2025-01-16T20:47:25.195" v="204" actId="20577"/>
          <ac:spMkLst>
            <pc:docMk/>
            <pc:sldMk cId="0" sldId="320"/>
            <ac:spMk id="3" creationId="{00000000-0000-0000-0000-000000000000}"/>
          </ac:spMkLst>
        </pc:spChg>
        <pc:spChg chg="mod">
          <ac:chgData name="Dong Chen" userId="d96fa5ec-4313-4be9-bcac-1adad9054fe4" providerId="ADAL" clId="{D29012F1-9332-4845-9470-7ED4457F892D}" dt="2025-01-14T19:18:02.612" v="1" actId="27636"/>
          <ac:spMkLst>
            <pc:docMk/>
            <pc:sldMk cId="0" sldId="320"/>
            <ac:spMk id="7" creationId="{00000000-0000-0000-0000-000000000000}"/>
          </ac:spMkLst>
        </pc:spChg>
        <pc:spChg chg="mod">
          <ac:chgData name="Dong Chen" userId="d96fa5ec-4313-4be9-bcac-1adad9054fe4" providerId="ADAL" clId="{D29012F1-9332-4845-9470-7ED4457F892D}" dt="2025-01-14T19:18:02.530" v="0"/>
          <ac:spMkLst>
            <pc:docMk/>
            <pc:sldMk cId="0" sldId="320"/>
            <ac:spMk id="8" creationId="{1E071FB5-2006-F747-EF1D-549EDEE22123}"/>
          </ac:spMkLst>
        </pc:spChg>
        <pc:spChg chg="add mod">
          <ac:chgData name="Dong Chen" userId="d96fa5ec-4313-4be9-bcac-1adad9054fe4" providerId="ADAL" clId="{D29012F1-9332-4845-9470-7ED4457F892D}" dt="2025-01-16T20:51:14.238" v="211" actId="404"/>
          <ac:spMkLst>
            <pc:docMk/>
            <pc:sldMk cId="0" sldId="320"/>
            <ac:spMk id="9" creationId="{5F1BA3ED-0AB1-76B9-0C72-C55F04A1963E}"/>
          </ac:spMkLst>
        </pc:spChg>
      </pc:sldChg>
      <pc:sldChg chg="modSp modNotes">
        <pc:chgData name="Dong Chen" userId="d96fa5ec-4313-4be9-bcac-1adad9054fe4" providerId="ADAL" clId="{D29012F1-9332-4845-9470-7ED4457F892D}" dt="2025-01-14T19:18:02.530" v="0"/>
        <pc:sldMkLst>
          <pc:docMk/>
          <pc:sldMk cId="0" sldId="326"/>
        </pc:sldMkLst>
        <pc:spChg chg="mod">
          <ac:chgData name="Dong Chen" userId="d96fa5ec-4313-4be9-bcac-1adad9054fe4" providerId="ADAL" clId="{D29012F1-9332-4845-9470-7ED4457F892D}" dt="2025-01-14T19:18:02.530" v="0"/>
          <ac:spMkLst>
            <pc:docMk/>
            <pc:sldMk cId="0" sldId="326"/>
            <ac:spMk id="3" creationId="{00000000-0000-0000-0000-000000000000}"/>
          </ac:spMkLst>
        </pc:spChg>
        <pc:graphicFrameChg chg="mod">
          <ac:chgData name="Dong Chen" userId="d96fa5ec-4313-4be9-bcac-1adad9054fe4" providerId="ADAL" clId="{D29012F1-9332-4845-9470-7ED4457F892D}" dt="2025-01-14T19:18:02.530" v="0"/>
          <ac:graphicFrameMkLst>
            <pc:docMk/>
            <pc:sldMk cId="0" sldId="326"/>
            <ac:graphicFrameMk id="4" creationId="{00000000-0000-0000-0000-000000000000}"/>
          </ac:graphicFrameMkLst>
        </pc:graphicFrameChg>
      </pc:sldChg>
      <pc:sldChg chg="modSp modNotes">
        <pc:chgData name="Dong Chen" userId="d96fa5ec-4313-4be9-bcac-1adad9054fe4" providerId="ADAL" clId="{D29012F1-9332-4845-9470-7ED4457F892D}" dt="2025-01-14T19:18:02.530" v="0"/>
        <pc:sldMkLst>
          <pc:docMk/>
          <pc:sldMk cId="0" sldId="327"/>
        </pc:sldMkLst>
        <pc:spChg chg="mod">
          <ac:chgData name="Dong Chen" userId="d96fa5ec-4313-4be9-bcac-1adad9054fe4" providerId="ADAL" clId="{D29012F1-9332-4845-9470-7ED4457F892D}" dt="2025-01-14T19:18:02.530" v="0"/>
          <ac:spMkLst>
            <pc:docMk/>
            <pc:sldMk cId="0" sldId="327"/>
            <ac:spMk id="2" creationId="{00000000-0000-0000-0000-000000000000}"/>
          </ac:spMkLst>
        </pc:spChg>
        <pc:graphicFrameChg chg="mod">
          <ac:chgData name="Dong Chen" userId="d96fa5ec-4313-4be9-bcac-1adad9054fe4" providerId="ADAL" clId="{D29012F1-9332-4845-9470-7ED4457F892D}" dt="2025-01-14T19:18:02.530" v="0"/>
          <ac:graphicFrameMkLst>
            <pc:docMk/>
            <pc:sldMk cId="0" sldId="327"/>
            <ac:graphicFrameMk id="5" creationId="{00000000-0000-0000-0000-000000000000}"/>
          </ac:graphicFrameMkLst>
        </pc:graphicFrameChg>
      </pc:sldChg>
      <pc:sldChg chg="modSp modNotes">
        <pc:chgData name="Dong Chen" userId="d96fa5ec-4313-4be9-bcac-1adad9054fe4" providerId="ADAL" clId="{D29012F1-9332-4845-9470-7ED4457F892D}" dt="2025-01-14T19:18:02.530" v="0"/>
        <pc:sldMkLst>
          <pc:docMk/>
          <pc:sldMk cId="0" sldId="334"/>
        </pc:sldMkLst>
        <pc:picChg chg="mod">
          <ac:chgData name="Dong Chen" userId="d96fa5ec-4313-4be9-bcac-1adad9054fe4" providerId="ADAL" clId="{D29012F1-9332-4845-9470-7ED4457F892D}" dt="2025-01-14T19:18:02.530" v="0"/>
          <ac:picMkLst>
            <pc:docMk/>
            <pc:sldMk cId="0" sldId="334"/>
            <ac:picMk id="8" creationId="{00000000-0000-0000-0000-000000000000}"/>
          </ac:picMkLst>
        </pc:picChg>
      </pc:sldChg>
      <pc:sldChg chg="modSp modNotes">
        <pc:chgData name="Dong Chen" userId="d96fa5ec-4313-4be9-bcac-1adad9054fe4" providerId="ADAL" clId="{D29012F1-9332-4845-9470-7ED4457F892D}" dt="2025-01-14T19:18:02.530" v="0"/>
        <pc:sldMkLst>
          <pc:docMk/>
          <pc:sldMk cId="0" sldId="335"/>
        </pc:sldMkLst>
        <pc:picChg chg="mod">
          <ac:chgData name="Dong Chen" userId="d96fa5ec-4313-4be9-bcac-1adad9054fe4" providerId="ADAL" clId="{D29012F1-9332-4845-9470-7ED4457F892D}" dt="2025-01-14T19:18:02.530" v="0"/>
          <ac:picMkLst>
            <pc:docMk/>
            <pc:sldMk cId="0" sldId="335"/>
            <ac:picMk id="5" creationId="{00000000-0000-0000-0000-000000000000}"/>
          </ac:picMkLst>
        </pc:picChg>
      </pc:sldChg>
      <pc:sldChg chg="modSp modNotes">
        <pc:chgData name="Dong Chen" userId="d96fa5ec-4313-4be9-bcac-1adad9054fe4" providerId="ADAL" clId="{D29012F1-9332-4845-9470-7ED4457F892D}" dt="2025-01-14T19:18:02.530" v="0"/>
        <pc:sldMkLst>
          <pc:docMk/>
          <pc:sldMk cId="0" sldId="336"/>
        </pc:sldMkLst>
        <pc:picChg chg="mod">
          <ac:chgData name="Dong Chen" userId="d96fa5ec-4313-4be9-bcac-1adad9054fe4" providerId="ADAL" clId="{D29012F1-9332-4845-9470-7ED4457F892D}" dt="2025-01-14T19:18:02.530" v="0"/>
          <ac:picMkLst>
            <pc:docMk/>
            <pc:sldMk cId="0" sldId="336"/>
            <ac:picMk id="8" creationId="{00000000-0000-0000-0000-000000000000}"/>
          </ac:picMkLst>
        </pc:picChg>
      </pc:sldChg>
      <pc:sldChg chg="modSp modNotes">
        <pc:chgData name="Dong Chen" userId="d96fa5ec-4313-4be9-bcac-1adad9054fe4" providerId="ADAL" clId="{D29012F1-9332-4845-9470-7ED4457F892D}" dt="2025-01-14T19:18:02.530" v="0"/>
        <pc:sldMkLst>
          <pc:docMk/>
          <pc:sldMk cId="0" sldId="338"/>
        </pc:sldMkLst>
        <pc:spChg chg="mod">
          <ac:chgData name="Dong Chen" userId="d96fa5ec-4313-4be9-bcac-1adad9054fe4" providerId="ADAL" clId="{D29012F1-9332-4845-9470-7ED4457F892D}" dt="2025-01-14T19:18:02.530" v="0"/>
          <ac:spMkLst>
            <pc:docMk/>
            <pc:sldMk cId="0" sldId="338"/>
            <ac:spMk id="4" creationId="{00000000-0000-0000-0000-000000000000}"/>
          </ac:spMkLst>
        </pc:spChg>
        <pc:spChg chg="mod">
          <ac:chgData name="Dong Chen" userId="d96fa5ec-4313-4be9-bcac-1adad9054fe4" providerId="ADAL" clId="{D29012F1-9332-4845-9470-7ED4457F892D}" dt="2025-01-14T19:18:02.530" v="0"/>
          <ac:spMkLst>
            <pc:docMk/>
            <pc:sldMk cId="0" sldId="338"/>
            <ac:spMk id="6" creationId="{00000000-0000-0000-0000-000000000000}"/>
          </ac:spMkLst>
        </pc:spChg>
      </pc:sldChg>
      <pc:sldChg chg="modSp modNotes">
        <pc:chgData name="Dong Chen" userId="d96fa5ec-4313-4be9-bcac-1adad9054fe4" providerId="ADAL" clId="{D29012F1-9332-4845-9470-7ED4457F892D}" dt="2025-01-14T19:18:02.530" v="0"/>
        <pc:sldMkLst>
          <pc:docMk/>
          <pc:sldMk cId="0" sldId="339"/>
        </pc:sldMkLst>
        <pc:picChg chg="mod">
          <ac:chgData name="Dong Chen" userId="d96fa5ec-4313-4be9-bcac-1adad9054fe4" providerId="ADAL" clId="{D29012F1-9332-4845-9470-7ED4457F892D}" dt="2025-01-14T19:18:02.530" v="0"/>
          <ac:picMkLst>
            <pc:docMk/>
            <pc:sldMk cId="0" sldId="339"/>
            <ac:picMk id="6" creationId="{00000000-0000-0000-0000-000000000000}"/>
          </ac:picMkLst>
        </pc:picChg>
      </pc:sldChg>
      <pc:sldChg chg="modSp modNotes">
        <pc:chgData name="Dong Chen" userId="d96fa5ec-4313-4be9-bcac-1adad9054fe4" providerId="ADAL" clId="{D29012F1-9332-4845-9470-7ED4457F892D}" dt="2025-01-14T19:18:02.530" v="0"/>
        <pc:sldMkLst>
          <pc:docMk/>
          <pc:sldMk cId="0" sldId="340"/>
        </pc:sldMkLst>
        <pc:picChg chg="mod">
          <ac:chgData name="Dong Chen" userId="d96fa5ec-4313-4be9-bcac-1adad9054fe4" providerId="ADAL" clId="{D29012F1-9332-4845-9470-7ED4457F892D}" dt="2025-01-14T19:18:02.530" v="0"/>
          <ac:picMkLst>
            <pc:docMk/>
            <pc:sldMk cId="0" sldId="340"/>
            <ac:picMk id="8" creationId="{00000000-0000-0000-0000-000000000000}"/>
          </ac:picMkLst>
        </pc:picChg>
      </pc:sldChg>
      <pc:sldChg chg="modSp modNotes">
        <pc:chgData name="Dong Chen" userId="d96fa5ec-4313-4be9-bcac-1adad9054fe4" providerId="ADAL" clId="{D29012F1-9332-4845-9470-7ED4457F892D}" dt="2025-01-14T19:18:02.530" v="0"/>
        <pc:sldMkLst>
          <pc:docMk/>
          <pc:sldMk cId="0" sldId="342"/>
        </pc:sldMkLst>
        <pc:picChg chg="mod">
          <ac:chgData name="Dong Chen" userId="d96fa5ec-4313-4be9-bcac-1adad9054fe4" providerId="ADAL" clId="{D29012F1-9332-4845-9470-7ED4457F892D}" dt="2025-01-14T19:18:02.530" v="0"/>
          <ac:picMkLst>
            <pc:docMk/>
            <pc:sldMk cId="0" sldId="342"/>
            <ac:picMk id="5" creationId="{DD548FFB-43D0-43DE-BBBF-3C62DE83876D}"/>
          </ac:picMkLst>
        </pc:picChg>
      </pc:sldChg>
      <pc:sldChg chg="modSp mod modNotes">
        <pc:chgData name="Dong Chen" userId="d96fa5ec-4313-4be9-bcac-1adad9054fe4" providerId="ADAL" clId="{D29012F1-9332-4845-9470-7ED4457F892D}" dt="2025-01-16T20:17:24.282" v="67" actId="1076"/>
        <pc:sldMkLst>
          <pc:docMk/>
          <pc:sldMk cId="0" sldId="343"/>
        </pc:sldMkLst>
        <pc:spChg chg="mod">
          <ac:chgData name="Dong Chen" userId="d96fa5ec-4313-4be9-bcac-1adad9054fe4" providerId="ADAL" clId="{D29012F1-9332-4845-9470-7ED4457F892D}" dt="2025-01-16T20:17:21.124" v="66" actId="1076"/>
          <ac:spMkLst>
            <pc:docMk/>
            <pc:sldMk cId="0" sldId="343"/>
            <ac:spMk id="3" creationId="{D0D658CE-A9D1-4AD2-A3C0-5D518135AC4D}"/>
          </ac:spMkLst>
        </pc:spChg>
        <pc:spChg chg="mod">
          <ac:chgData name="Dong Chen" userId="d96fa5ec-4313-4be9-bcac-1adad9054fe4" providerId="ADAL" clId="{D29012F1-9332-4845-9470-7ED4457F892D}" dt="2025-01-16T20:17:24.282" v="67" actId="1076"/>
          <ac:spMkLst>
            <pc:docMk/>
            <pc:sldMk cId="0" sldId="343"/>
            <ac:spMk id="5" creationId="{FFDC6614-D96A-4A2E-B6E7-C82EA3E15A7E}"/>
          </ac:spMkLst>
        </pc:spChg>
      </pc:sldChg>
      <pc:sldChg chg="modSp mod modNotes">
        <pc:chgData name="Dong Chen" userId="d96fa5ec-4313-4be9-bcac-1adad9054fe4" providerId="ADAL" clId="{D29012F1-9332-4845-9470-7ED4457F892D}" dt="2025-01-16T20:42:17.482" v="188" actId="20577"/>
        <pc:sldMkLst>
          <pc:docMk/>
          <pc:sldMk cId="0" sldId="344"/>
        </pc:sldMkLst>
        <pc:spChg chg="mod">
          <ac:chgData name="Dong Chen" userId="d96fa5ec-4313-4be9-bcac-1adad9054fe4" providerId="ADAL" clId="{D29012F1-9332-4845-9470-7ED4457F892D}" dt="2025-01-14T19:18:02.530" v="0"/>
          <ac:spMkLst>
            <pc:docMk/>
            <pc:sldMk cId="0" sldId="344"/>
            <ac:spMk id="3" creationId="{00000000-0000-0000-0000-000000000000}"/>
          </ac:spMkLst>
        </pc:spChg>
        <pc:spChg chg="mod">
          <ac:chgData name="Dong Chen" userId="d96fa5ec-4313-4be9-bcac-1adad9054fe4" providerId="ADAL" clId="{D29012F1-9332-4845-9470-7ED4457F892D}" dt="2025-01-16T20:42:17.482" v="188" actId="20577"/>
          <ac:spMkLst>
            <pc:docMk/>
            <pc:sldMk cId="0" sldId="344"/>
            <ac:spMk id="4" creationId="{00000000-0000-0000-0000-000000000000}"/>
          </ac:spMkLst>
        </pc:spChg>
        <pc:picChg chg="mod">
          <ac:chgData name="Dong Chen" userId="d96fa5ec-4313-4be9-bcac-1adad9054fe4" providerId="ADAL" clId="{D29012F1-9332-4845-9470-7ED4457F892D}" dt="2025-01-14T19:18:02.530" v="0"/>
          <ac:picMkLst>
            <pc:docMk/>
            <pc:sldMk cId="0" sldId="344"/>
            <ac:picMk id="6" creationId="{00000000-0000-0000-0000-000000000000}"/>
          </ac:picMkLst>
        </pc:picChg>
      </pc:sldChg>
      <pc:sldChg chg="modSp modNotes">
        <pc:chgData name="Dong Chen" userId="d96fa5ec-4313-4be9-bcac-1adad9054fe4" providerId="ADAL" clId="{D29012F1-9332-4845-9470-7ED4457F892D}" dt="2025-01-14T19:18:02.530" v="0"/>
        <pc:sldMkLst>
          <pc:docMk/>
          <pc:sldMk cId="0" sldId="345"/>
        </pc:sldMkLst>
        <pc:spChg chg="mod">
          <ac:chgData name="Dong Chen" userId="d96fa5ec-4313-4be9-bcac-1adad9054fe4" providerId="ADAL" clId="{D29012F1-9332-4845-9470-7ED4457F892D}" dt="2025-01-14T19:18:02.530" v="0"/>
          <ac:spMkLst>
            <pc:docMk/>
            <pc:sldMk cId="0" sldId="345"/>
            <ac:spMk id="7" creationId="{00000000-0000-0000-0000-000000000000}"/>
          </ac:spMkLst>
        </pc:spChg>
        <pc:picChg chg="mod">
          <ac:chgData name="Dong Chen" userId="d96fa5ec-4313-4be9-bcac-1adad9054fe4" providerId="ADAL" clId="{D29012F1-9332-4845-9470-7ED4457F892D}" dt="2025-01-14T19:18:02.530" v="0"/>
          <ac:picMkLst>
            <pc:docMk/>
            <pc:sldMk cId="0" sldId="345"/>
            <ac:picMk id="6" creationId="{00000000-0000-0000-0000-000000000000}"/>
          </ac:picMkLst>
        </pc:picChg>
      </pc:sldChg>
      <pc:sldChg chg="modSp modNotes">
        <pc:chgData name="Dong Chen" userId="d96fa5ec-4313-4be9-bcac-1adad9054fe4" providerId="ADAL" clId="{D29012F1-9332-4845-9470-7ED4457F892D}" dt="2025-01-14T19:18:02.530" v="0"/>
        <pc:sldMkLst>
          <pc:docMk/>
          <pc:sldMk cId="0" sldId="355"/>
        </pc:sldMkLst>
        <pc:spChg chg="mod">
          <ac:chgData name="Dong Chen" userId="d96fa5ec-4313-4be9-bcac-1adad9054fe4" providerId="ADAL" clId="{D29012F1-9332-4845-9470-7ED4457F892D}" dt="2025-01-14T19:18:02.530" v="0"/>
          <ac:spMkLst>
            <pc:docMk/>
            <pc:sldMk cId="0" sldId="355"/>
            <ac:spMk id="5" creationId="{00000000-0000-0000-0000-000000000000}"/>
          </ac:spMkLst>
        </pc:spChg>
        <pc:spChg chg="mod">
          <ac:chgData name="Dong Chen" userId="d96fa5ec-4313-4be9-bcac-1adad9054fe4" providerId="ADAL" clId="{D29012F1-9332-4845-9470-7ED4457F892D}" dt="2025-01-14T19:18:02.530" v="0"/>
          <ac:spMkLst>
            <pc:docMk/>
            <pc:sldMk cId="0" sldId="355"/>
            <ac:spMk id="6" creationId="{00000000-0000-0000-0000-000000000000}"/>
          </ac:spMkLst>
        </pc:spChg>
        <pc:graphicFrameChg chg="mod">
          <ac:chgData name="Dong Chen" userId="d96fa5ec-4313-4be9-bcac-1adad9054fe4" providerId="ADAL" clId="{D29012F1-9332-4845-9470-7ED4457F892D}" dt="2025-01-14T19:18:02.530" v="0"/>
          <ac:graphicFrameMkLst>
            <pc:docMk/>
            <pc:sldMk cId="0" sldId="355"/>
            <ac:graphicFrameMk id="4" creationId="{00000000-0000-0000-0000-000000000000}"/>
          </ac:graphicFrameMkLst>
        </pc:graphicFrameChg>
        <pc:picChg chg="mod">
          <ac:chgData name="Dong Chen" userId="d96fa5ec-4313-4be9-bcac-1adad9054fe4" providerId="ADAL" clId="{D29012F1-9332-4845-9470-7ED4457F892D}" dt="2025-01-14T19:18:02.530" v="0"/>
          <ac:picMkLst>
            <pc:docMk/>
            <pc:sldMk cId="0" sldId="355"/>
            <ac:picMk id="7" creationId="{9E0949A3-1C9E-45A1-87E6-3E4A80E07590}"/>
          </ac:picMkLst>
        </pc:picChg>
      </pc:sldChg>
      <pc:sldChg chg="modSp modNotes">
        <pc:chgData name="Dong Chen" userId="d96fa5ec-4313-4be9-bcac-1adad9054fe4" providerId="ADAL" clId="{D29012F1-9332-4845-9470-7ED4457F892D}" dt="2025-01-14T19:18:02.530" v="0"/>
        <pc:sldMkLst>
          <pc:docMk/>
          <pc:sldMk cId="0" sldId="363"/>
        </pc:sldMkLst>
        <pc:spChg chg="mod">
          <ac:chgData name="Dong Chen" userId="d96fa5ec-4313-4be9-bcac-1adad9054fe4" providerId="ADAL" clId="{D29012F1-9332-4845-9470-7ED4457F892D}" dt="2025-01-14T19:18:02.530" v="0"/>
          <ac:spMkLst>
            <pc:docMk/>
            <pc:sldMk cId="0" sldId="363"/>
            <ac:spMk id="2" creationId="{00000000-0000-0000-0000-000000000000}"/>
          </ac:spMkLst>
        </pc:spChg>
        <pc:spChg chg="mod">
          <ac:chgData name="Dong Chen" userId="d96fa5ec-4313-4be9-bcac-1adad9054fe4" providerId="ADAL" clId="{D29012F1-9332-4845-9470-7ED4457F892D}" dt="2025-01-14T19:18:02.530" v="0"/>
          <ac:spMkLst>
            <pc:docMk/>
            <pc:sldMk cId="0" sldId="363"/>
            <ac:spMk id="3" creationId="{00000000-0000-0000-0000-000000000000}"/>
          </ac:spMkLst>
        </pc:spChg>
        <pc:picChg chg="mod">
          <ac:chgData name="Dong Chen" userId="d96fa5ec-4313-4be9-bcac-1adad9054fe4" providerId="ADAL" clId="{D29012F1-9332-4845-9470-7ED4457F892D}" dt="2025-01-14T19:18:02.530" v="0"/>
          <ac:picMkLst>
            <pc:docMk/>
            <pc:sldMk cId="0" sldId="363"/>
            <ac:picMk id="1026" creationId="{C8502173-1078-4A49-9799-825EA1A177EF}"/>
          </ac:picMkLst>
        </pc:picChg>
      </pc:sldChg>
      <pc:sldChg chg="modSp modNotes">
        <pc:chgData name="Dong Chen" userId="d96fa5ec-4313-4be9-bcac-1adad9054fe4" providerId="ADAL" clId="{D29012F1-9332-4845-9470-7ED4457F892D}" dt="2025-01-14T19:18:02.530" v="0"/>
        <pc:sldMkLst>
          <pc:docMk/>
          <pc:sldMk cId="0" sldId="364"/>
        </pc:sldMkLst>
        <pc:spChg chg="mod">
          <ac:chgData name="Dong Chen" userId="d96fa5ec-4313-4be9-bcac-1adad9054fe4" providerId="ADAL" clId="{D29012F1-9332-4845-9470-7ED4457F892D}" dt="2025-01-14T19:18:02.530" v="0"/>
          <ac:spMkLst>
            <pc:docMk/>
            <pc:sldMk cId="0" sldId="364"/>
            <ac:spMk id="6" creationId="{00000000-0000-0000-0000-000000000000}"/>
          </ac:spMkLst>
        </pc:spChg>
      </pc:sldChg>
      <pc:sldChg chg="modSp modNotes">
        <pc:chgData name="Dong Chen" userId="d96fa5ec-4313-4be9-bcac-1adad9054fe4" providerId="ADAL" clId="{D29012F1-9332-4845-9470-7ED4457F892D}" dt="2025-01-14T19:18:02.530" v="0"/>
        <pc:sldMkLst>
          <pc:docMk/>
          <pc:sldMk cId="0" sldId="365"/>
        </pc:sldMkLst>
        <pc:spChg chg="mod">
          <ac:chgData name="Dong Chen" userId="d96fa5ec-4313-4be9-bcac-1adad9054fe4" providerId="ADAL" clId="{D29012F1-9332-4845-9470-7ED4457F892D}" dt="2025-01-14T19:18:02.530" v="0"/>
          <ac:spMkLst>
            <pc:docMk/>
            <pc:sldMk cId="0" sldId="365"/>
            <ac:spMk id="8" creationId="{00000000-0000-0000-0000-000000000000}"/>
          </ac:spMkLst>
        </pc:spChg>
        <pc:picChg chg="mod">
          <ac:chgData name="Dong Chen" userId="d96fa5ec-4313-4be9-bcac-1adad9054fe4" providerId="ADAL" clId="{D29012F1-9332-4845-9470-7ED4457F892D}" dt="2025-01-14T19:18:02.530" v="0"/>
          <ac:picMkLst>
            <pc:docMk/>
            <pc:sldMk cId="0" sldId="365"/>
            <ac:picMk id="7" creationId="{00000000-0000-0000-0000-000000000000}"/>
          </ac:picMkLst>
        </pc:picChg>
      </pc:sldChg>
      <pc:sldChg chg="modSp modNotes">
        <pc:chgData name="Dong Chen" userId="d96fa5ec-4313-4be9-bcac-1adad9054fe4" providerId="ADAL" clId="{D29012F1-9332-4845-9470-7ED4457F892D}" dt="2025-01-14T19:18:02.530" v="0"/>
        <pc:sldMkLst>
          <pc:docMk/>
          <pc:sldMk cId="0" sldId="368"/>
        </pc:sldMkLst>
        <pc:spChg chg="mod">
          <ac:chgData name="Dong Chen" userId="d96fa5ec-4313-4be9-bcac-1adad9054fe4" providerId="ADAL" clId="{D29012F1-9332-4845-9470-7ED4457F892D}" dt="2025-01-14T19:18:02.530" v="0"/>
          <ac:spMkLst>
            <pc:docMk/>
            <pc:sldMk cId="0" sldId="368"/>
            <ac:spMk id="3" creationId="{00000000-0000-0000-0000-000000000000}"/>
          </ac:spMkLst>
        </pc:spChg>
        <pc:spChg chg="mod">
          <ac:chgData name="Dong Chen" userId="d96fa5ec-4313-4be9-bcac-1adad9054fe4" providerId="ADAL" clId="{D29012F1-9332-4845-9470-7ED4457F892D}" dt="2025-01-14T19:18:02.530" v="0"/>
          <ac:spMkLst>
            <pc:docMk/>
            <pc:sldMk cId="0" sldId="368"/>
            <ac:spMk id="4" creationId="{00000000-0000-0000-0000-000000000000}"/>
          </ac:spMkLst>
        </pc:spChg>
      </pc:sldChg>
      <pc:sldChg chg="modSp modNotes">
        <pc:chgData name="Dong Chen" userId="d96fa5ec-4313-4be9-bcac-1adad9054fe4" providerId="ADAL" clId="{D29012F1-9332-4845-9470-7ED4457F892D}" dt="2025-01-14T19:18:02.530" v="0"/>
        <pc:sldMkLst>
          <pc:docMk/>
          <pc:sldMk cId="0" sldId="376"/>
        </pc:sldMkLst>
        <pc:spChg chg="mod">
          <ac:chgData name="Dong Chen" userId="d96fa5ec-4313-4be9-bcac-1adad9054fe4" providerId="ADAL" clId="{D29012F1-9332-4845-9470-7ED4457F892D}" dt="2025-01-14T19:18:02.530" v="0"/>
          <ac:spMkLst>
            <pc:docMk/>
            <pc:sldMk cId="0" sldId="376"/>
            <ac:spMk id="3" creationId="{00000000-0000-0000-0000-000000000000}"/>
          </ac:spMkLst>
        </pc:spChg>
      </pc:sldChg>
      <pc:sldChg chg="modSp modNotes">
        <pc:chgData name="Dong Chen" userId="d96fa5ec-4313-4be9-bcac-1adad9054fe4" providerId="ADAL" clId="{D29012F1-9332-4845-9470-7ED4457F892D}" dt="2025-01-14T19:18:02.530" v="0"/>
        <pc:sldMkLst>
          <pc:docMk/>
          <pc:sldMk cId="0" sldId="377"/>
        </pc:sldMkLst>
        <pc:spChg chg="mod">
          <ac:chgData name="Dong Chen" userId="d96fa5ec-4313-4be9-bcac-1adad9054fe4" providerId="ADAL" clId="{D29012F1-9332-4845-9470-7ED4457F892D}" dt="2025-01-14T19:18:02.530" v="0"/>
          <ac:spMkLst>
            <pc:docMk/>
            <pc:sldMk cId="0" sldId="377"/>
            <ac:spMk id="2" creationId="{00000000-0000-0000-0000-000000000000}"/>
          </ac:spMkLst>
        </pc:spChg>
        <pc:spChg chg="mod">
          <ac:chgData name="Dong Chen" userId="d96fa5ec-4313-4be9-bcac-1adad9054fe4" providerId="ADAL" clId="{D29012F1-9332-4845-9470-7ED4457F892D}" dt="2025-01-14T19:18:02.530" v="0"/>
          <ac:spMkLst>
            <pc:docMk/>
            <pc:sldMk cId="0" sldId="377"/>
            <ac:spMk id="3" creationId="{00000000-0000-0000-0000-000000000000}"/>
          </ac:spMkLst>
        </pc:spChg>
      </pc:sldChg>
      <pc:sldChg chg="modSp modNotes">
        <pc:chgData name="Dong Chen" userId="d96fa5ec-4313-4be9-bcac-1adad9054fe4" providerId="ADAL" clId="{D29012F1-9332-4845-9470-7ED4457F892D}" dt="2025-01-14T19:18:02.530" v="0"/>
        <pc:sldMkLst>
          <pc:docMk/>
          <pc:sldMk cId="0" sldId="378"/>
        </pc:sldMkLst>
        <pc:spChg chg="mod">
          <ac:chgData name="Dong Chen" userId="d96fa5ec-4313-4be9-bcac-1adad9054fe4" providerId="ADAL" clId="{D29012F1-9332-4845-9470-7ED4457F892D}" dt="2025-01-14T19:18:02.530" v="0"/>
          <ac:spMkLst>
            <pc:docMk/>
            <pc:sldMk cId="0" sldId="378"/>
            <ac:spMk id="2" creationId="{00000000-0000-0000-0000-000000000000}"/>
          </ac:spMkLst>
        </pc:spChg>
        <pc:spChg chg="mod">
          <ac:chgData name="Dong Chen" userId="d96fa5ec-4313-4be9-bcac-1adad9054fe4" providerId="ADAL" clId="{D29012F1-9332-4845-9470-7ED4457F892D}" dt="2025-01-14T19:18:02.530" v="0"/>
          <ac:spMkLst>
            <pc:docMk/>
            <pc:sldMk cId="0" sldId="378"/>
            <ac:spMk id="3" creationId="{00000000-0000-0000-0000-000000000000}"/>
          </ac:spMkLst>
        </pc:spChg>
        <pc:picChg chg="mod">
          <ac:chgData name="Dong Chen" userId="d96fa5ec-4313-4be9-bcac-1adad9054fe4" providerId="ADAL" clId="{D29012F1-9332-4845-9470-7ED4457F892D}" dt="2025-01-14T19:18:02.530" v="0"/>
          <ac:picMkLst>
            <pc:docMk/>
            <pc:sldMk cId="0" sldId="378"/>
            <ac:picMk id="5" creationId="{00000000-0000-0000-0000-000000000000}"/>
          </ac:picMkLst>
        </pc:picChg>
      </pc:sldChg>
      <pc:sldChg chg="modSp modNotes">
        <pc:chgData name="Dong Chen" userId="d96fa5ec-4313-4be9-bcac-1adad9054fe4" providerId="ADAL" clId="{D29012F1-9332-4845-9470-7ED4457F892D}" dt="2025-01-14T19:18:02.530" v="0"/>
        <pc:sldMkLst>
          <pc:docMk/>
          <pc:sldMk cId="0" sldId="379"/>
        </pc:sldMkLst>
        <pc:spChg chg="mod">
          <ac:chgData name="Dong Chen" userId="d96fa5ec-4313-4be9-bcac-1adad9054fe4" providerId="ADAL" clId="{D29012F1-9332-4845-9470-7ED4457F892D}" dt="2025-01-14T19:18:02.530" v="0"/>
          <ac:spMkLst>
            <pc:docMk/>
            <pc:sldMk cId="0" sldId="379"/>
            <ac:spMk id="5" creationId="{00000000-0000-0000-0000-000000000000}"/>
          </ac:spMkLst>
        </pc:spChg>
        <pc:picChg chg="mod">
          <ac:chgData name="Dong Chen" userId="d96fa5ec-4313-4be9-bcac-1adad9054fe4" providerId="ADAL" clId="{D29012F1-9332-4845-9470-7ED4457F892D}" dt="2025-01-14T19:18:02.530" v="0"/>
          <ac:picMkLst>
            <pc:docMk/>
            <pc:sldMk cId="0" sldId="379"/>
            <ac:picMk id="4" creationId="{00000000-0000-0000-0000-000000000000}"/>
          </ac:picMkLst>
        </pc:picChg>
      </pc:sldChg>
      <pc:sldChg chg="modSp modNotes">
        <pc:chgData name="Dong Chen" userId="d96fa5ec-4313-4be9-bcac-1adad9054fe4" providerId="ADAL" clId="{D29012F1-9332-4845-9470-7ED4457F892D}" dt="2025-01-14T19:18:02.530" v="0"/>
        <pc:sldMkLst>
          <pc:docMk/>
          <pc:sldMk cId="0" sldId="380"/>
        </pc:sldMkLst>
        <pc:spChg chg="mod">
          <ac:chgData name="Dong Chen" userId="d96fa5ec-4313-4be9-bcac-1adad9054fe4" providerId="ADAL" clId="{D29012F1-9332-4845-9470-7ED4457F892D}" dt="2025-01-14T19:18:02.530" v="0"/>
          <ac:spMkLst>
            <pc:docMk/>
            <pc:sldMk cId="0" sldId="380"/>
            <ac:spMk id="5" creationId="{00000000-0000-0000-0000-000000000000}"/>
          </ac:spMkLst>
        </pc:spChg>
        <pc:picChg chg="mod">
          <ac:chgData name="Dong Chen" userId="d96fa5ec-4313-4be9-bcac-1adad9054fe4" providerId="ADAL" clId="{D29012F1-9332-4845-9470-7ED4457F892D}" dt="2025-01-14T19:18:02.530" v="0"/>
          <ac:picMkLst>
            <pc:docMk/>
            <pc:sldMk cId="0" sldId="380"/>
            <ac:picMk id="6" creationId="{00000000-0000-0000-0000-000000000000}"/>
          </ac:picMkLst>
        </pc:picChg>
      </pc:sldChg>
      <pc:sldChg chg="delSp modSp mod modNotes">
        <pc:chgData name="Dong Chen" userId="d96fa5ec-4313-4be9-bcac-1adad9054fe4" providerId="ADAL" clId="{D29012F1-9332-4845-9470-7ED4457F892D}" dt="2025-01-14T19:20:52.465" v="29" actId="478"/>
        <pc:sldMkLst>
          <pc:docMk/>
          <pc:sldMk cId="1777713976" sldId="390"/>
        </pc:sldMkLst>
        <pc:graphicFrameChg chg="mod">
          <ac:chgData name="Dong Chen" userId="d96fa5ec-4313-4be9-bcac-1adad9054fe4" providerId="ADAL" clId="{D29012F1-9332-4845-9470-7ED4457F892D}" dt="2025-01-14T19:18:02.530" v="0"/>
          <ac:graphicFrameMkLst>
            <pc:docMk/>
            <pc:sldMk cId="1777713976" sldId="390"/>
            <ac:graphicFrameMk id="5" creationId="{00000000-0000-0000-0000-000000000000}"/>
          </ac:graphicFrameMkLst>
        </pc:graphicFrameChg>
      </pc:sldChg>
      <pc:sldChg chg="modSp modNotes">
        <pc:chgData name="Dong Chen" userId="d96fa5ec-4313-4be9-bcac-1adad9054fe4" providerId="ADAL" clId="{D29012F1-9332-4845-9470-7ED4457F892D}" dt="2025-01-14T19:18:02.530" v="0"/>
        <pc:sldMkLst>
          <pc:docMk/>
          <pc:sldMk cId="3405626526" sldId="391"/>
        </pc:sldMkLst>
        <pc:spChg chg="mod">
          <ac:chgData name="Dong Chen" userId="d96fa5ec-4313-4be9-bcac-1adad9054fe4" providerId="ADAL" clId="{D29012F1-9332-4845-9470-7ED4457F892D}" dt="2025-01-14T19:18:02.530" v="0"/>
          <ac:spMkLst>
            <pc:docMk/>
            <pc:sldMk cId="3405626526" sldId="391"/>
            <ac:spMk id="6" creationId="{9F237410-6B3B-4C4A-BD87-E21775D01264}"/>
          </ac:spMkLst>
        </pc:spChg>
        <pc:spChg chg="mod">
          <ac:chgData name="Dong Chen" userId="d96fa5ec-4313-4be9-bcac-1adad9054fe4" providerId="ADAL" clId="{D29012F1-9332-4845-9470-7ED4457F892D}" dt="2025-01-14T19:18:02.530" v="0"/>
          <ac:spMkLst>
            <pc:docMk/>
            <pc:sldMk cId="3405626526" sldId="391"/>
            <ac:spMk id="7" creationId="{D40AD5A4-A854-4777-B137-0E376B66947E}"/>
          </ac:spMkLst>
        </pc:spChg>
        <pc:graphicFrameChg chg="mod">
          <ac:chgData name="Dong Chen" userId="d96fa5ec-4313-4be9-bcac-1adad9054fe4" providerId="ADAL" clId="{D29012F1-9332-4845-9470-7ED4457F892D}" dt="2025-01-14T19:18:02.530" v="0"/>
          <ac:graphicFrameMkLst>
            <pc:docMk/>
            <pc:sldMk cId="3405626526" sldId="391"/>
            <ac:graphicFrameMk id="5" creationId="{00000000-0000-0000-0000-000000000000}"/>
          </ac:graphicFrameMkLst>
        </pc:graphicFrameChg>
      </pc:sldChg>
      <pc:sldChg chg="modSp modNotes">
        <pc:chgData name="Dong Chen" userId="d96fa5ec-4313-4be9-bcac-1adad9054fe4" providerId="ADAL" clId="{D29012F1-9332-4845-9470-7ED4457F892D}" dt="2025-01-14T19:18:02.530" v="0"/>
        <pc:sldMkLst>
          <pc:docMk/>
          <pc:sldMk cId="3555331002" sldId="392"/>
        </pc:sldMkLst>
        <pc:graphicFrameChg chg="mod">
          <ac:chgData name="Dong Chen" userId="d96fa5ec-4313-4be9-bcac-1adad9054fe4" providerId="ADAL" clId="{D29012F1-9332-4845-9470-7ED4457F892D}" dt="2025-01-14T19:18:02.530" v="0"/>
          <ac:graphicFrameMkLst>
            <pc:docMk/>
            <pc:sldMk cId="3555331002" sldId="392"/>
            <ac:graphicFrameMk id="5" creationId="{00000000-0000-0000-0000-000000000000}"/>
          </ac:graphicFrameMkLst>
        </pc:graphicFrameChg>
      </pc:sldChg>
      <pc:sldChg chg="modSp modNotes">
        <pc:chgData name="Dong Chen" userId="d96fa5ec-4313-4be9-bcac-1adad9054fe4" providerId="ADAL" clId="{D29012F1-9332-4845-9470-7ED4457F892D}" dt="2025-01-14T19:18:02.530" v="0"/>
        <pc:sldMkLst>
          <pc:docMk/>
          <pc:sldMk cId="3911922470" sldId="393"/>
        </pc:sldMkLst>
        <pc:graphicFrameChg chg="mod">
          <ac:chgData name="Dong Chen" userId="d96fa5ec-4313-4be9-bcac-1adad9054fe4" providerId="ADAL" clId="{D29012F1-9332-4845-9470-7ED4457F892D}" dt="2025-01-14T19:18:02.530" v="0"/>
          <ac:graphicFrameMkLst>
            <pc:docMk/>
            <pc:sldMk cId="3911922470" sldId="393"/>
            <ac:graphicFrameMk id="5" creationId="{00000000-0000-0000-0000-000000000000}"/>
          </ac:graphicFrameMkLst>
        </pc:graphicFrameChg>
      </pc:sldChg>
      <pc:sldChg chg="modSp modNotes">
        <pc:chgData name="Dong Chen" userId="d96fa5ec-4313-4be9-bcac-1adad9054fe4" providerId="ADAL" clId="{D29012F1-9332-4845-9470-7ED4457F892D}" dt="2025-01-14T19:18:02.530" v="0"/>
        <pc:sldMkLst>
          <pc:docMk/>
          <pc:sldMk cId="2425233433" sldId="412"/>
        </pc:sldMkLst>
        <pc:spChg chg="mod">
          <ac:chgData name="Dong Chen" userId="d96fa5ec-4313-4be9-bcac-1adad9054fe4" providerId="ADAL" clId="{D29012F1-9332-4845-9470-7ED4457F892D}" dt="2025-01-14T19:18:02.530" v="0"/>
          <ac:spMkLst>
            <pc:docMk/>
            <pc:sldMk cId="2425233433" sldId="412"/>
            <ac:spMk id="9" creationId="{D46D0A9A-9B14-449A-A06A-57D4A7F3D6B4}"/>
          </ac:spMkLst>
        </pc:spChg>
        <pc:picChg chg="mod">
          <ac:chgData name="Dong Chen" userId="d96fa5ec-4313-4be9-bcac-1adad9054fe4" providerId="ADAL" clId="{D29012F1-9332-4845-9470-7ED4457F892D}" dt="2025-01-14T19:18:02.530" v="0"/>
          <ac:picMkLst>
            <pc:docMk/>
            <pc:sldMk cId="2425233433" sldId="412"/>
            <ac:picMk id="1026" creationId="{52FD0C46-A4D8-4AB8-8898-EF6D90716D88}"/>
          </ac:picMkLst>
        </pc:picChg>
      </pc:sldChg>
      <pc:sldChg chg="modSp modNotes">
        <pc:chgData name="Dong Chen" userId="d96fa5ec-4313-4be9-bcac-1adad9054fe4" providerId="ADAL" clId="{D29012F1-9332-4845-9470-7ED4457F892D}" dt="2025-01-14T19:18:02.530" v="0"/>
        <pc:sldMkLst>
          <pc:docMk/>
          <pc:sldMk cId="2267247482" sldId="415"/>
        </pc:sldMkLst>
        <pc:graphicFrameChg chg="mod">
          <ac:chgData name="Dong Chen" userId="d96fa5ec-4313-4be9-bcac-1adad9054fe4" providerId="ADAL" clId="{D29012F1-9332-4845-9470-7ED4457F892D}" dt="2025-01-14T19:18:02.530" v="0"/>
          <ac:graphicFrameMkLst>
            <pc:docMk/>
            <pc:sldMk cId="2267247482" sldId="415"/>
            <ac:graphicFrameMk id="6" creationId="{00000000-0000-0000-0000-000000000000}"/>
          </ac:graphicFrameMkLst>
        </pc:graphicFrameChg>
      </pc:sldChg>
      <pc:sldChg chg="modSp modNotes">
        <pc:chgData name="Dong Chen" userId="d96fa5ec-4313-4be9-bcac-1adad9054fe4" providerId="ADAL" clId="{D29012F1-9332-4845-9470-7ED4457F892D}" dt="2025-01-14T19:18:02.530" v="0"/>
        <pc:sldMkLst>
          <pc:docMk/>
          <pc:sldMk cId="0" sldId="416"/>
        </pc:sldMkLst>
        <pc:spChg chg="mod">
          <ac:chgData name="Dong Chen" userId="d96fa5ec-4313-4be9-bcac-1adad9054fe4" providerId="ADAL" clId="{D29012F1-9332-4845-9470-7ED4457F892D}" dt="2025-01-14T19:18:02.530" v="0"/>
          <ac:spMkLst>
            <pc:docMk/>
            <pc:sldMk cId="0" sldId="416"/>
            <ac:spMk id="3" creationId="{00000000-0000-0000-0000-000000000000}"/>
          </ac:spMkLst>
        </pc:spChg>
        <pc:graphicFrameChg chg="mod">
          <ac:chgData name="Dong Chen" userId="d96fa5ec-4313-4be9-bcac-1adad9054fe4" providerId="ADAL" clId="{D29012F1-9332-4845-9470-7ED4457F892D}" dt="2025-01-14T19:18:02.530" v="0"/>
          <ac:graphicFrameMkLst>
            <pc:docMk/>
            <pc:sldMk cId="0" sldId="416"/>
            <ac:graphicFrameMk id="5" creationId="{00000000-0000-0000-0000-000000000000}"/>
          </ac:graphicFrameMkLst>
        </pc:graphicFrameChg>
      </pc:sldChg>
      <pc:sldChg chg="modSp modNotes">
        <pc:chgData name="Dong Chen" userId="d96fa5ec-4313-4be9-bcac-1adad9054fe4" providerId="ADAL" clId="{D29012F1-9332-4845-9470-7ED4457F892D}" dt="2025-01-14T19:18:02.530" v="0"/>
        <pc:sldMkLst>
          <pc:docMk/>
          <pc:sldMk cId="0" sldId="417"/>
        </pc:sldMkLst>
        <pc:spChg chg="mod">
          <ac:chgData name="Dong Chen" userId="d96fa5ec-4313-4be9-bcac-1adad9054fe4" providerId="ADAL" clId="{D29012F1-9332-4845-9470-7ED4457F892D}" dt="2025-01-14T19:18:02.530" v="0"/>
          <ac:spMkLst>
            <pc:docMk/>
            <pc:sldMk cId="0" sldId="417"/>
            <ac:spMk id="4" creationId="{00000000-0000-0000-0000-000000000000}"/>
          </ac:spMkLst>
        </pc:spChg>
        <pc:graphicFrameChg chg="mod">
          <ac:chgData name="Dong Chen" userId="d96fa5ec-4313-4be9-bcac-1adad9054fe4" providerId="ADAL" clId="{D29012F1-9332-4845-9470-7ED4457F892D}" dt="2025-01-14T19:18:02.530" v="0"/>
          <ac:graphicFrameMkLst>
            <pc:docMk/>
            <pc:sldMk cId="0" sldId="417"/>
            <ac:graphicFrameMk id="5" creationId="{00000000-0000-0000-0000-000000000000}"/>
          </ac:graphicFrameMkLst>
        </pc:graphicFrameChg>
      </pc:sldChg>
      <pc:sldChg chg="modSp modNotes">
        <pc:chgData name="Dong Chen" userId="d96fa5ec-4313-4be9-bcac-1adad9054fe4" providerId="ADAL" clId="{D29012F1-9332-4845-9470-7ED4457F892D}" dt="2025-01-14T19:18:02.530" v="0"/>
        <pc:sldMkLst>
          <pc:docMk/>
          <pc:sldMk cId="0" sldId="418"/>
        </pc:sldMkLst>
        <pc:spChg chg="mod">
          <ac:chgData name="Dong Chen" userId="d96fa5ec-4313-4be9-bcac-1adad9054fe4" providerId="ADAL" clId="{D29012F1-9332-4845-9470-7ED4457F892D}" dt="2025-01-14T19:18:02.530" v="0"/>
          <ac:spMkLst>
            <pc:docMk/>
            <pc:sldMk cId="0" sldId="418"/>
            <ac:spMk id="2" creationId="{00000000-0000-0000-0000-000000000000}"/>
          </ac:spMkLst>
        </pc:spChg>
        <pc:spChg chg="mod">
          <ac:chgData name="Dong Chen" userId="d96fa5ec-4313-4be9-bcac-1adad9054fe4" providerId="ADAL" clId="{D29012F1-9332-4845-9470-7ED4457F892D}" dt="2025-01-14T19:18:02.530" v="0"/>
          <ac:spMkLst>
            <pc:docMk/>
            <pc:sldMk cId="0" sldId="418"/>
            <ac:spMk id="3" creationId="{00000000-0000-0000-0000-000000000000}"/>
          </ac:spMkLst>
        </pc:spChg>
        <pc:spChg chg="mod">
          <ac:chgData name="Dong Chen" userId="d96fa5ec-4313-4be9-bcac-1adad9054fe4" providerId="ADAL" clId="{D29012F1-9332-4845-9470-7ED4457F892D}" dt="2025-01-14T19:18:02.530" v="0"/>
          <ac:spMkLst>
            <pc:docMk/>
            <pc:sldMk cId="0" sldId="418"/>
            <ac:spMk id="4" creationId="{00000000-0000-0000-0000-000000000000}"/>
          </ac:spMkLst>
        </pc:spChg>
        <pc:spChg chg="mod">
          <ac:chgData name="Dong Chen" userId="d96fa5ec-4313-4be9-bcac-1adad9054fe4" providerId="ADAL" clId="{D29012F1-9332-4845-9470-7ED4457F892D}" dt="2025-01-14T19:18:02.530" v="0"/>
          <ac:spMkLst>
            <pc:docMk/>
            <pc:sldMk cId="0" sldId="418"/>
            <ac:spMk id="5" creationId="{00000000-0000-0000-0000-000000000000}"/>
          </ac:spMkLst>
        </pc:spChg>
        <pc:spChg chg="mod">
          <ac:chgData name="Dong Chen" userId="d96fa5ec-4313-4be9-bcac-1adad9054fe4" providerId="ADAL" clId="{D29012F1-9332-4845-9470-7ED4457F892D}" dt="2025-01-14T19:18:02.530" v="0"/>
          <ac:spMkLst>
            <pc:docMk/>
            <pc:sldMk cId="0" sldId="418"/>
            <ac:spMk id="6" creationId="{00000000-0000-0000-0000-000000000000}"/>
          </ac:spMkLst>
        </pc:spChg>
        <pc:spChg chg="mod">
          <ac:chgData name="Dong Chen" userId="d96fa5ec-4313-4be9-bcac-1adad9054fe4" providerId="ADAL" clId="{D29012F1-9332-4845-9470-7ED4457F892D}" dt="2025-01-14T19:18:02.530" v="0"/>
          <ac:spMkLst>
            <pc:docMk/>
            <pc:sldMk cId="0" sldId="418"/>
            <ac:spMk id="8" creationId="{EFD50F53-9959-CEF8-0B4E-91B105556380}"/>
          </ac:spMkLst>
        </pc:spChg>
        <pc:picChg chg="mod">
          <ac:chgData name="Dong Chen" userId="d96fa5ec-4313-4be9-bcac-1adad9054fe4" providerId="ADAL" clId="{D29012F1-9332-4845-9470-7ED4457F892D}" dt="2025-01-14T19:18:02.530" v="0"/>
          <ac:picMkLst>
            <pc:docMk/>
            <pc:sldMk cId="0" sldId="418"/>
            <ac:picMk id="9" creationId="{00000000-0000-0000-0000-000000000000}"/>
          </ac:picMkLst>
        </pc:picChg>
      </pc:sldChg>
      <pc:sldChg chg="modSp mod modNotes">
        <pc:chgData name="Dong Chen" userId="d96fa5ec-4313-4be9-bcac-1adad9054fe4" providerId="ADAL" clId="{D29012F1-9332-4845-9470-7ED4457F892D}" dt="2025-01-14T19:18:02.617" v="3" actId="27636"/>
        <pc:sldMkLst>
          <pc:docMk/>
          <pc:sldMk cId="0" sldId="419"/>
        </pc:sldMkLst>
        <pc:spChg chg="mod">
          <ac:chgData name="Dong Chen" userId="d96fa5ec-4313-4be9-bcac-1adad9054fe4" providerId="ADAL" clId="{D29012F1-9332-4845-9470-7ED4457F892D}" dt="2025-01-14T19:18:02.617" v="3" actId="27636"/>
          <ac:spMkLst>
            <pc:docMk/>
            <pc:sldMk cId="0" sldId="419"/>
            <ac:spMk id="5" creationId="{00000000-0000-0000-0000-000000000000}"/>
          </ac:spMkLst>
        </pc:spChg>
        <pc:picChg chg="mod">
          <ac:chgData name="Dong Chen" userId="d96fa5ec-4313-4be9-bcac-1adad9054fe4" providerId="ADAL" clId="{D29012F1-9332-4845-9470-7ED4457F892D}" dt="2025-01-14T19:18:02.530" v="0"/>
          <ac:picMkLst>
            <pc:docMk/>
            <pc:sldMk cId="0" sldId="419"/>
            <ac:picMk id="15" creationId="{00000000-0000-0000-0000-000000000000}"/>
          </ac:picMkLst>
        </pc:picChg>
      </pc:sldChg>
      <pc:sldChg chg="modSp modNotes">
        <pc:chgData name="Dong Chen" userId="d96fa5ec-4313-4be9-bcac-1adad9054fe4" providerId="ADAL" clId="{D29012F1-9332-4845-9470-7ED4457F892D}" dt="2025-01-14T19:18:02.530" v="0"/>
        <pc:sldMkLst>
          <pc:docMk/>
          <pc:sldMk cId="0" sldId="420"/>
        </pc:sldMkLst>
        <pc:spChg chg="mod">
          <ac:chgData name="Dong Chen" userId="d96fa5ec-4313-4be9-bcac-1adad9054fe4" providerId="ADAL" clId="{D29012F1-9332-4845-9470-7ED4457F892D}" dt="2025-01-14T19:18:02.530" v="0"/>
          <ac:spMkLst>
            <pc:docMk/>
            <pc:sldMk cId="0" sldId="420"/>
            <ac:spMk id="5" creationId="{00000000-0000-0000-0000-000000000000}"/>
          </ac:spMkLst>
        </pc:spChg>
        <pc:picChg chg="mod">
          <ac:chgData name="Dong Chen" userId="d96fa5ec-4313-4be9-bcac-1adad9054fe4" providerId="ADAL" clId="{D29012F1-9332-4845-9470-7ED4457F892D}" dt="2025-01-14T19:18:02.530" v="0"/>
          <ac:picMkLst>
            <pc:docMk/>
            <pc:sldMk cId="0" sldId="420"/>
            <ac:picMk id="7" creationId="{00000000-0000-0000-0000-000000000000}"/>
          </ac:picMkLst>
        </pc:picChg>
      </pc:sldChg>
      <pc:sldChg chg="modSp modNotes">
        <pc:chgData name="Dong Chen" userId="d96fa5ec-4313-4be9-bcac-1adad9054fe4" providerId="ADAL" clId="{D29012F1-9332-4845-9470-7ED4457F892D}" dt="2025-01-14T19:18:02.530" v="0"/>
        <pc:sldMkLst>
          <pc:docMk/>
          <pc:sldMk cId="0" sldId="421"/>
        </pc:sldMkLst>
        <pc:spChg chg="mod">
          <ac:chgData name="Dong Chen" userId="d96fa5ec-4313-4be9-bcac-1adad9054fe4" providerId="ADAL" clId="{D29012F1-9332-4845-9470-7ED4457F892D}" dt="2025-01-14T19:18:02.530" v="0"/>
          <ac:spMkLst>
            <pc:docMk/>
            <pc:sldMk cId="0" sldId="421"/>
            <ac:spMk id="5" creationId="{950DB392-6EC5-D98D-64ED-ABA2D14F056F}"/>
          </ac:spMkLst>
        </pc:spChg>
        <pc:graphicFrameChg chg="mod">
          <ac:chgData name="Dong Chen" userId="d96fa5ec-4313-4be9-bcac-1adad9054fe4" providerId="ADAL" clId="{D29012F1-9332-4845-9470-7ED4457F892D}" dt="2025-01-14T19:18:02.530" v="0"/>
          <ac:graphicFrameMkLst>
            <pc:docMk/>
            <pc:sldMk cId="0" sldId="421"/>
            <ac:graphicFrameMk id="6" creationId="{00000000-0000-0000-0000-000000000000}"/>
          </ac:graphicFrameMkLst>
        </pc:graphicFrameChg>
      </pc:sldChg>
      <pc:sldChg chg="modSp modNotes">
        <pc:chgData name="Dong Chen" userId="d96fa5ec-4313-4be9-bcac-1adad9054fe4" providerId="ADAL" clId="{D29012F1-9332-4845-9470-7ED4457F892D}" dt="2025-01-14T19:18:02.530" v="0"/>
        <pc:sldMkLst>
          <pc:docMk/>
          <pc:sldMk cId="0" sldId="422"/>
        </pc:sldMkLst>
        <pc:spChg chg="mod">
          <ac:chgData name="Dong Chen" userId="d96fa5ec-4313-4be9-bcac-1adad9054fe4" providerId="ADAL" clId="{D29012F1-9332-4845-9470-7ED4457F892D}" dt="2025-01-14T19:18:02.530" v="0"/>
          <ac:spMkLst>
            <pc:docMk/>
            <pc:sldMk cId="0" sldId="422"/>
            <ac:spMk id="3" creationId="{00000000-0000-0000-0000-000000000000}"/>
          </ac:spMkLst>
        </pc:spChg>
        <pc:spChg chg="mod">
          <ac:chgData name="Dong Chen" userId="d96fa5ec-4313-4be9-bcac-1adad9054fe4" providerId="ADAL" clId="{D29012F1-9332-4845-9470-7ED4457F892D}" dt="2025-01-14T19:18:02.530" v="0"/>
          <ac:spMkLst>
            <pc:docMk/>
            <pc:sldMk cId="0" sldId="422"/>
            <ac:spMk id="5" creationId="{E173B892-6BDA-6D38-6EE0-34C505B320E0}"/>
          </ac:spMkLst>
        </pc:spChg>
        <pc:picChg chg="mod">
          <ac:chgData name="Dong Chen" userId="d96fa5ec-4313-4be9-bcac-1adad9054fe4" providerId="ADAL" clId="{D29012F1-9332-4845-9470-7ED4457F892D}" dt="2025-01-14T19:18:02.530" v="0"/>
          <ac:picMkLst>
            <pc:docMk/>
            <pc:sldMk cId="0" sldId="422"/>
            <ac:picMk id="6" creationId="{390B065A-3CB3-4F8A-B136-964892A4E67F}"/>
          </ac:picMkLst>
        </pc:picChg>
      </pc:sldChg>
      <pc:sldChg chg="modSp modNotes">
        <pc:chgData name="Dong Chen" userId="d96fa5ec-4313-4be9-bcac-1adad9054fe4" providerId="ADAL" clId="{D29012F1-9332-4845-9470-7ED4457F892D}" dt="2025-01-14T19:18:02.530" v="0"/>
        <pc:sldMkLst>
          <pc:docMk/>
          <pc:sldMk cId="0" sldId="424"/>
        </pc:sldMkLst>
        <pc:spChg chg="mod">
          <ac:chgData name="Dong Chen" userId="d96fa5ec-4313-4be9-bcac-1adad9054fe4" providerId="ADAL" clId="{D29012F1-9332-4845-9470-7ED4457F892D}" dt="2025-01-14T19:18:02.530" v="0"/>
          <ac:spMkLst>
            <pc:docMk/>
            <pc:sldMk cId="0" sldId="424"/>
            <ac:spMk id="3" creationId="{00000000-0000-0000-0000-000000000000}"/>
          </ac:spMkLst>
        </pc:spChg>
        <pc:spChg chg="mod">
          <ac:chgData name="Dong Chen" userId="d96fa5ec-4313-4be9-bcac-1adad9054fe4" providerId="ADAL" clId="{D29012F1-9332-4845-9470-7ED4457F892D}" dt="2025-01-14T19:18:02.530" v="0"/>
          <ac:spMkLst>
            <pc:docMk/>
            <pc:sldMk cId="0" sldId="424"/>
            <ac:spMk id="5" creationId="{7088AC97-026F-AC73-2F84-4B65153F58C5}"/>
          </ac:spMkLst>
        </pc:spChg>
        <pc:spChg chg="mod">
          <ac:chgData name="Dong Chen" userId="d96fa5ec-4313-4be9-bcac-1adad9054fe4" providerId="ADAL" clId="{D29012F1-9332-4845-9470-7ED4457F892D}" dt="2025-01-14T19:18:02.530" v="0"/>
          <ac:spMkLst>
            <pc:docMk/>
            <pc:sldMk cId="0" sldId="424"/>
            <ac:spMk id="7" creationId="{471972D3-10F8-D400-181E-F5836A3D51E8}"/>
          </ac:spMkLst>
        </pc:spChg>
        <pc:picChg chg="mod">
          <ac:chgData name="Dong Chen" userId="d96fa5ec-4313-4be9-bcac-1adad9054fe4" providerId="ADAL" clId="{D29012F1-9332-4845-9470-7ED4457F892D}" dt="2025-01-14T19:18:02.530" v="0"/>
          <ac:picMkLst>
            <pc:docMk/>
            <pc:sldMk cId="0" sldId="424"/>
            <ac:picMk id="6" creationId="{1CCA0F5B-E118-4C3B-A8BE-6DCD255AF367}"/>
          </ac:picMkLst>
        </pc:picChg>
        <pc:picChg chg="mod">
          <ac:chgData name="Dong Chen" userId="d96fa5ec-4313-4be9-bcac-1adad9054fe4" providerId="ADAL" clId="{D29012F1-9332-4845-9470-7ED4457F892D}" dt="2025-01-14T19:18:02.530" v="0"/>
          <ac:picMkLst>
            <pc:docMk/>
            <pc:sldMk cId="0" sldId="424"/>
            <ac:picMk id="1026" creationId="{C4820D85-A51E-BCE5-19CF-6DDE6FF149A1}"/>
          </ac:picMkLst>
        </pc:picChg>
      </pc:sldChg>
      <pc:sldChg chg="modSp modNotes">
        <pc:chgData name="Dong Chen" userId="d96fa5ec-4313-4be9-bcac-1adad9054fe4" providerId="ADAL" clId="{D29012F1-9332-4845-9470-7ED4457F892D}" dt="2025-01-14T19:18:02.530" v="0"/>
        <pc:sldMkLst>
          <pc:docMk/>
          <pc:sldMk cId="0" sldId="427"/>
        </pc:sldMkLst>
        <pc:spChg chg="mod">
          <ac:chgData name="Dong Chen" userId="d96fa5ec-4313-4be9-bcac-1adad9054fe4" providerId="ADAL" clId="{D29012F1-9332-4845-9470-7ED4457F892D}" dt="2025-01-14T19:18:02.530" v="0"/>
          <ac:spMkLst>
            <pc:docMk/>
            <pc:sldMk cId="0" sldId="427"/>
            <ac:spMk id="3" creationId="{00000000-0000-0000-0000-000000000000}"/>
          </ac:spMkLst>
        </pc:spChg>
        <pc:graphicFrameChg chg="mod">
          <ac:chgData name="Dong Chen" userId="d96fa5ec-4313-4be9-bcac-1adad9054fe4" providerId="ADAL" clId="{D29012F1-9332-4845-9470-7ED4457F892D}" dt="2025-01-14T19:18:02.530" v="0"/>
          <ac:graphicFrameMkLst>
            <pc:docMk/>
            <pc:sldMk cId="0" sldId="427"/>
            <ac:graphicFrameMk id="4" creationId="{00000000-0000-0000-0000-000000000000}"/>
          </ac:graphicFrameMkLst>
        </pc:graphicFrameChg>
      </pc:sldChg>
      <pc:sldChg chg="modSp modNotes">
        <pc:chgData name="Dong Chen" userId="d96fa5ec-4313-4be9-bcac-1adad9054fe4" providerId="ADAL" clId="{D29012F1-9332-4845-9470-7ED4457F892D}" dt="2025-01-14T19:18:02.530" v="0"/>
        <pc:sldMkLst>
          <pc:docMk/>
          <pc:sldMk cId="0" sldId="428"/>
        </pc:sldMkLst>
        <pc:spChg chg="mod">
          <ac:chgData name="Dong Chen" userId="d96fa5ec-4313-4be9-bcac-1adad9054fe4" providerId="ADAL" clId="{D29012F1-9332-4845-9470-7ED4457F892D}" dt="2025-01-14T19:18:02.530" v="0"/>
          <ac:spMkLst>
            <pc:docMk/>
            <pc:sldMk cId="0" sldId="428"/>
            <ac:spMk id="3" creationId="{2C7D5F98-3218-385B-F692-65A0851AEFB7}"/>
          </ac:spMkLst>
        </pc:spChg>
        <pc:spChg chg="mod">
          <ac:chgData name="Dong Chen" userId="d96fa5ec-4313-4be9-bcac-1adad9054fe4" providerId="ADAL" clId="{D29012F1-9332-4845-9470-7ED4457F892D}" dt="2025-01-14T19:18:02.530" v="0"/>
          <ac:spMkLst>
            <pc:docMk/>
            <pc:sldMk cId="0" sldId="428"/>
            <ac:spMk id="7" creationId="{31C3749A-4369-3828-6C2F-F12DB004821E}"/>
          </ac:spMkLst>
        </pc:spChg>
        <pc:picChg chg="mod">
          <ac:chgData name="Dong Chen" userId="d96fa5ec-4313-4be9-bcac-1adad9054fe4" providerId="ADAL" clId="{D29012F1-9332-4845-9470-7ED4457F892D}" dt="2025-01-14T19:18:02.530" v="0"/>
          <ac:picMkLst>
            <pc:docMk/>
            <pc:sldMk cId="0" sldId="428"/>
            <ac:picMk id="5" creationId="{00000000-0000-0000-0000-000000000000}"/>
          </ac:picMkLst>
        </pc:picChg>
        <pc:cxnChg chg="mod">
          <ac:chgData name="Dong Chen" userId="d96fa5ec-4313-4be9-bcac-1adad9054fe4" providerId="ADAL" clId="{D29012F1-9332-4845-9470-7ED4457F892D}" dt="2025-01-14T19:18:02.530" v="0"/>
          <ac:cxnSpMkLst>
            <pc:docMk/>
            <pc:sldMk cId="0" sldId="428"/>
            <ac:cxnSpMk id="6" creationId="{26BD2523-80C6-F618-EB41-05C02A85452C}"/>
          </ac:cxnSpMkLst>
        </pc:cxnChg>
      </pc:sldChg>
      <pc:sldChg chg="modSp">
        <pc:chgData name="Dong Chen" userId="d96fa5ec-4313-4be9-bcac-1adad9054fe4" providerId="ADAL" clId="{D29012F1-9332-4845-9470-7ED4457F892D}" dt="2025-01-14T19:18:02.530" v="0"/>
        <pc:sldMkLst>
          <pc:docMk/>
          <pc:sldMk cId="1844868335" sldId="430"/>
        </pc:sldMkLst>
        <pc:spChg chg="mod">
          <ac:chgData name="Dong Chen" userId="d96fa5ec-4313-4be9-bcac-1adad9054fe4" providerId="ADAL" clId="{D29012F1-9332-4845-9470-7ED4457F892D}" dt="2025-01-14T19:18:02.530" v="0"/>
          <ac:spMkLst>
            <pc:docMk/>
            <pc:sldMk cId="1844868335" sldId="430"/>
            <ac:spMk id="8" creationId="{EE9B6D5B-1D7D-40AB-8903-24BA3B0A9A77}"/>
          </ac:spMkLst>
        </pc:spChg>
        <pc:spChg chg="mod">
          <ac:chgData name="Dong Chen" userId="d96fa5ec-4313-4be9-bcac-1adad9054fe4" providerId="ADAL" clId="{D29012F1-9332-4845-9470-7ED4457F892D}" dt="2025-01-14T19:18:02.530" v="0"/>
          <ac:spMkLst>
            <pc:docMk/>
            <pc:sldMk cId="1844868335" sldId="430"/>
            <ac:spMk id="9" creationId="{8650AE7F-1BC5-4903-A966-B9D223C715B8}"/>
          </ac:spMkLst>
        </pc:spChg>
      </pc:sldChg>
      <pc:sldChg chg="modSp modNotes">
        <pc:chgData name="Dong Chen" userId="d96fa5ec-4313-4be9-bcac-1adad9054fe4" providerId="ADAL" clId="{D29012F1-9332-4845-9470-7ED4457F892D}" dt="2025-01-14T19:18:02.530" v="0"/>
        <pc:sldMkLst>
          <pc:docMk/>
          <pc:sldMk cId="1757891955" sldId="431"/>
        </pc:sldMkLst>
        <pc:picChg chg="mod">
          <ac:chgData name="Dong Chen" userId="d96fa5ec-4313-4be9-bcac-1adad9054fe4" providerId="ADAL" clId="{D29012F1-9332-4845-9470-7ED4457F892D}" dt="2025-01-14T19:18:02.530" v="0"/>
          <ac:picMkLst>
            <pc:docMk/>
            <pc:sldMk cId="1757891955" sldId="431"/>
            <ac:picMk id="1026" creationId="{A4BCA412-751A-473E-8035-A92AC436ACC1}"/>
          </ac:picMkLst>
        </pc:picChg>
      </pc:sldChg>
      <pc:sldChg chg="modSp modNotes">
        <pc:chgData name="Dong Chen" userId="d96fa5ec-4313-4be9-bcac-1adad9054fe4" providerId="ADAL" clId="{D29012F1-9332-4845-9470-7ED4457F892D}" dt="2025-01-14T19:18:02.530" v="0"/>
        <pc:sldMkLst>
          <pc:docMk/>
          <pc:sldMk cId="4233674460" sldId="432"/>
        </pc:sldMkLst>
        <pc:spChg chg="mod">
          <ac:chgData name="Dong Chen" userId="d96fa5ec-4313-4be9-bcac-1adad9054fe4" providerId="ADAL" clId="{D29012F1-9332-4845-9470-7ED4457F892D}" dt="2025-01-14T19:18:02.530" v="0"/>
          <ac:spMkLst>
            <pc:docMk/>
            <pc:sldMk cId="4233674460" sldId="432"/>
            <ac:spMk id="3" creationId="{00000000-0000-0000-0000-000000000000}"/>
          </ac:spMkLst>
        </pc:spChg>
        <pc:spChg chg="mod">
          <ac:chgData name="Dong Chen" userId="d96fa5ec-4313-4be9-bcac-1adad9054fe4" providerId="ADAL" clId="{D29012F1-9332-4845-9470-7ED4457F892D}" dt="2025-01-14T19:18:02.530" v="0"/>
          <ac:spMkLst>
            <pc:docMk/>
            <pc:sldMk cId="4233674460" sldId="432"/>
            <ac:spMk id="4" creationId="{00000000-0000-0000-0000-000000000000}"/>
          </ac:spMkLst>
        </pc:spChg>
      </pc:sldChg>
      <pc:sldChg chg="modSp">
        <pc:chgData name="Dong Chen" userId="d96fa5ec-4313-4be9-bcac-1adad9054fe4" providerId="ADAL" clId="{D29012F1-9332-4845-9470-7ED4457F892D}" dt="2025-01-14T19:18:02.530" v="0"/>
        <pc:sldMkLst>
          <pc:docMk/>
          <pc:sldMk cId="1948324519" sldId="433"/>
        </pc:sldMkLst>
        <pc:picChg chg="mod">
          <ac:chgData name="Dong Chen" userId="d96fa5ec-4313-4be9-bcac-1adad9054fe4" providerId="ADAL" clId="{D29012F1-9332-4845-9470-7ED4457F892D}" dt="2025-01-14T19:18:02.530" v="0"/>
          <ac:picMkLst>
            <pc:docMk/>
            <pc:sldMk cId="1948324519" sldId="433"/>
            <ac:picMk id="4" creationId="{10BC2F01-1F2B-CAB4-9B76-68580C430052}"/>
          </ac:picMkLst>
        </pc:picChg>
      </pc:sldChg>
      <pc:sldChg chg="modSp">
        <pc:chgData name="Dong Chen" userId="d96fa5ec-4313-4be9-bcac-1adad9054fe4" providerId="ADAL" clId="{D29012F1-9332-4845-9470-7ED4457F892D}" dt="2025-01-14T19:18:02.530" v="0"/>
        <pc:sldMkLst>
          <pc:docMk/>
          <pc:sldMk cId="602777261" sldId="434"/>
        </pc:sldMkLst>
        <pc:picChg chg="mod">
          <ac:chgData name="Dong Chen" userId="d96fa5ec-4313-4be9-bcac-1adad9054fe4" providerId="ADAL" clId="{D29012F1-9332-4845-9470-7ED4457F892D}" dt="2025-01-14T19:18:02.530" v="0"/>
          <ac:picMkLst>
            <pc:docMk/>
            <pc:sldMk cId="602777261" sldId="434"/>
            <ac:picMk id="4" creationId="{D929461E-366E-2227-EA2B-30A0399922B9}"/>
          </ac:picMkLst>
        </pc:picChg>
      </pc:sldChg>
      <pc:sldChg chg="modSp mod ord">
        <pc:chgData name="Dong Chen" userId="d96fa5ec-4313-4be9-bcac-1adad9054fe4" providerId="ADAL" clId="{D29012F1-9332-4845-9470-7ED4457F892D}" dt="2025-01-16T20:39:48.854" v="182" actId="20578"/>
        <pc:sldMkLst>
          <pc:docMk/>
          <pc:sldMk cId="0" sldId="435"/>
        </pc:sldMkLst>
        <pc:spChg chg="mod">
          <ac:chgData name="Dong Chen" userId="d96fa5ec-4313-4be9-bcac-1adad9054fe4" providerId="ADAL" clId="{D29012F1-9332-4845-9470-7ED4457F892D}" dt="2025-01-16T01:43:53.738" v="38" actId="1076"/>
          <ac:spMkLst>
            <pc:docMk/>
            <pc:sldMk cId="0" sldId="435"/>
            <ac:spMk id="2" creationId="{28DE8B90-3D34-5311-D8B7-1C3120AD4A7A}"/>
          </ac:spMkLst>
        </pc:spChg>
        <pc:spChg chg="mod">
          <ac:chgData name="Dong Chen" userId="d96fa5ec-4313-4be9-bcac-1adad9054fe4" providerId="ADAL" clId="{D29012F1-9332-4845-9470-7ED4457F892D}" dt="2025-01-16T01:44:10.672" v="42" actId="1076"/>
          <ac:spMkLst>
            <pc:docMk/>
            <pc:sldMk cId="0" sldId="435"/>
            <ac:spMk id="31746" creationId="{03495C6B-FBA6-E54B-5E42-BF3114202528}"/>
          </ac:spMkLst>
        </pc:spChg>
        <pc:picChg chg="mod">
          <ac:chgData name="Dong Chen" userId="d96fa5ec-4313-4be9-bcac-1adad9054fe4" providerId="ADAL" clId="{D29012F1-9332-4845-9470-7ED4457F892D}" dt="2025-01-16T01:44:13.845" v="44" actId="14100"/>
          <ac:picMkLst>
            <pc:docMk/>
            <pc:sldMk cId="0" sldId="435"/>
            <ac:picMk id="31747" creationId="{7C490C55-EAA8-5CB4-76FE-2A80C3019EBA}"/>
          </ac:picMkLst>
        </pc:picChg>
      </pc:sldChg>
      <pc:sldChg chg="modSp mod ord modNotes">
        <pc:chgData name="Dong Chen" userId="d96fa5ec-4313-4be9-bcac-1adad9054fe4" providerId="ADAL" clId="{D29012F1-9332-4845-9470-7ED4457F892D}" dt="2025-01-16T20:42:02.509" v="187" actId="20578"/>
        <pc:sldMkLst>
          <pc:docMk/>
          <pc:sldMk cId="3931733304" sldId="436"/>
        </pc:sldMkLst>
        <pc:picChg chg="mod">
          <ac:chgData name="Dong Chen" userId="d96fa5ec-4313-4be9-bcac-1adad9054fe4" providerId="ADAL" clId="{D29012F1-9332-4845-9470-7ED4457F892D}" dt="2025-01-16T20:41:02.992" v="184" actId="1076"/>
          <ac:picMkLst>
            <pc:docMk/>
            <pc:sldMk cId="3931733304" sldId="436"/>
            <ac:picMk id="4" creationId="{4DB98C7A-3270-BDEC-AD42-C35AE58F0B67}"/>
          </ac:picMkLst>
        </pc:picChg>
      </pc:sldChg>
      <pc:sldChg chg="modSp mod modNotes">
        <pc:chgData name="Dong Chen" userId="d96fa5ec-4313-4be9-bcac-1adad9054fe4" providerId="ADAL" clId="{D29012F1-9332-4845-9470-7ED4457F892D}" dt="2025-01-16T20:43:39.853" v="195" actId="20577"/>
        <pc:sldMkLst>
          <pc:docMk/>
          <pc:sldMk cId="3701754952" sldId="437"/>
        </pc:sldMkLst>
        <pc:spChg chg="mod">
          <ac:chgData name="Dong Chen" userId="d96fa5ec-4313-4be9-bcac-1adad9054fe4" providerId="ADAL" clId="{D29012F1-9332-4845-9470-7ED4457F892D}" dt="2025-01-16T20:43:39.853" v="195" actId="20577"/>
          <ac:spMkLst>
            <pc:docMk/>
            <pc:sldMk cId="3701754952" sldId="437"/>
            <ac:spMk id="6" creationId="{1863692C-538C-D935-491B-C4059241840C}"/>
          </ac:spMkLst>
        </pc:spChg>
        <pc:picChg chg="mod">
          <ac:chgData name="Dong Chen" userId="d96fa5ec-4313-4be9-bcac-1adad9054fe4" providerId="ADAL" clId="{D29012F1-9332-4845-9470-7ED4457F892D}" dt="2025-01-14T19:18:02.530" v="0"/>
          <ac:picMkLst>
            <pc:docMk/>
            <pc:sldMk cId="3701754952" sldId="437"/>
            <ac:picMk id="5" creationId="{5500204E-64F5-F85E-4826-34077BC8244B}"/>
          </ac:picMkLst>
        </pc:picChg>
      </pc:sldChg>
      <pc:sldChg chg="modSp modNotes">
        <pc:chgData name="Dong Chen" userId="d96fa5ec-4313-4be9-bcac-1adad9054fe4" providerId="ADAL" clId="{D29012F1-9332-4845-9470-7ED4457F892D}" dt="2025-01-14T19:18:02.530" v="0"/>
        <pc:sldMkLst>
          <pc:docMk/>
          <pc:sldMk cId="2478045750" sldId="438"/>
        </pc:sldMkLst>
        <pc:spChg chg="mod">
          <ac:chgData name="Dong Chen" userId="d96fa5ec-4313-4be9-bcac-1adad9054fe4" providerId="ADAL" clId="{D29012F1-9332-4845-9470-7ED4457F892D}" dt="2025-01-14T19:18:02.530" v="0"/>
          <ac:spMkLst>
            <pc:docMk/>
            <pc:sldMk cId="2478045750" sldId="438"/>
            <ac:spMk id="4" creationId="{B184A067-FEE0-FA1A-21B7-1A504FFAB1EE}"/>
          </ac:spMkLst>
        </pc:spChg>
        <pc:spChg chg="mod">
          <ac:chgData name="Dong Chen" userId="d96fa5ec-4313-4be9-bcac-1adad9054fe4" providerId="ADAL" clId="{D29012F1-9332-4845-9470-7ED4457F892D}" dt="2025-01-14T19:18:02.530" v="0"/>
          <ac:spMkLst>
            <pc:docMk/>
            <pc:sldMk cId="2478045750" sldId="438"/>
            <ac:spMk id="6" creationId="{8C7A1B40-2932-6216-3F2C-33F67C0E905C}"/>
          </ac:spMkLst>
        </pc:spChg>
        <pc:spChg chg="mod">
          <ac:chgData name="Dong Chen" userId="d96fa5ec-4313-4be9-bcac-1adad9054fe4" providerId="ADAL" clId="{D29012F1-9332-4845-9470-7ED4457F892D}" dt="2025-01-14T19:18:02.530" v="0"/>
          <ac:spMkLst>
            <pc:docMk/>
            <pc:sldMk cId="2478045750" sldId="438"/>
            <ac:spMk id="8" creationId="{5FA8F495-650C-C1C4-A22F-CEEF7EA7C1BD}"/>
          </ac:spMkLst>
        </pc:spChg>
        <pc:spChg chg="mod">
          <ac:chgData name="Dong Chen" userId="d96fa5ec-4313-4be9-bcac-1adad9054fe4" providerId="ADAL" clId="{D29012F1-9332-4845-9470-7ED4457F892D}" dt="2025-01-14T19:18:02.530" v="0"/>
          <ac:spMkLst>
            <pc:docMk/>
            <pc:sldMk cId="2478045750" sldId="438"/>
            <ac:spMk id="9" creationId="{2AB69657-C636-C5F4-B2DF-50CDC13F6A0D}"/>
          </ac:spMkLst>
        </pc:spChg>
        <pc:spChg chg="mod">
          <ac:chgData name="Dong Chen" userId="d96fa5ec-4313-4be9-bcac-1adad9054fe4" providerId="ADAL" clId="{D29012F1-9332-4845-9470-7ED4457F892D}" dt="2025-01-14T19:18:02.530" v="0"/>
          <ac:spMkLst>
            <pc:docMk/>
            <pc:sldMk cId="2478045750" sldId="438"/>
            <ac:spMk id="10" creationId="{A5A2DB7D-7954-89DC-9B85-C2AB9D3B13BB}"/>
          </ac:spMkLst>
        </pc:spChg>
        <pc:spChg chg="mod">
          <ac:chgData name="Dong Chen" userId="d96fa5ec-4313-4be9-bcac-1adad9054fe4" providerId="ADAL" clId="{D29012F1-9332-4845-9470-7ED4457F892D}" dt="2025-01-14T19:18:02.530" v="0"/>
          <ac:spMkLst>
            <pc:docMk/>
            <pc:sldMk cId="2478045750" sldId="438"/>
            <ac:spMk id="11" creationId="{BB260405-5BEF-F0DB-AE82-DECB1ECB1FA4}"/>
          </ac:spMkLst>
        </pc:spChg>
        <pc:spChg chg="mod">
          <ac:chgData name="Dong Chen" userId="d96fa5ec-4313-4be9-bcac-1adad9054fe4" providerId="ADAL" clId="{D29012F1-9332-4845-9470-7ED4457F892D}" dt="2025-01-14T19:18:02.530" v="0"/>
          <ac:spMkLst>
            <pc:docMk/>
            <pc:sldMk cId="2478045750" sldId="438"/>
            <ac:spMk id="12" creationId="{684FA761-DBFE-84A5-4646-C5CC548BA77A}"/>
          </ac:spMkLst>
        </pc:spChg>
        <pc:spChg chg="mod">
          <ac:chgData name="Dong Chen" userId="d96fa5ec-4313-4be9-bcac-1adad9054fe4" providerId="ADAL" clId="{D29012F1-9332-4845-9470-7ED4457F892D}" dt="2025-01-14T19:18:02.530" v="0"/>
          <ac:spMkLst>
            <pc:docMk/>
            <pc:sldMk cId="2478045750" sldId="438"/>
            <ac:spMk id="13" creationId="{D979F633-B34C-B973-689D-913CB6911EDE}"/>
          </ac:spMkLst>
        </pc:spChg>
        <pc:spChg chg="mod">
          <ac:chgData name="Dong Chen" userId="d96fa5ec-4313-4be9-bcac-1adad9054fe4" providerId="ADAL" clId="{D29012F1-9332-4845-9470-7ED4457F892D}" dt="2025-01-14T19:18:02.530" v="0"/>
          <ac:spMkLst>
            <pc:docMk/>
            <pc:sldMk cId="2478045750" sldId="438"/>
            <ac:spMk id="14" creationId="{DD136100-B1DA-17E3-D59B-333358346183}"/>
          </ac:spMkLst>
        </pc:spChg>
        <pc:spChg chg="mod">
          <ac:chgData name="Dong Chen" userId="d96fa5ec-4313-4be9-bcac-1adad9054fe4" providerId="ADAL" clId="{D29012F1-9332-4845-9470-7ED4457F892D}" dt="2025-01-14T19:18:02.530" v="0"/>
          <ac:spMkLst>
            <pc:docMk/>
            <pc:sldMk cId="2478045750" sldId="438"/>
            <ac:spMk id="15" creationId="{154BF6EF-66A7-E216-374A-E5C71D221879}"/>
          </ac:spMkLst>
        </pc:spChg>
      </pc:sldChg>
      <pc:sldChg chg="modSp del">
        <pc:chgData name="Dong Chen" userId="d96fa5ec-4313-4be9-bcac-1adad9054fe4" providerId="ADAL" clId="{D29012F1-9332-4845-9470-7ED4457F892D}" dt="2025-01-16T20:46:13.897" v="196" actId="2696"/>
        <pc:sldMkLst>
          <pc:docMk/>
          <pc:sldMk cId="2524053046" sldId="439"/>
        </pc:sldMkLst>
      </pc:sldChg>
      <pc:sldChg chg="add">
        <pc:chgData name="Dong Chen" userId="d96fa5ec-4313-4be9-bcac-1adad9054fe4" providerId="ADAL" clId="{D29012F1-9332-4845-9470-7ED4457F892D}" dt="2025-01-16T20:46:19.356" v="197"/>
        <pc:sldMkLst>
          <pc:docMk/>
          <pc:sldMk cId="2837916327" sldId="439"/>
        </pc:sldMkLst>
      </pc:sldChg>
      <pc:sldChg chg="modSp del">
        <pc:chgData name="Dong Chen" userId="d96fa5ec-4313-4be9-bcac-1adad9054fe4" providerId="ADAL" clId="{D29012F1-9332-4845-9470-7ED4457F892D}" dt="2025-01-16T20:46:13.897" v="196" actId="2696"/>
        <pc:sldMkLst>
          <pc:docMk/>
          <pc:sldMk cId="1436376108" sldId="440"/>
        </pc:sldMkLst>
      </pc:sldChg>
      <pc:sldChg chg="add">
        <pc:chgData name="Dong Chen" userId="d96fa5ec-4313-4be9-bcac-1adad9054fe4" providerId="ADAL" clId="{D29012F1-9332-4845-9470-7ED4457F892D}" dt="2025-01-16T20:46:19.356" v="197"/>
        <pc:sldMkLst>
          <pc:docMk/>
          <pc:sldMk cId="3880170170" sldId="440"/>
        </pc:sldMkLst>
      </pc:sldChg>
      <pc:sldChg chg="modSp del modNotes">
        <pc:chgData name="Dong Chen" userId="d96fa5ec-4313-4be9-bcac-1adad9054fe4" providerId="ADAL" clId="{D29012F1-9332-4845-9470-7ED4457F892D}" dt="2025-01-16T20:46:13.897" v="196" actId="2696"/>
        <pc:sldMkLst>
          <pc:docMk/>
          <pc:sldMk cId="585200111" sldId="441"/>
        </pc:sldMkLst>
      </pc:sldChg>
      <pc:sldChg chg="add">
        <pc:chgData name="Dong Chen" userId="d96fa5ec-4313-4be9-bcac-1adad9054fe4" providerId="ADAL" clId="{D29012F1-9332-4845-9470-7ED4457F892D}" dt="2025-01-16T20:46:19.356" v="197"/>
        <pc:sldMkLst>
          <pc:docMk/>
          <pc:sldMk cId="978418268" sldId="441"/>
        </pc:sldMkLst>
      </pc:sldChg>
      <pc:sldChg chg="modSp modNotes">
        <pc:chgData name="Dong Chen" userId="d96fa5ec-4313-4be9-bcac-1adad9054fe4" providerId="ADAL" clId="{D29012F1-9332-4845-9470-7ED4457F892D}" dt="2025-01-14T19:18:02.530" v="0"/>
        <pc:sldMkLst>
          <pc:docMk/>
          <pc:sldMk cId="1015295769" sldId="442"/>
        </pc:sldMkLst>
        <pc:spChg chg="mod">
          <ac:chgData name="Dong Chen" userId="d96fa5ec-4313-4be9-bcac-1adad9054fe4" providerId="ADAL" clId="{D29012F1-9332-4845-9470-7ED4457F892D}" dt="2025-01-14T19:18:02.530" v="0"/>
          <ac:spMkLst>
            <pc:docMk/>
            <pc:sldMk cId="1015295769" sldId="442"/>
            <ac:spMk id="5" creationId="{0C84B214-87B9-A6AA-E6E9-0DD1AF7B3F7D}"/>
          </ac:spMkLst>
        </pc:spChg>
        <pc:graphicFrameChg chg="mod">
          <ac:chgData name="Dong Chen" userId="d96fa5ec-4313-4be9-bcac-1adad9054fe4" providerId="ADAL" clId="{D29012F1-9332-4845-9470-7ED4457F892D}" dt="2025-01-14T19:18:02.530" v="0"/>
          <ac:graphicFrameMkLst>
            <pc:docMk/>
            <pc:sldMk cId="1015295769" sldId="442"/>
            <ac:graphicFrameMk id="6" creationId="{9C85D02F-FC24-921E-4EF0-48A97B541CCC}"/>
          </ac:graphicFrameMkLst>
        </pc:graphicFrameChg>
      </pc:sldChg>
      <pc:sldChg chg="modSp modNotes">
        <pc:chgData name="Dong Chen" userId="d96fa5ec-4313-4be9-bcac-1adad9054fe4" providerId="ADAL" clId="{D29012F1-9332-4845-9470-7ED4457F892D}" dt="2025-01-14T19:18:02.530" v="0"/>
        <pc:sldMkLst>
          <pc:docMk/>
          <pc:sldMk cId="756566070" sldId="443"/>
        </pc:sldMkLst>
        <pc:spChg chg="mod">
          <ac:chgData name="Dong Chen" userId="d96fa5ec-4313-4be9-bcac-1adad9054fe4" providerId="ADAL" clId="{D29012F1-9332-4845-9470-7ED4457F892D}" dt="2025-01-14T19:18:02.530" v="0"/>
          <ac:spMkLst>
            <pc:docMk/>
            <pc:sldMk cId="756566070" sldId="443"/>
            <ac:spMk id="5" creationId="{20DA24D3-821D-8E58-14C3-927C7EA5B833}"/>
          </ac:spMkLst>
        </pc:spChg>
        <pc:graphicFrameChg chg="mod">
          <ac:chgData name="Dong Chen" userId="d96fa5ec-4313-4be9-bcac-1adad9054fe4" providerId="ADAL" clId="{D29012F1-9332-4845-9470-7ED4457F892D}" dt="2025-01-14T19:18:02.530" v="0"/>
          <ac:graphicFrameMkLst>
            <pc:docMk/>
            <pc:sldMk cId="756566070" sldId="443"/>
            <ac:graphicFrameMk id="6" creationId="{90BBDF0A-410D-061B-DB08-A3C0F06BD3CD}"/>
          </ac:graphicFrameMkLst>
        </pc:graphicFrameChg>
      </pc:sldChg>
      <pc:sldChg chg="modSp modNotes">
        <pc:chgData name="Dong Chen" userId="d96fa5ec-4313-4be9-bcac-1adad9054fe4" providerId="ADAL" clId="{D29012F1-9332-4845-9470-7ED4457F892D}" dt="2025-01-14T19:18:02.530" v="0"/>
        <pc:sldMkLst>
          <pc:docMk/>
          <pc:sldMk cId="3016034042" sldId="444"/>
        </pc:sldMkLst>
        <pc:spChg chg="mod">
          <ac:chgData name="Dong Chen" userId="d96fa5ec-4313-4be9-bcac-1adad9054fe4" providerId="ADAL" clId="{D29012F1-9332-4845-9470-7ED4457F892D}" dt="2025-01-14T19:18:02.530" v="0"/>
          <ac:spMkLst>
            <pc:docMk/>
            <pc:sldMk cId="3016034042" sldId="444"/>
            <ac:spMk id="5" creationId="{FFE6FD81-FA05-0B1D-C2C9-7032986E705A}"/>
          </ac:spMkLst>
        </pc:spChg>
        <pc:graphicFrameChg chg="mod">
          <ac:chgData name="Dong Chen" userId="d96fa5ec-4313-4be9-bcac-1adad9054fe4" providerId="ADAL" clId="{D29012F1-9332-4845-9470-7ED4457F892D}" dt="2025-01-14T19:18:02.530" v="0"/>
          <ac:graphicFrameMkLst>
            <pc:docMk/>
            <pc:sldMk cId="3016034042" sldId="444"/>
            <ac:graphicFrameMk id="6" creationId="{6BB9748E-4A56-E235-583C-553A78103E43}"/>
          </ac:graphicFrameMkLst>
        </pc:graphicFrameChg>
      </pc:sldChg>
      <pc:sldChg chg="modSp modNotes">
        <pc:chgData name="Dong Chen" userId="d96fa5ec-4313-4be9-bcac-1adad9054fe4" providerId="ADAL" clId="{D29012F1-9332-4845-9470-7ED4457F892D}" dt="2025-01-14T19:18:02.530" v="0"/>
        <pc:sldMkLst>
          <pc:docMk/>
          <pc:sldMk cId="3083185011" sldId="445"/>
        </pc:sldMkLst>
        <pc:spChg chg="mod">
          <ac:chgData name="Dong Chen" userId="d96fa5ec-4313-4be9-bcac-1adad9054fe4" providerId="ADAL" clId="{D29012F1-9332-4845-9470-7ED4457F892D}" dt="2025-01-14T19:18:02.530" v="0"/>
          <ac:spMkLst>
            <pc:docMk/>
            <pc:sldMk cId="3083185011" sldId="445"/>
            <ac:spMk id="5" creationId="{BC77C47D-14CE-FC68-2590-1202481A5219}"/>
          </ac:spMkLst>
        </pc:spChg>
        <pc:graphicFrameChg chg="mod">
          <ac:chgData name="Dong Chen" userId="d96fa5ec-4313-4be9-bcac-1adad9054fe4" providerId="ADAL" clId="{D29012F1-9332-4845-9470-7ED4457F892D}" dt="2025-01-14T19:18:02.530" v="0"/>
          <ac:graphicFrameMkLst>
            <pc:docMk/>
            <pc:sldMk cId="3083185011" sldId="445"/>
            <ac:graphicFrameMk id="6" creationId="{B0EB3A42-F109-9775-BF11-ECBE42F919D2}"/>
          </ac:graphicFrameMkLst>
        </pc:graphicFrameChg>
      </pc:sldChg>
      <pc:sldChg chg="modSp modNotes">
        <pc:chgData name="Dong Chen" userId="d96fa5ec-4313-4be9-bcac-1adad9054fe4" providerId="ADAL" clId="{D29012F1-9332-4845-9470-7ED4457F892D}" dt="2025-01-14T19:18:02.530" v="0"/>
        <pc:sldMkLst>
          <pc:docMk/>
          <pc:sldMk cId="407210809" sldId="446"/>
        </pc:sldMkLst>
        <pc:spChg chg="mod">
          <ac:chgData name="Dong Chen" userId="d96fa5ec-4313-4be9-bcac-1adad9054fe4" providerId="ADAL" clId="{D29012F1-9332-4845-9470-7ED4457F892D}" dt="2025-01-14T19:18:02.530" v="0"/>
          <ac:spMkLst>
            <pc:docMk/>
            <pc:sldMk cId="407210809" sldId="446"/>
            <ac:spMk id="3" creationId="{BD6FC033-76AB-2F90-AA9D-E26B5961F810}"/>
          </ac:spMkLst>
        </pc:spChg>
        <pc:picChg chg="mod">
          <ac:chgData name="Dong Chen" userId="d96fa5ec-4313-4be9-bcac-1adad9054fe4" providerId="ADAL" clId="{D29012F1-9332-4845-9470-7ED4457F892D}" dt="2025-01-14T19:18:02.530" v="0"/>
          <ac:picMkLst>
            <pc:docMk/>
            <pc:sldMk cId="407210809" sldId="446"/>
            <ac:picMk id="5" creationId="{C9D7A4CA-1330-851D-E4C2-CCE20D441A33}"/>
          </ac:picMkLst>
        </pc:picChg>
      </pc:sldChg>
      <pc:sldChg chg="add del">
        <pc:chgData name="Dong Chen" userId="d96fa5ec-4313-4be9-bcac-1adad9054fe4" providerId="ADAL" clId="{D29012F1-9332-4845-9470-7ED4457F892D}" dt="2025-01-16T20:41:12.814" v="186" actId="2696"/>
        <pc:sldMkLst>
          <pc:docMk/>
          <pc:sldMk cId="1780714318" sldId="447"/>
        </pc:sldMkLst>
      </pc:sldChg>
      <pc:sldMasterChg chg="modSp modSldLayout">
        <pc:chgData name="Dong Chen" userId="d96fa5ec-4313-4be9-bcac-1adad9054fe4" providerId="ADAL" clId="{D29012F1-9332-4845-9470-7ED4457F892D}" dt="2025-01-14T19:18:02.530" v="0"/>
        <pc:sldMasterMkLst>
          <pc:docMk/>
          <pc:sldMasterMk cId="2185202967" sldId="2147483756"/>
        </pc:sldMasterMkLst>
        <pc:spChg chg="mod">
          <ac:chgData name="Dong Chen" userId="d96fa5ec-4313-4be9-bcac-1adad9054fe4" providerId="ADAL" clId="{D29012F1-9332-4845-9470-7ED4457F892D}" dt="2025-01-14T19:18:02.530" v="0"/>
          <ac:spMkLst>
            <pc:docMk/>
            <pc:sldMasterMk cId="2185202967" sldId="2147483756"/>
            <ac:spMk id="2" creationId="{00000000-0000-0000-0000-000000000000}"/>
          </ac:spMkLst>
        </pc:spChg>
        <pc:spChg chg="mod">
          <ac:chgData name="Dong Chen" userId="d96fa5ec-4313-4be9-bcac-1adad9054fe4" providerId="ADAL" clId="{D29012F1-9332-4845-9470-7ED4457F892D}" dt="2025-01-14T19:18:02.530" v="0"/>
          <ac:spMkLst>
            <pc:docMk/>
            <pc:sldMasterMk cId="2185202967" sldId="2147483756"/>
            <ac:spMk id="3" creationId="{00000000-0000-0000-0000-000000000000}"/>
          </ac:spMkLst>
        </pc:spChg>
        <pc:spChg chg="mod">
          <ac:chgData name="Dong Chen" userId="d96fa5ec-4313-4be9-bcac-1adad9054fe4" providerId="ADAL" clId="{D29012F1-9332-4845-9470-7ED4457F892D}" dt="2025-01-14T19:18:02.530" v="0"/>
          <ac:spMkLst>
            <pc:docMk/>
            <pc:sldMasterMk cId="2185202967" sldId="2147483756"/>
            <ac:spMk id="4" creationId="{00000000-0000-0000-0000-000000000000}"/>
          </ac:spMkLst>
        </pc:spChg>
        <pc:spChg chg="mod">
          <ac:chgData name="Dong Chen" userId="d96fa5ec-4313-4be9-bcac-1adad9054fe4" providerId="ADAL" clId="{D29012F1-9332-4845-9470-7ED4457F892D}" dt="2025-01-14T19:18:02.530" v="0"/>
          <ac:spMkLst>
            <pc:docMk/>
            <pc:sldMasterMk cId="2185202967" sldId="2147483756"/>
            <ac:spMk id="5" creationId="{00000000-0000-0000-0000-000000000000}"/>
          </ac:spMkLst>
        </pc:spChg>
        <pc:spChg chg="mod">
          <ac:chgData name="Dong Chen" userId="d96fa5ec-4313-4be9-bcac-1adad9054fe4" providerId="ADAL" clId="{D29012F1-9332-4845-9470-7ED4457F892D}" dt="2025-01-14T19:18:02.530" v="0"/>
          <ac:spMkLst>
            <pc:docMk/>
            <pc:sldMasterMk cId="2185202967" sldId="2147483756"/>
            <ac:spMk id="6" creationId="{00000000-0000-0000-0000-000000000000}"/>
          </ac:spMkLst>
        </pc:spChg>
        <pc:spChg chg="mod">
          <ac:chgData name="Dong Chen" userId="d96fa5ec-4313-4be9-bcac-1adad9054fe4" providerId="ADAL" clId="{D29012F1-9332-4845-9470-7ED4457F892D}" dt="2025-01-14T19:18:02.530" v="0"/>
          <ac:spMkLst>
            <pc:docMk/>
            <pc:sldMasterMk cId="2185202967" sldId="2147483756"/>
            <ac:spMk id="10" creationId="{00000000-0000-0000-0000-000000000000}"/>
          </ac:spMkLst>
        </pc:spChg>
        <pc:sldLayoutChg chg="modSp">
          <pc:chgData name="Dong Chen" userId="d96fa5ec-4313-4be9-bcac-1adad9054fe4" providerId="ADAL" clId="{D29012F1-9332-4845-9470-7ED4457F892D}" dt="2025-01-14T19:18:02.530" v="0"/>
          <pc:sldLayoutMkLst>
            <pc:docMk/>
            <pc:sldMasterMk cId="2185202967" sldId="2147483756"/>
            <pc:sldLayoutMk cId="0" sldId="2147483745"/>
          </pc:sldLayoutMkLst>
          <pc:spChg chg="mod">
            <ac:chgData name="Dong Chen" userId="d96fa5ec-4313-4be9-bcac-1adad9054fe4" providerId="ADAL" clId="{D29012F1-9332-4845-9470-7ED4457F892D}" dt="2025-01-14T19:18:02.530" v="0"/>
            <ac:spMkLst>
              <pc:docMk/>
              <pc:sldMasterMk cId="2185202967" sldId="2147483756"/>
              <pc:sldLayoutMk cId="0" sldId="2147483745"/>
              <ac:spMk id="3" creationId="{00000000-0000-0000-0000-000000000000}"/>
            </ac:spMkLst>
          </pc:spChg>
          <pc:spChg chg="mod">
            <ac:chgData name="Dong Chen" userId="d96fa5ec-4313-4be9-bcac-1adad9054fe4" providerId="ADAL" clId="{D29012F1-9332-4845-9470-7ED4457F892D}" dt="2025-01-14T19:18:02.530" v="0"/>
            <ac:spMkLst>
              <pc:docMk/>
              <pc:sldMasterMk cId="2185202967" sldId="2147483756"/>
              <pc:sldLayoutMk cId="0" sldId="2147483745"/>
              <ac:spMk id="4" creationId="{00000000-0000-0000-0000-000000000000}"/>
            </ac:spMkLst>
          </pc:spChg>
        </pc:sldLayoutChg>
        <pc:sldLayoutChg chg="modSp">
          <pc:chgData name="Dong Chen" userId="d96fa5ec-4313-4be9-bcac-1adad9054fe4" providerId="ADAL" clId="{D29012F1-9332-4845-9470-7ED4457F892D}" dt="2025-01-14T19:18:02.530" v="0"/>
          <pc:sldLayoutMkLst>
            <pc:docMk/>
            <pc:sldMasterMk cId="2185202967" sldId="2147483756"/>
            <pc:sldLayoutMk cId="1541265418" sldId="2147483757"/>
          </pc:sldLayoutMkLst>
          <pc:spChg chg="mod">
            <ac:chgData name="Dong Chen" userId="d96fa5ec-4313-4be9-bcac-1adad9054fe4" providerId="ADAL" clId="{D29012F1-9332-4845-9470-7ED4457F892D}" dt="2025-01-14T19:18:02.530" v="0"/>
            <ac:spMkLst>
              <pc:docMk/>
              <pc:sldMasterMk cId="2185202967" sldId="2147483756"/>
              <pc:sldLayoutMk cId="1541265418" sldId="2147483757"/>
              <ac:spMk id="2" creationId="{00000000-0000-0000-0000-000000000000}"/>
            </ac:spMkLst>
          </pc:spChg>
          <pc:spChg chg="mod">
            <ac:chgData name="Dong Chen" userId="d96fa5ec-4313-4be9-bcac-1adad9054fe4" providerId="ADAL" clId="{D29012F1-9332-4845-9470-7ED4457F892D}" dt="2025-01-14T19:18:02.530" v="0"/>
            <ac:spMkLst>
              <pc:docMk/>
              <pc:sldMasterMk cId="2185202967" sldId="2147483756"/>
              <pc:sldLayoutMk cId="1541265418" sldId="2147483757"/>
              <ac:spMk id="3" creationId="{00000000-0000-0000-0000-000000000000}"/>
            </ac:spMkLst>
          </pc:spChg>
          <pc:spChg chg="mod">
            <ac:chgData name="Dong Chen" userId="d96fa5ec-4313-4be9-bcac-1adad9054fe4" providerId="ADAL" clId="{D29012F1-9332-4845-9470-7ED4457F892D}" dt="2025-01-14T19:18:02.530" v="0"/>
            <ac:spMkLst>
              <pc:docMk/>
              <pc:sldMasterMk cId="2185202967" sldId="2147483756"/>
              <pc:sldLayoutMk cId="1541265418" sldId="2147483757"/>
              <ac:spMk id="6" creationId="{00000000-0000-0000-0000-000000000000}"/>
            </ac:spMkLst>
          </pc:spChg>
          <pc:spChg chg="mod">
            <ac:chgData name="Dong Chen" userId="d96fa5ec-4313-4be9-bcac-1adad9054fe4" providerId="ADAL" clId="{D29012F1-9332-4845-9470-7ED4457F892D}" dt="2025-01-14T19:18:02.530" v="0"/>
            <ac:spMkLst>
              <pc:docMk/>
              <pc:sldMasterMk cId="2185202967" sldId="2147483756"/>
              <pc:sldLayoutMk cId="1541265418" sldId="2147483757"/>
              <ac:spMk id="8" creationId="{00000000-0000-0000-0000-000000000000}"/>
            </ac:spMkLst>
          </pc:spChg>
          <pc:spChg chg="mod">
            <ac:chgData name="Dong Chen" userId="d96fa5ec-4313-4be9-bcac-1adad9054fe4" providerId="ADAL" clId="{D29012F1-9332-4845-9470-7ED4457F892D}" dt="2025-01-14T19:18:02.530" v="0"/>
            <ac:spMkLst>
              <pc:docMk/>
              <pc:sldMasterMk cId="2185202967" sldId="2147483756"/>
              <pc:sldLayoutMk cId="1541265418" sldId="2147483757"/>
              <ac:spMk id="11" creationId="{00000000-0000-0000-0000-000000000000}"/>
            </ac:spMkLst>
          </pc:spChg>
        </pc:sldLayoutChg>
        <pc:sldLayoutChg chg="modSp">
          <pc:chgData name="Dong Chen" userId="d96fa5ec-4313-4be9-bcac-1adad9054fe4" providerId="ADAL" clId="{D29012F1-9332-4845-9470-7ED4457F892D}" dt="2025-01-14T19:18:02.530" v="0"/>
          <pc:sldLayoutMkLst>
            <pc:docMk/>
            <pc:sldMasterMk cId="2185202967" sldId="2147483756"/>
            <pc:sldLayoutMk cId="85415388" sldId="2147483758"/>
          </pc:sldLayoutMkLst>
          <pc:spChg chg="mod">
            <ac:chgData name="Dong Chen" userId="d96fa5ec-4313-4be9-bcac-1adad9054fe4" providerId="ADAL" clId="{D29012F1-9332-4845-9470-7ED4457F892D}" dt="2025-01-14T19:18:02.530" v="0"/>
            <ac:spMkLst>
              <pc:docMk/>
              <pc:sldMasterMk cId="2185202967" sldId="2147483756"/>
              <pc:sldLayoutMk cId="85415388" sldId="2147483758"/>
              <ac:spMk id="3" creationId="{00000000-0000-0000-0000-000000000000}"/>
            </ac:spMkLst>
          </pc:spChg>
        </pc:sldLayoutChg>
        <pc:sldLayoutChg chg="modSp">
          <pc:chgData name="Dong Chen" userId="d96fa5ec-4313-4be9-bcac-1adad9054fe4" providerId="ADAL" clId="{D29012F1-9332-4845-9470-7ED4457F892D}" dt="2025-01-14T19:18:02.530" v="0"/>
          <pc:sldLayoutMkLst>
            <pc:docMk/>
            <pc:sldMasterMk cId="2185202967" sldId="2147483756"/>
            <pc:sldLayoutMk cId="1404963511" sldId="2147483759"/>
          </pc:sldLayoutMkLst>
          <pc:spChg chg="mod">
            <ac:chgData name="Dong Chen" userId="d96fa5ec-4313-4be9-bcac-1adad9054fe4" providerId="ADAL" clId="{D29012F1-9332-4845-9470-7ED4457F892D}" dt="2025-01-14T19:18:02.530" v="0"/>
            <ac:spMkLst>
              <pc:docMk/>
              <pc:sldMasterMk cId="2185202967" sldId="2147483756"/>
              <pc:sldLayoutMk cId="1404963511" sldId="2147483759"/>
              <ac:spMk id="2" creationId="{00000000-0000-0000-0000-000000000000}"/>
            </ac:spMkLst>
          </pc:spChg>
          <pc:spChg chg="mod">
            <ac:chgData name="Dong Chen" userId="d96fa5ec-4313-4be9-bcac-1adad9054fe4" providerId="ADAL" clId="{D29012F1-9332-4845-9470-7ED4457F892D}" dt="2025-01-14T19:18:02.530" v="0"/>
            <ac:spMkLst>
              <pc:docMk/>
              <pc:sldMasterMk cId="2185202967" sldId="2147483756"/>
              <pc:sldLayoutMk cId="1404963511" sldId="2147483759"/>
              <ac:spMk id="3" creationId="{00000000-0000-0000-0000-000000000000}"/>
            </ac:spMkLst>
          </pc:spChg>
          <pc:spChg chg="mod">
            <ac:chgData name="Dong Chen" userId="d96fa5ec-4313-4be9-bcac-1adad9054fe4" providerId="ADAL" clId="{D29012F1-9332-4845-9470-7ED4457F892D}" dt="2025-01-14T19:18:02.530" v="0"/>
            <ac:spMkLst>
              <pc:docMk/>
              <pc:sldMasterMk cId="2185202967" sldId="2147483756"/>
              <pc:sldLayoutMk cId="1404963511" sldId="2147483759"/>
              <ac:spMk id="6" creationId="{00000000-0000-0000-0000-000000000000}"/>
            </ac:spMkLst>
          </pc:spChg>
          <pc:spChg chg="mod">
            <ac:chgData name="Dong Chen" userId="d96fa5ec-4313-4be9-bcac-1adad9054fe4" providerId="ADAL" clId="{D29012F1-9332-4845-9470-7ED4457F892D}" dt="2025-01-14T19:18:02.530" v="0"/>
            <ac:spMkLst>
              <pc:docMk/>
              <pc:sldMasterMk cId="2185202967" sldId="2147483756"/>
              <pc:sldLayoutMk cId="1404963511" sldId="2147483759"/>
              <ac:spMk id="9" creationId="{00000000-0000-0000-0000-000000000000}"/>
            </ac:spMkLst>
          </pc:spChg>
          <pc:spChg chg="mod">
            <ac:chgData name="Dong Chen" userId="d96fa5ec-4313-4be9-bcac-1adad9054fe4" providerId="ADAL" clId="{D29012F1-9332-4845-9470-7ED4457F892D}" dt="2025-01-14T19:18:02.530" v="0"/>
            <ac:spMkLst>
              <pc:docMk/>
              <pc:sldMasterMk cId="2185202967" sldId="2147483756"/>
              <pc:sldLayoutMk cId="1404963511" sldId="2147483759"/>
              <ac:spMk id="10" creationId="{00000000-0000-0000-0000-000000000000}"/>
            </ac:spMkLst>
          </pc:spChg>
        </pc:sldLayoutChg>
        <pc:sldLayoutChg chg="modSp">
          <pc:chgData name="Dong Chen" userId="d96fa5ec-4313-4be9-bcac-1adad9054fe4" providerId="ADAL" clId="{D29012F1-9332-4845-9470-7ED4457F892D}" dt="2025-01-14T19:18:02.530" v="0"/>
          <pc:sldLayoutMkLst>
            <pc:docMk/>
            <pc:sldMasterMk cId="2185202967" sldId="2147483756"/>
            <pc:sldLayoutMk cId="3101866946" sldId="2147483760"/>
          </pc:sldLayoutMkLst>
          <pc:spChg chg="mod">
            <ac:chgData name="Dong Chen" userId="d96fa5ec-4313-4be9-bcac-1adad9054fe4" providerId="ADAL" clId="{D29012F1-9332-4845-9470-7ED4457F892D}" dt="2025-01-14T19:18:02.530" v="0"/>
            <ac:spMkLst>
              <pc:docMk/>
              <pc:sldMasterMk cId="2185202967" sldId="2147483756"/>
              <pc:sldLayoutMk cId="3101866946" sldId="2147483760"/>
              <ac:spMk id="3" creationId="{00000000-0000-0000-0000-000000000000}"/>
            </ac:spMkLst>
          </pc:spChg>
          <pc:spChg chg="mod">
            <ac:chgData name="Dong Chen" userId="d96fa5ec-4313-4be9-bcac-1adad9054fe4" providerId="ADAL" clId="{D29012F1-9332-4845-9470-7ED4457F892D}" dt="2025-01-14T19:18:02.530" v="0"/>
            <ac:spMkLst>
              <pc:docMk/>
              <pc:sldMasterMk cId="2185202967" sldId="2147483756"/>
              <pc:sldLayoutMk cId="3101866946" sldId="2147483760"/>
              <ac:spMk id="4" creationId="{00000000-0000-0000-0000-000000000000}"/>
            </ac:spMkLst>
          </pc:spChg>
        </pc:sldLayoutChg>
        <pc:sldLayoutChg chg="modSp">
          <pc:chgData name="Dong Chen" userId="d96fa5ec-4313-4be9-bcac-1adad9054fe4" providerId="ADAL" clId="{D29012F1-9332-4845-9470-7ED4457F892D}" dt="2025-01-14T19:18:02.530" v="0"/>
          <pc:sldLayoutMkLst>
            <pc:docMk/>
            <pc:sldMasterMk cId="2185202967" sldId="2147483756"/>
            <pc:sldLayoutMk cId="3387959891" sldId="2147483761"/>
          </pc:sldLayoutMkLst>
          <pc:spChg chg="mod">
            <ac:chgData name="Dong Chen" userId="d96fa5ec-4313-4be9-bcac-1adad9054fe4" providerId="ADAL" clId="{D29012F1-9332-4845-9470-7ED4457F892D}" dt="2025-01-14T19:18:02.530" v="0"/>
            <ac:spMkLst>
              <pc:docMk/>
              <pc:sldMasterMk cId="2185202967" sldId="2147483756"/>
              <pc:sldLayoutMk cId="3387959891" sldId="2147483761"/>
              <ac:spMk id="3" creationId="{00000000-0000-0000-0000-000000000000}"/>
            </ac:spMkLst>
          </pc:spChg>
          <pc:spChg chg="mod">
            <ac:chgData name="Dong Chen" userId="d96fa5ec-4313-4be9-bcac-1adad9054fe4" providerId="ADAL" clId="{D29012F1-9332-4845-9470-7ED4457F892D}" dt="2025-01-14T19:18:02.530" v="0"/>
            <ac:spMkLst>
              <pc:docMk/>
              <pc:sldMasterMk cId="2185202967" sldId="2147483756"/>
              <pc:sldLayoutMk cId="3387959891" sldId="2147483761"/>
              <ac:spMk id="4" creationId="{00000000-0000-0000-0000-000000000000}"/>
            </ac:spMkLst>
          </pc:spChg>
          <pc:spChg chg="mod">
            <ac:chgData name="Dong Chen" userId="d96fa5ec-4313-4be9-bcac-1adad9054fe4" providerId="ADAL" clId="{D29012F1-9332-4845-9470-7ED4457F892D}" dt="2025-01-14T19:18:02.530" v="0"/>
            <ac:spMkLst>
              <pc:docMk/>
              <pc:sldMasterMk cId="2185202967" sldId="2147483756"/>
              <pc:sldLayoutMk cId="3387959891" sldId="2147483761"/>
              <ac:spMk id="5" creationId="{00000000-0000-0000-0000-000000000000}"/>
            </ac:spMkLst>
          </pc:spChg>
          <pc:spChg chg="mod">
            <ac:chgData name="Dong Chen" userId="d96fa5ec-4313-4be9-bcac-1adad9054fe4" providerId="ADAL" clId="{D29012F1-9332-4845-9470-7ED4457F892D}" dt="2025-01-14T19:18:02.530" v="0"/>
            <ac:spMkLst>
              <pc:docMk/>
              <pc:sldMasterMk cId="2185202967" sldId="2147483756"/>
              <pc:sldLayoutMk cId="3387959891" sldId="2147483761"/>
              <ac:spMk id="6" creationId="{00000000-0000-0000-0000-000000000000}"/>
            </ac:spMkLst>
          </pc:spChg>
          <pc:cxnChg chg="mod">
            <ac:chgData name="Dong Chen" userId="d96fa5ec-4313-4be9-bcac-1adad9054fe4" providerId="ADAL" clId="{D29012F1-9332-4845-9470-7ED4457F892D}" dt="2025-01-14T19:18:02.530" v="0"/>
            <ac:cxnSpMkLst>
              <pc:docMk/>
              <pc:sldMasterMk cId="2185202967" sldId="2147483756"/>
              <pc:sldLayoutMk cId="3387959891" sldId="2147483761"/>
              <ac:cxnSpMk id="11" creationId="{00000000-0000-0000-0000-000000000000}"/>
            </ac:cxnSpMkLst>
          </pc:cxnChg>
        </pc:sldLayoutChg>
        <pc:sldLayoutChg chg="modSp">
          <pc:chgData name="Dong Chen" userId="d96fa5ec-4313-4be9-bcac-1adad9054fe4" providerId="ADAL" clId="{D29012F1-9332-4845-9470-7ED4457F892D}" dt="2025-01-14T19:18:02.530" v="0"/>
          <pc:sldLayoutMkLst>
            <pc:docMk/>
            <pc:sldMasterMk cId="2185202967" sldId="2147483756"/>
            <pc:sldLayoutMk cId="1934038549" sldId="2147483762"/>
          </pc:sldLayoutMkLst>
          <pc:spChg chg="mod">
            <ac:chgData name="Dong Chen" userId="d96fa5ec-4313-4be9-bcac-1adad9054fe4" providerId="ADAL" clId="{D29012F1-9332-4845-9470-7ED4457F892D}" dt="2025-01-14T19:18:02.530" v="0"/>
            <ac:spMkLst>
              <pc:docMk/>
              <pc:sldMasterMk cId="2185202967" sldId="2147483756"/>
              <pc:sldLayoutMk cId="1934038549" sldId="2147483762"/>
              <ac:spMk id="3" creationId="{00000000-0000-0000-0000-000000000000}"/>
            </ac:spMkLst>
          </pc:spChg>
          <pc:spChg chg="mod">
            <ac:chgData name="Dong Chen" userId="d96fa5ec-4313-4be9-bcac-1adad9054fe4" providerId="ADAL" clId="{D29012F1-9332-4845-9470-7ED4457F892D}" dt="2025-01-14T19:18:02.530" v="0"/>
            <ac:spMkLst>
              <pc:docMk/>
              <pc:sldMasterMk cId="2185202967" sldId="2147483756"/>
              <pc:sldLayoutMk cId="1934038549" sldId="2147483762"/>
              <ac:spMk id="9" creationId="{00000000-0000-0000-0000-000000000000}"/>
            </ac:spMkLst>
          </pc:spChg>
        </pc:sldLayoutChg>
        <pc:sldLayoutChg chg="modSp">
          <pc:chgData name="Dong Chen" userId="d96fa5ec-4313-4be9-bcac-1adad9054fe4" providerId="ADAL" clId="{D29012F1-9332-4845-9470-7ED4457F892D}" dt="2025-01-14T19:18:02.530" v="0"/>
          <pc:sldLayoutMkLst>
            <pc:docMk/>
            <pc:sldMasterMk cId="2185202967" sldId="2147483756"/>
            <pc:sldLayoutMk cId="2566983815" sldId="2147483763"/>
          </pc:sldLayoutMkLst>
          <pc:spChg chg="mod">
            <ac:chgData name="Dong Chen" userId="d96fa5ec-4313-4be9-bcac-1adad9054fe4" providerId="ADAL" clId="{D29012F1-9332-4845-9470-7ED4457F892D}" dt="2025-01-14T19:18:02.530" v="0"/>
            <ac:spMkLst>
              <pc:docMk/>
              <pc:sldMasterMk cId="2185202967" sldId="2147483756"/>
              <pc:sldLayoutMk cId="2566983815" sldId="2147483763"/>
              <ac:spMk id="3" creationId="{00000000-0000-0000-0000-000000000000}"/>
            </ac:spMkLst>
          </pc:spChg>
          <pc:spChg chg="mod">
            <ac:chgData name="Dong Chen" userId="d96fa5ec-4313-4be9-bcac-1adad9054fe4" providerId="ADAL" clId="{D29012F1-9332-4845-9470-7ED4457F892D}" dt="2025-01-14T19:18:02.530" v="0"/>
            <ac:spMkLst>
              <pc:docMk/>
              <pc:sldMasterMk cId="2185202967" sldId="2147483756"/>
              <pc:sldLayoutMk cId="2566983815" sldId="2147483763"/>
              <ac:spMk id="8" creationId="{00000000-0000-0000-0000-000000000000}"/>
            </ac:spMkLst>
          </pc:spChg>
          <pc:spChg chg="mod">
            <ac:chgData name="Dong Chen" userId="d96fa5ec-4313-4be9-bcac-1adad9054fe4" providerId="ADAL" clId="{D29012F1-9332-4845-9470-7ED4457F892D}" dt="2025-01-14T19:18:02.530" v="0"/>
            <ac:spMkLst>
              <pc:docMk/>
              <pc:sldMasterMk cId="2185202967" sldId="2147483756"/>
              <pc:sldLayoutMk cId="2566983815" sldId="2147483763"/>
              <ac:spMk id="9" creationId="{00000000-0000-0000-0000-000000000000}"/>
            </ac:spMkLst>
          </pc:spChg>
        </pc:sldLayoutChg>
        <pc:sldLayoutChg chg="modSp">
          <pc:chgData name="Dong Chen" userId="d96fa5ec-4313-4be9-bcac-1adad9054fe4" providerId="ADAL" clId="{D29012F1-9332-4845-9470-7ED4457F892D}" dt="2025-01-14T19:18:02.530" v="0"/>
          <pc:sldLayoutMkLst>
            <pc:docMk/>
            <pc:sldMasterMk cId="2185202967" sldId="2147483756"/>
            <pc:sldLayoutMk cId="1203831177" sldId="2147483764"/>
          </pc:sldLayoutMkLst>
          <pc:spChg chg="mod">
            <ac:chgData name="Dong Chen" userId="d96fa5ec-4313-4be9-bcac-1adad9054fe4" providerId="ADAL" clId="{D29012F1-9332-4845-9470-7ED4457F892D}" dt="2025-01-14T19:18:02.530" v="0"/>
            <ac:spMkLst>
              <pc:docMk/>
              <pc:sldMasterMk cId="2185202967" sldId="2147483756"/>
              <pc:sldLayoutMk cId="1203831177" sldId="2147483764"/>
              <ac:spMk id="10" creationId="{00000000-0000-0000-0000-000000000000}"/>
            </ac:spMkLst>
          </pc:spChg>
          <pc:spChg chg="mod">
            <ac:chgData name="Dong Chen" userId="d96fa5ec-4313-4be9-bcac-1adad9054fe4" providerId="ADAL" clId="{D29012F1-9332-4845-9470-7ED4457F892D}" dt="2025-01-14T19:18:02.530" v="0"/>
            <ac:spMkLst>
              <pc:docMk/>
              <pc:sldMasterMk cId="2185202967" sldId="2147483756"/>
              <pc:sldLayoutMk cId="1203831177" sldId="2147483764"/>
              <ac:spMk id="11" creationId="{00000000-0000-0000-0000-000000000000}"/>
            </ac:spMkLst>
          </pc:spChg>
          <pc:spChg chg="mod">
            <ac:chgData name="Dong Chen" userId="d96fa5ec-4313-4be9-bcac-1adad9054fe4" providerId="ADAL" clId="{D29012F1-9332-4845-9470-7ED4457F892D}" dt="2025-01-14T19:18:02.530" v="0"/>
            <ac:spMkLst>
              <pc:docMk/>
              <pc:sldMasterMk cId="2185202967" sldId="2147483756"/>
              <pc:sldLayoutMk cId="1203831177" sldId="2147483764"/>
              <ac:spMk id="12" creationId="{96116B91-06E0-4EFB-86A8-C44992990952}"/>
            </ac:spMkLst>
          </pc:spChg>
          <pc:spChg chg="mod">
            <ac:chgData name="Dong Chen" userId="d96fa5ec-4313-4be9-bcac-1adad9054fe4" providerId="ADAL" clId="{D29012F1-9332-4845-9470-7ED4457F892D}" dt="2025-01-14T19:18:02.530" v="0"/>
            <ac:spMkLst>
              <pc:docMk/>
              <pc:sldMasterMk cId="2185202967" sldId="2147483756"/>
              <pc:sldLayoutMk cId="1203831177" sldId="2147483764"/>
              <ac:spMk id="13" creationId="{9DC43B17-1913-4F94-B7BC-5328C3F063A9}"/>
            </ac:spMkLst>
          </pc:spChg>
        </pc:sldLayoutChg>
        <pc:sldLayoutChg chg="modSp">
          <pc:chgData name="Dong Chen" userId="d96fa5ec-4313-4be9-bcac-1adad9054fe4" providerId="ADAL" clId="{D29012F1-9332-4845-9470-7ED4457F892D}" dt="2025-01-14T19:18:02.530" v="0"/>
          <pc:sldLayoutMkLst>
            <pc:docMk/>
            <pc:sldMasterMk cId="2185202967" sldId="2147483756"/>
            <pc:sldLayoutMk cId="728988851" sldId="2147483765"/>
          </pc:sldLayoutMkLst>
          <pc:spChg chg="mod">
            <ac:chgData name="Dong Chen" userId="d96fa5ec-4313-4be9-bcac-1adad9054fe4" providerId="ADAL" clId="{D29012F1-9332-4845-9470-7ED4457F892D}" dt="2025-01-14T19:18:02.530" v="0"/>
            <ac:spMkLst>
              <pc:docMk/>
              <pc:sldMasterMk cId="2185202967" sldId="2147483756"/>
              <pc:sldLayoutMk cId="728988851" sldId="2147483765"/>
              <ac:spMk id="5" creationId="{00000000-0000-0000-0000-000000000000}"/>
            </ac:spMkLst>
          </pc:spChg>
        </pc:sldLayoutChg>
        <pc:sldLayoutChg chg="modSp">
          <pc:chgData name="Dong Chen" userId="d96fa5ec-4313-4be9-bcac-1adad9054fe4" providerId="ADAL" clId="{D29012F1-9332-4845-9470-7ED4457F892D}" dt="2025-01-14T19:18:02.530" v="0"/>
          <pc:sldLayoutMkLst>
            <pc:docMk/>
            <pc:sldMasterMk cId="2185202967" sldId="2147483756"/>
            <pc:sldLayoutMk cId="3636477807" sldId="2147483766"/>
          </pc:sldLayoutMkLst>
          <pc:spChg chg="mod">
            <ac:chgData name="Dong Chen" userId="d96fa5ec-4313-4be9-bcac-1adad9054fe4" providerId="ADAL" clId="{D29012F1-9332-4845-9470-7ED4457F892D}" dt="2025-01-14T19:18:02.530" v="0"/>
            <ac:spMkLst>
              <pc:docMk/>
              <pc:sldMasterMk cId="2185202967" sldId="2147483756"/>
              <pc:sldLayoutMk cId="3636477807" sldId="2147483766"/>
              <ac:spMk id="6" creationId="{00000000-0000-0000-0000-000000000000}"/>
            </ac:spMkLst>
          </pc:spChg>
          <pc:spChg chg="mod">
            <ac:chgData name="Dong Chen" userId="d96fa5ec-4313-4be9-bcac-1adad9054fe4" providerId="ADAL" clId="{D29012F1-9332-4845-9470-7ED4457F892D}" dt="2025-01-14T19:18:02.530" v="0"/>
            <ac:spMkLst>
              <pc:docMk/>
              <pc:sldMasterMk cId="2185202967" sldId="2147483756"/>
              <pc:sldLayoutMk cId="3636477807" sldId="2147483766"/>
              <ac:spMk id="7" creationId="{00000000-0000-0000-0000-000000000000}"/>
            </ac:spMkLst>
          </pc:spChg>
        </pc:sldLayoutChg>
        <pc:sldLayoutChg chg="modSp">
          <pc:chgData name="Dong Chen" userId="d96fa5ec-4313-4be9-bcac-1adad9054fe4" providerId="ADAL" clId="{D29012F1-9332-4845-9470-7ED4457F892D}" dt="2025-01-14T19:18:02.530" v="0"/>
          <pc:sldLayoutMkLst>
            <pc:docMk/>
            <pc:sldMasterMk cId="2185202967" sldId="2147483756"/>
            <pc:sldLayoutMk cId="1338354199" sldId="2147483767"/>
          </pc:sldLayoutMkLst>
          <pc:spChg chg="mod">
            <ac:chgData name="Dong Chen" userId="d96fa5ec-4313-4be9-bcac-1adad9054fe4" providerId="ADAL" clId="{D29012F1-9332-4845-9470-7ED4457F892D}" dt="2025-01-14T19:18:02.530" v="0"/>
            <ac:spMkLst>
              <pc:docMk/>
              <pc:sldMasterMk cId="2185202967" sldId="2147483756"/>
              <pc:sldLayoutMk cId="1338354199" sldId="2147483767"/>
              <ac:spMk id="2" creationId="{00000000-0000-0000-0000-000000000000}"/>
            </ac:spMkLst>
          </pc:spChg>
          <pc:spChg chg="mod">
            <ac:chgData name="Dong Chen" userId="d96fa5ec-4313-4be9-bcac-1adad9054fe4" providerId="ADAL" clId="{D29012F1-9332-4845-9470-7ED4457F892D}" dt="2025-01-14T19:18:02.530" v="0"/>
            <ac:spMkLst>
              <pc:docMk/>
              <pc:sldMasterMk cId="2185202967" sldId="2147483756"/>
              <pc:sldLayoutMk cId="1338354199" sldId="2147483767"/>
              <ac:spMk id="3" creationId="{00000000-0000-0000-0000-000000000000}"/>
            </ac:spMkLst>
          </pc:spChg>
          <pc:spChg chg="mod">
            <ac:chgData name="Dong Chen" userId="d96fa5ec-4313-4be9-bcac-1adad9054fe4" providerId="ADAL" clId="{D29012F1-9332-4845-9470-7ED4457F892D}" dt="2025-01-14T19:18:02.530" v="0"/>
            <ac:spMkLst>
              <pc:docMk/>
              <pc:sldMasterMk cId="2185202967" sldId="2147483756"/>
              <pc:sldLayoutMk cId="1338354199" sldId="2147483767"/>
              <ac:spMk id="4" creationId="{00000000-0000-0000-0000-000000000000}"/>
            </ac:spMkLst>
          </pc:spChg>
          <pc:spChg chg="mod">
            <ac:chgData name="Dong Chen" userId="d96fa5ec-4313-4be9-bcac-1adad9054fe4" providerId="ADAL" clId="{D29012F1-9332-4845-9470-7ED4457F892D}" dt="2025-01-14T19:18:02.530" v="0"/>
            <ac:spMkLst>
              <pc:docMk/>
              <pc:sldMasterMk cId="2185202967" sldId="2147483756"/>
              <pc:sldLayoutMk cId="1338354199" sldId="2147483767"/>
              <ac:spMk id="9" creationId="{00000000-0000-0000-0000-000000000000}"/>
            </ac:spMkLst>
          </pc:spChg>
          <pc:spChg chg="mod">
            <ac:chgData name="Dong Chen" userId="d96fa5ec-4313-4be9-bcac-1adad9054fe4" providerId="ADAL" clId="{D29012F1-9332-4845-9470-7ED4457F892D}" dt="2025-01-14T19:18:02.530" v="0"/>
            <ac:spMkLst>
              <pc:docMk/>
              <pc:sldMasterMk cId="2185202967" sldId="2147483756"/>
              <pc:sldLayoutMk cId="1338354199" sldId="2147483767"/>
              <ac:spMk id="10" creationId="{00000000-0000-0000-0000-000000000000}"/>
            </ac:spMkLst>
          </pc:spChg>
        </pc:sldLayoutChg>
        <pc:sldLayoutChg chg="modSp">
          <pc:chgData name="Dong Chen" userId="d96fa5ec-4313-4be9-bcac-1adad9054fe4" providerId="ADAL" clId="{D29012F1-9332-4845-9470-7ED4457F892D}" dt="2025-01-14T19:18:02.530" v="0"/>
          <pc:sldLayoutMkLst>
            <pc:docMk/>
            <pc:sldMasterMk cId="2185202967" sldId="2147483756"/>
            <pc:sldLayoutMk cId="2180160384" sldId="2147483768"/>
          </pc:sldLayoutMkLst>
          <pc:spChg chg="mod">
            <ac:chgData name="Dong Chen" userId="d96fa5ec-4313-4be9-bcac-1adad9054fe4" providerId="ADAL" clId="{D29012F1-9332-4845-9470-7ED4457F892D}" dt="2025-01-14T19:18:02.530" v="0"/>
            <ac:spMkLst>
              <pc:docMk/>
              <pc:sldMasterMk cId="2185202967" sldId="2147483756"/>
              <pc:sldLayoutMk cId="2180160384" sldId="2147483768"/>
              <ac:spMk id="8" creationId="{00000000-0000-0000-0000-000000000000}"/>
            </ac:spMkLst>
          </pc:spChg>
          <pc:spChg chg="mod">
            <ac:chgData name="Dong Chen" userId="d96fa5ec-4313-4be9-bcac-1adad9054fe4" providerId="ADAL" clId="{D29012F1-9332-4845-9470-7ED4457F892D}" dt="2025-01-14T19:18:02.530" v="0"/>
            <ac:spMkLst>
              <pc:docMk/>
              <pc:sldMasterMk cId="2185202967" sldId="2147483756"/>
              <pc:sldLayoutMk cId="2180160384" sldId="2147483768"/>
              <ac:spMk id="9" creationId="{00000000-0000-0000-0000-000000000000}"/>
            </ac:spMkLst>
          </pc:spChg>
          <pc:spChg chg="mod">
            <ac:chgData name="Dong Chen" userId="d96fa5ec-4313-4be9-bcac-1adad9054fe4" providerId="ADAL" clId="{D29012F1-9332-4845-9470-7ED4457F892D}" dt="2025-01-14T19:18:02.530" v="0"/>
            <ac:spMkLst>
              <pc:docMk/>
              <pc:sldMasterMk cId="2185202967" sldId="2147483756"/>
              <pc:sldLayoutMk cId="2180160384" sldId="2147483768"/>
              <ac:spMk id="10" creationId="{00000000-0000-0000-0000-000000000000}"/>
            </ac:spMkLst>
          </pc:spChg>
          <pc:spChg chg="mod">
            <ac:chgData name="Dong Chen" userId="d96fa5ec-4313-4be9-bcac-1adad9054fe4" providerId="ADAL" clId="{D29012F1-9332-4845-9470-7ED4457F892D}" dt="2025-01-14T19:18:02.530" v="0"/>
            <ac:spMkLst>
              <pc:docMk/>
              <pc:sldMasterMk cId="2185202967" sldId="2147483756"/>
              <pc:sldLayoutMk cId="2180160384" sldId="2147483768"/>
              <ac:spMk id="11" creationId="{00000000-0000-0000-0000-000000000000}"/>
            </ac:spMkLst>
          </pc:spChg>
          <pc:spChg chg="mod">
            <ac:chgData name="Dong Chen" userId="d96fa5ec-4313-4be9-bcac-1adad9054fe4" providerId="ADAL" clId="{D29012F1-9332-4845-9470-7ED4457F892D}" dt="2025-01-14T19:18:02.530" v="0"/>
            <ac:spMkLst>
              <pc:docMk/>
              <pc:sldMasterMk cId="2185202967" sldId="2147483756"/>
              <pc:sldLayoutMk cId="2180160384" sldId="2147483768"/>
              <ac:spMk id="12" creationId="{D837764D-4E09-4E56-864F-94882F88AF66}"/>
            </ac:spMkLst>
          </pc:spChg>
          <pc:spChg chg="mod">
            <ac:chgData name="Dong Chen" userId="d96fa5ec-4313-4be9-bcac-1adad9054fe4" providerId="ADAL" clId="{D29012F1-9332-4845-9470-7ED4457F892D}" dt="2025-01-14T19:18:02.530" v="0"/>
            <ac:spMkLst>
              <pc:docMk/>
              <pc:sldMasterMk cId="2185202967" sldId="2147483756"/>
              <pc:sldLayoutMk cId="2180160384" sldId="2147483768"/>
              <ac:spMk id="13" creationId="{CF5CE2F5-BE39-4EEA-8925-4E42800E9228}"/>
            </ac:spMkLst>
          </pc:spChg>
        </pc:sldLayoutChg>
        <pc:sldLayoutChg chg="modSp">
          <pc:chgData name="Dong Chen" userId="d96fa5ec-4313-4be9-bcac-1adad9054fe4" providerId="ADAL" clId="{D29012F1-9332-4845-9470-7ED4457F892D}" dt="2025-01-14T19:18:02.530" v="0"/>
          <pc:sldLayoutMkLst>
            <pc:docMk/>
            <pc:sldMasterMk cId="2185202967" sldId="2147483756"/>
            <pc:sldLayoutMk cId="3917066488" sldId="2147483769"/>
          </pc:sldLayoutMkLst>
          <pc:spChg chg="mod">
            <ac:chgData name="Dong Chen" userId="d96fa5ec-4313-4be9-bcac-1adad9054fe4" providerId="ADAL" clId="{D29012F1-9332-4845-9470-7ED4457F892D}" dt="2025-01-14T19:18:02.530" v="0"/>
            <ac:spMkLst>
              <pc:docMk/>
              <pc:sldMasterMk cId="2185202967" sldId="2147483756"/>
              <pc:sldLayoutMk cId="3917066488" sldId="2147483769"/>
              <ac:spMk id="3" creationId="{00000000-0000-0000-0000-000000000000}"/>
            </ac:spMkLst>
          </pc:spChg>
        </pc:sldLayoutChg>
        <pc:sldLayoutChg chg="modSp">
          <pc:chgData name="Dong Chen" userId="d96fa5ec-4313-4be9-bcac-1adad9054fe4" providerId="ADAL" clId="{D29012F1-9332-4845-9470-7ED4457F892D}" dt="2025-01-14T19:18:02.530" v="0"/>
          <pc:sldLayoutMkLst>
            <pc:docMk/>
            <pc:sldMasterMk cId="2185202967" sldId="2147483756"/>
            <pc:sldLayoutMk cId="3342040" sldId="2147483770"/>
          </pc:sldLayoutMkLst>
          <pc:spChg chg="mod">
            <ac:chgData name="Dong Chen" userId="d96fa5ec-4313-4be9-bcac-1adad9054fe4" providerId="ADAL" clId="{D29012F1-9332-4845-9470-7ED4457F892D}" dt="2025-01-14T19:18:02.530" v="0"/>
            <ac:spMkLst>
              <pc:docMk/>
              <pc:sldMasterMk cId="2185202967" sldId="2147483756"/>
              <pc:sldLayoutMk cId="3342040" sldId="2147483770"/>
              <ac:spMk id="2" creationId="{00000000-0000-0000-0000-000000000000}"/>
            </ac:spMkLst>
          </pc:spChg>
          <pc:spChg chg="mod">
            <ac:chgData name="Dong Chen" userId="d96fa5ec-4313-4be9-bcac-1adad9054fe4" providerId="ADAL" clId="{D29012F1-9332-4845-9470-7ED4457F892D}" dt="2025-01-14T19:18:02.530" v="0"/>
            <ac:spMkLst>
              <pc:docMk/>
              <pc:sldMasterMk cId="2185202967" sldId="2147483756"/>
              <pc:sldLayoutMk cId="3342040" sldId="2147483770"/>
              <ac:spMk id="3" creationId="{00000000-0000-0000-0000-000000000000}"/>
            </ac:spMkLst>
          </pc:spChg>
          <pc:spChg chg="mod">
            <ac:chgData name="Dong Chen" userId="d96fa5ec-4313-4be9-bcac-1adad9054fe4" providerId="ADAL" clId="{D29012F1-9332-4845-9470-7ED4457F892D}" dt="2025-01-14T19:18:02.530" v="0"/>
            <ac:spMkLst>
              <pc:docMk/>
              <pc:sldMasterMk cId="2185202967" sldId="2147483756"/>
              <pc:sldLayoutMk cId="3342040" sldId="2147483770"/>
              <ac:spMk id="10" creationId="{00000000-0000-0000-0000-000000000000}"/>
            </ac:spMkLst>
          </pc:spChg>
          <pc:spChg chg="mod">
            <ac:chgData name="Dong Chen" userId="d96fa5ec-4313-4be9-bcac-1adad9054fe4" providerId="ADAL" clId="{D29012F1-9332-4845-9470-7ED4457F892D}" dt="2025-01-14T19:18:02.530" v="0"/>
            <ac:spMkLst>
              <pc:docMk/>
              <pc:sldMasterMk cId="2185202967" sldId="2147483756"/>
              <pc:sldLayoutMk cId="3342040" sldId="2147483770"/>
              <ac:spMk id="11" creationId="{00000000-0000-0000-0000-000000000000}"/>
            </ac:spMkLst>
          </pc:spChg>
        </pc:sldLayoutChg>
        <pc:sldLayoutChg chg="modSp">
          <pc:chgData name="Dong Chen" userId="d96fa5ec-4313-4be9-bcac-1adad9054fe4" providerId="ADAL" clId="{D29012F1-9332-4845-9470-7ED4457F892D}" dt="2025-01-14T19:18:02.530" v="0"/>
          <pc:sldLayoutMkLst>
            <pc:docMk/>
            <pc:sldMasterMk cId="2185202967" sldId="2147483756"/>
            <pc:sldLayoutMk cId="3515030984" sldId="2147483771"/>
          </pc:sldLayoutMkLst>
          <pc:spChg chg="mod">
            <ac:chgData name="Dong Chen" userId="d96fa5ec-4313-4be9-bcac-1adad9054fe4" providerId="ADAL" clId="{D29012F1-9332-4845-9470-7ED4457F892D}" dt="2025-01-14T19:18:02.530" v="0"/>
            <ac:spMkLst>
              <pc:docMk/>
              <pc:sldMasterMk cId="2185202967" sldId="2147483756"/>
              <pc:sldLayoutMk cId="3515030984" sldId="2147483771"/>
              <ac:spMk id="10" creationId="{00000000-0000-0000-0000-000000000000}"/>
            </ac:spMkLst>
          </pc:spChg>
          <pc:spChg chg="mod">
            <ac:chgData name="Dong Chen" userId="d96fa5ec-4313-4be9-bcac-1adad9054fe4" providerId="ADAL" clId="{D29012F1-9332-4845-9470-7ED4457F892D}" dt="2025-01-14T19:18:02.530" v="0"/>
            <ac:spMkLst>
              <pc:docMk/>
              <pc:sldMasterMk cId="2185202967" sldId="2147483756"/>
              <pc:sldLayoutMk cId="3515030984" sldId="2147483771"/>
              <ac:spMk id="12" creationId="{EEAE76CA-C385-4BC8-BC36-447274F340F5}"/>
            </ac:spMkLst>
          </pc:spChg>
          <pc:spChg chg="mod">
            <ac:chgData name="Dong Chen" userId="d96fa5ec-4313-4be9-bcac-1adad9054fe4" providerId="ADAL" clId="{D29012F1-9332-4845-9470-7ED4457F892D}" dt="2025-01-14T19:18:02.530" v="0"/>
            <ac:spMkLst>
              <pc:docMk/>
              <pc:sldMasterMk cId="2185202967" sldId="2147483756"/>
              <pc:sldLayoutMk cId="3515030984" sldId="2147483771"/>
              <ac:spMk id="13" creationId="{92686BC8-4417-4C81-ADE1-79AC050FB9E8}"/>
            </ac:spMkLst>
          </pc:spChg>
          <pc:spChg chg="mod">
            <ac:chgData name="Dong Chen" userId="d96fa5ec-4313-4be9-bcac-1adad9054fe4" providerId="ADAL" clId="{D29012F1-9332-4845-9470-7ED4457F892D}" dt="2025-01-14T19:18:02.530" v="0"/>
            <ac:spMkLst>
              <pc:docMk/>
              <pc:sldMasterMk cId="2185202967" sldId="2147483756"/>
              <pc:sldLayoutMk cId="3515030984" sldId="2147483771"/>
              <ac:spMk id="14" creationId="{2239E19C-3887-490B-90D1-ED737EEA60CD}"/>
            </ac:spMkLst>
          </pc:spChg>
        </pc:sldLayoutChg>
        <pc:sldLayoutChg chg="modSp">
          <pc:chgData name="Dong Chen" userId="d96fa5ec-4313-4be9-bcac-1adad9054fe4" providerId="ADAL" clId="{D29012F1-9332-4845-9470-7ED4457F892D}" dt="2025-01-14T19:18:02.530" v="0"/>
          <pc:sldLayoutMkLst>
            <pc:docMk/>
            <pc:sldMasterMk cId="2185202967" sldId="2147483756"/>
            <pc:sldLayoutMk cId="2675320188" sldId="2147483789"/>
          </pc:sldLayoutMkLst>
          <pc:spChg chg="mod">
            <ac:chgData name="Dong Chen" userId="d96fa5ec-4313-4be9-bcac-1adad9054fe4" providerId="ADAL" clId="{D29012F1-9332-4845-9470-7ED4457F892D}" dt="2025-01-14T19:18:02.530" v="0"/>
            <ac:spMkLst>
              <pc:docMk/>
              <pc:sldMasterMk cId="2185202967" sldId="2147483756"/>
              <pc:sldLayoutMk cId="2675320188" sldId="2147483789"/>
              <ac:spMk id="3" creationId="{00000000-0000-0000-0000-000000000000}"/>
            </ac:spMkLst>
          </pc:spChg>
          <pc:spChg chg="mod">
            <ac:chgData name="Dong Chen" userId="d96fa5ec-4313-4be9-bcac-1adad9054fe4" providerId="ADAL" clId="{D29012F1-9332-4845-9470-7ED4457F892D}" dt="2025-01-14T19:18:02.530" v="0"/>
            <ac:spMkLst>
              <pc:docMk/>
              <pc:sldMasterMk cId="2185202967" sldId="2147483756"/>
              <pc:sldLayoutMk cId="2675320188" sldId="2147483789"/>
              <ac:spMk id="9" creationId="{00000000-0000-0000-0000-000000000000}"/>
            </ac:spMkLst>
          </pc:spChg>
          <pc:spChg chg="mod">
            <ac:chgData name="Dong Chen" userId="d96fa5ec-4313-4be9-bcac-1adad9054fe4" providerId="ADAL" clId="{D29012F1-9332-4845-9470-7ED4457F892D}" dt="2025-01-14T19:18:02.530" v="0"/>
            <ac:spMkLst>
              <pc:docMk/>
              <pc:sldMasterMk cId="2185202967" sldId="2147483756"/>
              <pc:sldLayoutMk cId="2675320188" sldId="2147483789"/>
              <ac:spMk id="10" creationId="{00000000-0000-0000-0000-000000000000}"/>
            </ac:spMkLst>
          </pc:spChg>
          <pc:spChg chg="mod">
            <ac:chgData name="Dong Chen" userId="d96fa5ec-4313-4be9-bcac-1adad9054fe4" providerId="ADAL" clId="{D29012F1-9332-4845-9470-7ED4457F892D}" dt="2025-01-14T19:18:02.530" v="0"/>
            <ac:spMkLst>
              <pc:docMk/>
              <pc:sldMasterMk cId="2185202967" sldId="2147483756"/>
              <pc:sldLayoutMk cId="2675320188" sldId="2147483789"/>
              <ac:spMk id="11" creationId="{00000000-0000-0000-0000-000000000000}"/>
            </ac:spMkLst>
          </pc:spChg>
        </pc:sldLayoutChg>
      </pc:sldMasterChg>
    </pc:docChg>
  </pc:docChgLst>
  <pc:docChgLst>
    <pc:chgData name="Dong Chen" userId="d96fa5ec-4313-4be9-bcac-1adad9054fe4" providerId="ADAL" clId="{BF92EB53-CBB8-4743-AA5F-84A0CE50E788}"/>
    <pc:docChg chg="custSel modSld">
      <pc:chgData name="Dong Chen" userId="d96fa5ec-4313-4be9-bcac-1adad9054fe4" providerId="ADAL" clId="{BF92EB53-CBB8-4743-AA5F-84A0CE50E788}" dt="2022-02-01T20:38:00.262" v="0" actId="478"/>
      <pc:docMkLst>
        <pc:docMk/>
      </pc:docMkLst>
      <pc:sldChg chg="delSp mod">
        <pc:chgData name="Dong Chen" userId="d96fa5ec-4313-4be9-bcac-1adad9054fe4" providerId="ADAL" clId="{BF92EB53-CBB8-4743-AA5F-84A0CE50E788}" dt="2022-02-01T20:38:00.262" v="0" actId="478"/>
        <pc:sldMkLst>
          <pc:docMk/>
          <pc:sldMk cId="3405626526" sldId="391"/>
        </pc:sldMkLst>
      </pc:sldChg>
    </pc:docChg>
  </pc:docChgLst>
  <pc:docChgLst>
    <pc:chgData name="Dong Chen" userId="d96fa5ec-4313-4be9-bcac-1adad9054fe4" providerId="ADAL" clId="{B7AEFB5F-B95F-504E-82CA-048B7718CEA4}"/>
    <pc:docChg chg="delSld modSld">
      <pc:chgData name="Dong Chen" userId="d96fa5ec-4313-4be9-bcac-1adad9054fe4" providerId="ADAL" clId="{B7AEFB5F-B95F-504E-82CA-048B7718CEA4}" dt="2022-02-01T07:28:26.311" v="1" actId="2696"/>
      <pc:docMkLst>
        <pc:docMk/>
      </pc:docMkLst>
      <pc:sldChg chg="modSp mod">
        <pc:chgData name="Dong Chen" userId="d96fa5ec-4313-4be9-bcac-1adad9054fe4" providerId="ADAL" clId="{B7AEFB5F-B95F-504E-82CA-048B7718CEA4}" dt="2022-02-01T06:27:54.462" v="0" actId="1076"/>
        <pc:sldMkLst>
          <pc:docMk/>
          <pc:sldMk cId="0" sldId="426"/>
        </pc:sldMkLst>
      </pc:sldChg>
      <pc:sldChg chg="del">
        <pc:chgData name="Dong Chen" userId="d96fa5ec-4313-4be9-bcac-1adad9054fe4" providerId="ADAL" clId="{B7AEFB5F-B95F-504E-82CA-048B7718CEA4}" dt="2022-02-01T07:28:26.311" v="1" actId="2696"/>
        <pc:sldMkLst>
          <pc:docMk/>
          <pc:sldMk cId="1151346371" sldId="433"/>
        </pc:sldMkLst>
      </pc:sldChg>
    </pc:docChg>
  </pc:docChgLst>
  <pc:docChgLst>
    <pc:chgData name="Dong Chen" userId="d96fa5ec-4313-4be9-bcac-1adad9054fe4" providerId="ADAL" clId="{F1E30D0E-868C-3248-BBB9-53F2D89ECC05}"/>
    <pc:docChg chg="custSel addSld delSld modSld">
      <pc:chgData name="Dong Chen" userId="d96fa5ec-4313-4be9-bcac-1adad9054fe4" providerId="ADAL" clId="{F1E30D0E-868C-3248-BBB9-53F2D89ECC05}" dt="2024-02-06T03:17:53.975" v="139" actId="2696"/>
      <pc:docMkLst>
        <pc:docMk/>
      </pc:docMkLst>
      <pc:sldChg chg="addSp modSp mod">
        <pc:chgData name="Dong Chen" userId="d96fa5ec-4313-4be9-bcac-1adad9054fe4" providerId="ADAL" clId="{F1E30D0E-868C-3248-BBB9-53F2D89ECC05}" dt="2024-02-06T02:48:51.771" v="134" actId="1076"/>
        <pc:sldMkLst>
          <pc:docMk/>
          <pc:sldMk cId="0" sldId="284"/>
        </pc:sldMkLst>
      </pc:sldChg>
      <pc:sldChg chg="modSp mod">
        <pc:chgData name="Dong Chen" userId="d96fa5ec-4313-4be9-bcac-1adad9054fe4" providerId="ADAL" clId="{F1E30D0E-868C-3248-BBB9-53F2D89ECC05}" dt="2024-02-06T02:46:59.243" v="35" actId="33524"/>
        <pc:sldMkLst>
          <pc:docMk/>
          <pc:sldMk cId="0" sldId="320"/>
        </pc:sldMkLst>
      </pc:sldChg>
      <pc:sldChg chg="del">
        <pc:chgData name="Dong Chen" userId="d96fa5ec-4313-4be9-bcac-1adad9054fe4" providerId="ADAL" clId="{F1E30D0E-868C-3248-BBB9-53F2D89ECC05}" dt="2024-02-06T03:16:40.505" v="136" actId="2696"/>
        <pc:sldMkLst>
          <pc:docMk/>
          <pc:sldMk cId="0" sldId="353"/>
        </pc:sldMkLst>
      </pc:sldChg>
      <pc:sldChg chg="del">
        <pc:chgData name="Dong Chen" userId="d96fa5ec-4313-4be9-bcac-1adad9054fe4" providerId="ADAL" clId="{F1E30D0E-868C-3248-BBB9-53F2D89ECC05}" dt="2024-02-06T03:16:42.181" v="137" actId="2696"/>
        <pc:sldMkLst>
          <pc:docMk/>
          <pc:sldMk cId="0" sldId="354"/>
        </pc:sldMkLst>
      </pc:sldChg>
      <pc:sldChg chg="del">
        <pc:chgData name="Dong Chen" userId="d96fa5ec-4313-4be9-bcac-1adad9054fe4" providerId="ADAL" clId="{F1E30D0E-868C-3248-BBB9-53F2D89ECC05}" dt="2024-02-06T03:17:53.975" v="139" actId="2696"/>
        <pc:sldMkLst>
          <pc:docMk/>
          <pc:sldMk cId="0" sldId="356"/>
        </pc:sldMkLst>
      </pc:sldChg>
      <pc:sldChg chg="del">
        <pc:chgData name="Dong Chen" userId="d96fa5ec-4313-4be9-bcac-1adad9054fe4" providerId="ADAL" clId="{F1E30D0E-868C-3248-BBB9-53F2D89ECC05}" dt="2024-02-06T03:16:58.998" v="138" actId="2696"/>
        <pc:sldMkLst>
          <pc:docMk/>
          <pc:sldMk cId="3213381661" sldId="413"/>
        </pc:sldMkLst>
      </pc:sldChg>
      <pc:sldChg chg="modNotes">
        <pc:chgData name="Dong Chen" userId="d96fa5ec-4313-4be9-bcac-1adad9054fe4" providerId="ADAL" clId="{F1E30D0E-868C-3248-BBB9-53F2D89ECC05}" dt="2024-01-25T05:07:18.127" v="2" actId="27636"/>
        <pc:sldMkLst>
          <pc:docMk/>
          <pc:sldMk cId="0" sldId="421"/>
        </pc:sldMkLst>
      </pc:sldChg>
      <pc:sldChg chg="modNotes">
        <pc:chgData name="Dong Chen" userId="d96fa5ec-4313-4be9-bcac-1adad9054fe4" providerId="ADAL" clId="{F1E30D0E-868C-3248-BBB9-53F2D89ECC05}" dt="2024-01-25T05:07:18.133" v="3" actId="27636"/>
        <pc:sldMkLst>
          <pc:docMk/>
          <pc:sldMk cId="0" sldId="422"/>
        </pc:sldMkLst>
      </pc:sldChg>
      <pc:sldChg chg="del">
        <pc:chgData name="Dong Chen" userId="d96fa5ec-4313-4be9-bcac-1adad9054fe4" providerId="ADAL" clId="{F1E30D0E-868C-3248-BBB9-53F2D89ECC05}" dt="2024-02-06T03:02:16.364" v="135" actId="2696"/>
        <pc:sldMkLst>
          <pc:docMk/>
          <pc:sldMk cId="0" sldId="426"/>
        </pc:sldMkLst>
      </pc:sldChg>
      <pc:sldChg chg="addSp delSp modSp new mod">
        <pc:chgData name="Dong Chen" userId="d96fa5ec-4313-4be9-bcac-1adad9054fe4" providerId="ADAL" clId="{F1E30D0E-868C-3248-BBB9-53F2D89ECC05}" dt="2024-01-25T05:07:37.824" v="17" actId="313"/>
        <pc:sldMkLst>
          <pc:docMk/>
          <pc:sldMk cId="1948324519" sldId="433"/>
        </pc:sldMkLst>
      </pc:sldChg>
      <pc:sldChg chg="addSp delSp modSp new mod">
        <pc:chgData name="Dong Chen" userId="d96fa5ec-4313-4be9-bcac-1adad9054fe4" providerId="ADAL" clId="{F1E30D0E-868C-3248-BBB9-53F2D89ECC05}" dt="2024-01-25T05:08:17.315" v="20"/>
        <pc:sldMkLst>
          <pc:docMk/>
          <pc:sldMk cId="602777261" sldId="434"/>
        </pc:sldMkLst>
      </pc:sldChg>
      <pc:sldChg chg="modNotesTx">
        <pc:chgData name="Dong Chen" userId="d96fa5ec-4313-4be9-bcac-1adad9054fe4" providerId="ADAL" clId="{F1E30D0E-868C-3248-BBB9-53F2D89ECC05}" dt="2024-02-06T02:41:46.604" v="33" actId="20577"/>
        <pc:sldMkLst>
          <pc:docMk/>
          <pc:sldMk cId="3931733304" sldId="436"/>
        </pc:sldMkLst>
      </pc:sldChg>
    </pc:docChg>
  </pc:docChgLst>
  <pc:docChgLst>
    <pc:chgData name="Dong Chen" userId="d96fa5ec-4313-4be9-bcac-1adad9054fe4" providerId="ADAL" clId="{0A395ACB-A33D-E340-A8CA-BEF79A28CD3D}"/>
    <pc:docChg chg="undo custSel addSld delSld modSld sldOrd">
      <pc:chgData name="Dong Chen" userId="d96fa5ec-4313-4be9-bcac-1adad9054fe4" providerId="ADAL" clId="{0A395ACB-A33D-E340-A8CA-BEF79A28CD3D}" dt="2024-02-06T19:17:50.217" v="1192" actId="115"/>
      <pc:docMkLst>
        <pc:docMk/>
      </pc:docMkLst>
      <pc:sldChg chg="addSp modSp mod">
        <pc:chgData name="Dong Chen" userId="d96fa5ec-4313-4be9-bcac-1adad9054fe4" providerId="ADAL" clId="{0A395ACB-A33D-E340-A8CA-BEF79A28CD3D}" dt="2024-01-25T16:01:36.116" v="86" actId="1076"/>
        <pc:sldMkLst>
          <pc:docMk/>
          <pc:sldMk cId="0" sldId="265"/>
        </pc:sldMkLst>
      </pc:sldChg>
      <pc:sldChg chg="modSp mod modNotesTx">
        <pc:chgData name="Dong Chen" userId="d96fa5ec-4313-4be9-bcac-1adad9054fe4" providerId="ADAL" clId="{0A395ACB-A33D-E340-A8CA-BEF79A28CD3D}" dt="2024-01-25T16:10:38.692" v="112" actId="20577"/>
        <pc:sldMkLst>
          <pc:docMk/>
          <pc:sldMk cId="0" sldId="268"/>
        </pc:sldMkLst>
      </pc:sldChg>
      <pc:sldChg chg="addSp delSp modSp mod">
        <pc:chgData name="Dong Chen" userId="d96fa5ec-4313-4be9-bcac-1adad9054fe4" providerId="ADAL" clId="{0A395ACB-A33D-E340-A8CA-BEF79A28CD3D}" dt="2024-01-31T23:51:16.285" v="237" actId="1076"/>
        <pc:sldMkLst>
          <pc:docMk/>
          <pc:sldMk cId="0" sldId="270"/>
        </pc:sldMkLst>
      </pc:sldChg>
      <pc:sldChg chg="delSp modSp mod">
        <pc:chgData name="Dong Chen" userId="d96fa5ec-4313-4be9-bcac-1adad9054fe4" providerId="ADAL" clId="{0A395ACB-A33D-E340-A8CA-BEF79A28CD3D}" dt="2024-01-31T23:51:52.613" v="239" actId="478"/>
        <pc:sldMkLst>
          <pc:docMk/>
          <pc:sldMk cId="0" sldId="271"/>
        </pc:sldMkLst>
      </pc:sldChg>
      <pc:sldChg chg="modNotesTx">
        <pc:chgData name="Dong Chen" userId="d96fa5ec-4313-4be9-bcac-1adad9054fe4" providerId="ADAL" clId="{0A395ACB-A33D-E340-A8CA-BEF79A28CD3D}" dt="2024-01-25T16:18:29.833" v="175" actId="20577"/>
        <pc:sldMkLst>
          <pc:docMk/>
          <pc:sldMk cId="0" sldId="272"/>
        </pc:sldMkLst>
      </pc:sldChg>
      <pc:sldChg chg="addSp delSp modSp mod">
        <pc:chgData name="Dong Chen" userId="d96fa5ec-4313-4be9-bcac-1adad9054fe4" providerId="ADAL" clId="{0A395ACB-A33D-E340-A8CA-BEF79A28CD3D}" dt="2024-02-06T17:49:26.036" v="394" actId="1076"/>
        <pc:sldMkLst>
          <pc:docMk/>
          <pc:sldMk cId="0" sldId="278"/>
        </pc:sldMkLst>
      </pc:sldChg>
      <pc:sldChg chg="modSp mod">
        <pc:chgData name="Dong Chen" userId="d96fa5ec-4313-4be9-bcac-1adad9054fe4" providerId="ADAL" clId="{0A395ACB-A33D-E340-A8CA-BEF79A28CD3D}" dt="2024-02-06T17:51:41.585" v="399" actId="1076"/>
        <pc:sldMkLst>
          <pc:docMk/>
          <pc:sldMk cId="0" sldId="279"/>
        </pc:sldMkLst>
      </pc:sldChg>
      <pc:sldChg chg="addSp modSp mod">
        <pc:chgData name="Dong Chen" userId="d96fa5ec-4313-4be9-bcac-1adad9054fe4" providerId="ADAL" clId="{0A395ACB-A33D-E340-A8CA-BEF79A28CD3D}" dt="2024-02-06T17:58:35.044" v="454" actId="20577"/>
        <pc:sldMkLst>
          <pc:docMk/>
          <pc:sldMk cId="0" sldId="280"/>
        </pc:sldMkLst>
      </pc:sldChg>
      <pc:sldChg chg="addSp modSp mod">
        <pc:chgData name="Dong Chen" userId="d96fa5ec-4313-4be9-bcac-1adad9054fe4" providerId="ADAL" clId="{0A395ACB-A33D-E340-A8CA-BEF79A28CD3D}" dt="2024-02-06T17:56:00.717" v="438" actId="1076"/>
        <pc:sldMkLst>
          <pc:docMk/>
          <pc:sldMk cId="0" sldId="281"/>
        </pc:sldMkLst>
      </pc:sldChg>
      <pc:sldChg chg="modSp mod">
        <pc:chgData name="Dong Chen" userId="d96fa5ec-4313-4be9-bcac-1adad9054fe4" providerId="ADAL" clId="{0A395ACB-A33D-E340-A8CA-BEF79A28CD3D}" dt="2024-02-06T18:30:36.850" v="915" actId="404"/>
        <pc:sldMkLst>
          <pc:docMk/>
          <pc:sldMk cId="0" sldId="282"/>
        </pc:sldMkLst>
      </pc:sldChg>
      <pc:sldChg chg="modSp mod">
        <pc:chgData name="Dong Chen" userId="d96fa5ec-4313-4be9-bcac-1adad9054fe4" providerId="ADAL" clId="{0A395ACB-A33D-E340-A8CA-BEF79A28CD3D}" dt="2024-02-06T18:31:50.898" v="927" actId="207"/>
        <pc:sldMkLst>
          <pc:docMk/>
          <pc:sldMk cId="0" sldId="284"/>
        </pc:sldMkLst>
      </pc:sldChg>
      <pc:sldChg chg="modSp mod">
        <pc:chgData name="Dong Chen" userId="d96fa5ec-4313-4be9-bcac-1adad9054fe4" providerId="ADAL" clId="{0A395ACB-A33D-E340-A8CA-BEF79A28CD3D}" dt="2024-02-06T18:53:29.327" v="1188" actId="113"/>
        <pc:sldMkLst>
          <pc:docMk/>
          <pc:sldMk cId="993110335" sldId="309"/>
        </pc:sldMkLst>
      </pc:sldChg>
      <pc:sldChg chg="addSp modSp mod">
        <pc:chgData name="Dong Chen" userId="d96fa5ec-4313-4be9-bcac-1adad9054fe4" providerId="ADAL" clId="{0A395ACB-A33D-E340-A8CA-BEF79A28CD3D}" dt="2024-02-06T18:52:16.849" v="1181" actId="1076"/>
        <pc:sldMkLst>
          <pc:docMk/>
          <pc:sldMk cId="3348054346" sldId="311"/>
        </pc:sldMkLst>
      </pc:sldChg>
      <pc:sldChg chg="addSp modSp mod">
        <pc:chgData name="Dong Chen" userId="d96fa5ec-4313-4be9-bcac-1adad9054fe4" providerId="ADAL" clId="{0A395ACB-A33D-E340-A8CA-BEF79A28CD3D}" dt="2024-01-25T16:25:42.639" v="194" actId="1076"/>
        <pc:sldMkLst>
          <pc:docMk/>
          <pc:sldMk cId="0" sldId="319"/>
        </pc:sldMkLst>
      </pc:sldChg>
      <pc:sldChg chg="addSp modSp mod">
        <pc:chgData name="Dong Chen" userId="d96fa5ec-4313-4be9-bcac-1adad9054fe4" providerId="ADAL" clId="{0A395ACB-A33D-E340-A8CA-BEF79A28CD3D}" dt="2024-02-06T18:32:43.497" v="931" actId="207"/>
        <pc:sldMkLst>
          <pc:docMk/>
          <pc:sldMk cId="0" sldId="320"/>
        </pc:sldMkLst>
      </pc:sldChg>
      <pc:sldChg chg="modSp mod">
        <pc:chgData name="Dong Chen" userId="d96fa5ec-4313-4be9-bcac-1adad9054fe4" providerId="ADAL" clId="{0A395ACB-A33D-E340-A8CA-BEF79A28CD3D}" dt="2024-01-25T16:00:14.110" v="61" actId="14100"/>
        <pc:sldMkLst>
          <pc:docMk/>
          <pc:sldMk cId="0" sldId="342"/>
        </pc:sldMkLst>
      </pc:sldChg>
      <pc:sldChg chg="modSp mod">
        <pc:chgData name="Dong Chen" userId="d96fa5ec-4313-4be9-bcac-1adad9054fe4" providerId="ADAL" clId="{0A395ACB-A33D-E340-A8CA-BEF79A28CD3D}" dt="2024-02-06T18:54:07.960" v="1190" actId="113"/>
        <pc:sldMkLst>
          <pc:docMk/>
          <pc:sldMk cId="0" sldId="355"/>
        </pc:sldMkLst>
      </pc:sldChg>
      <pc:sldChg chg="modSp mod">
        <pc:chgData name="Dong Chen" userId="d96fa5ec-4313-4be9-bcac-1adad9054fe4" providerId="ADAL" clId="{0A395ACB-A33D-E340-A8CA-BEF79A28CD3D}" dt="2024-02-06T19:17:50.217" v="1192" actId="115"/>
        <pc:sldMkLst>
          <pc:docMk/>
          <pc:sldMk cId="0" sldId="376"/>
        </pc:sldMkLst>
      </pc:sldChg>
      <pc:sldChg chg="addSp modSp mod">
        <pc:chgData name="Dong Chen" userId="d96fa5ec-4313-4be9-bcac-1adad9054fe4" providerId="ADAL" clId="{0A395ACB-A33D-E340-A8CA-BEF79A28CD3D}" dt="2024-02-06T18:48:26.167" v="1169" actId="1076"/>
        <pc:sldMkLst>
          <pc:docMk/>
          <pc:sldMk cId="0" sldId="418"/>
        </pc:sldMkLst>
      </pc:sldChg>
      <pc:sldChg chg="modSp mod">
        <pc:chgData name="Dong Chen" userId="d96fa5ec-4313-4be9-bcac-1adad9054fe4" providerId="ADAL" clId="{0A395ACB-A33D-E340-A8CA-BEF79A28CD3D}" dt="2024-02-06T18:36:17.461" v="942" actId="404"/>
        <pc:sldMkLst>
          <pc:docMk/>
          <pc:sldMk cId="0" sldId="420"/>
        </pc:sldMkLst>
      </pc:sldChg>
      <pc:sldChg chg="addSp modSp mod">
        <pc:chgData name="Dong Chen" userId="d96fa5ec-4313-4be9-bcac-1adad9054fe4" providerId="ADAL" clId="{0A395ACB-A33D-E340-A8CA-BEF79A28CD3D}" dt="2024-02-06T18:36:37.133" v="946" actId="20577"/>
        <pc:sldMkLst>
          <pc:docMk/>
          <pc:sldMk cId="0" sldId="421"/>
        </pc:sldMkLst>
      </pc:sldChg>
      <pc:sldChg chg="addSp modSp mod">
        <pc:chgData name="Dong Chen" userId="d96fa5ec-4313-4be9-bcac-1adad9054fe4" providerId="ADAL" clId="{0A395ACB-A33D-E340-A8CA-BEF79A28CD3D}" dt="2024-02-06T18:39:56.167" v="993" actId="1076"/>
        <pc:sldMkLst>
          <pc:docMk/>
          <pc:sldMk cId="0" sldId="422"/>
        </pc:sldMkLst>
      </pc:sldChg>
      <pc:sldChg chg="addSp modSp mod">
        <pc:chgData name="Dong Chen" userId="d96fa5ec-4313-4be9-bcac-1adad9054fe4" providerId="ADAL" clId="{0A395ACB-A33D-E340-A8CA-BEF79A28CD3D}" dt="2024-02-06T18:43:31.749" v="1068" actId="1076"/>
        <pc:sldMkLst>
          <pc:docMk/>
          <pc:sldMk cId="0" sldId="424"/>
        </pc:sldMkLst>
      </pc:sldChg>
      <pc:sldChg chg="addSp modSp mod">
        <pc:chgData name="Dong Chen" userId="d96fa5ec-4313-4be9-bcac-1adad9054fe4" providerId="ADAL" clId="{0A395ACB-A33D-E340-A8CA-BEF79A28CD3D}" dt="2024-02-06T18:47:29.502" v="1149" actId="692"/>
        <pc:sldMkLst>
          <pc:docMk/>
          <pc:sldMk cId="0" sldId="428"/>
        </pc:sldMkLst>
      </pc:sldChg>
      <pc:sldChg chg="modSp mod">
        <pc:chgData name="Dong Chen" userId="d96fa5ec-4313-4be9-bcac-1adad9054fe4" providerId="ADAL" clId="{0A395ACB-A33D-E340-A8CA-BEF79A28CD3D}" dt="2024-02-06T18:25:28.307" v="701" actId="27636"/>
        <pc:sldMkLst>
          <pc:docMk/>
          <pc:sldMk cId="1844868335" sldId="430"/>
        </pc:sldMkLst>
      </pc:sldChg>
      <pc:sldChg chg="modSp add mod">
        <pc:chgData name="Dong Chen" userId="d96fa5ec-4313-4be9-bcac-1adad9054fe4" providerId="ADAL" clId="{0A395ACB-A33D-E340-A8CA-BEF79A28CD3D}" dt="2024-02-01T17:17:33.715" v="295" actId="20577"/>
        <pc:sldMkLst>
          <pc:docMk/>
          <pc:sldMk cId="0" sldId="435"/>
        </pc:sldMkLst>
      </pc:sldChg>
      <pc:sldChg chg="addSp delSp modSp new mod modNotesTx">
        <pc:chgData name="Dong Chen" userId="d96fa5ec-4313-4be9-bcac-1adad9054fe4" providerId="ADAL" clId="{0A395ACB-A33D-E340-A8CA-BEF79A28CD3D}" dt="2024-01-31T23:57:06.055" v="294"/>
        <pc:sldMkLst>
          <pc:docMk/>
          <pc:sldMk cId="3931733304" sldId="436"/>
        </pc:sldMkLst>
      </pc:sldChg>
      <pc:sldChg chg="add">
        <pc:chgData name="Dong Chen" userId="d96fa5ec-4313-4be9-bcac-1adad9054fe4" providerId="ADAL" clId="{0A395ACB-A33D-E340-A8CA-BEF79A28CD3D}" dt="2024-02-06T17:48:50.843" v="386"/>
        <pc:sldMkLst>
          <pc:docMk/>
          <pc:sldMk cId="3701754952" sldId="437"/>
        </pc:sldMkLst>
      </pc:sldChg>
      <pc:sldChg chg="add del">
        <pc:chgData name="Dong Chen" userId="d96fa5ec-4313-4be9-bcac-1adad9054fe4" providerId="ADAL" clId="{0A395ACB-A33D-E340-A8CA-BEF79A28CD3D}" dt="2024-01-31T23:56:56.484" v="293" actId="2696"/>
        <pc:sldMkLst>
          <pc:docMk/>
          <pc:sldMk cId="4005994970" sldId="437"/>
        </pc:sldMkLst>
      </pc:sldChg>
      <pc:sldChg chg="addSp modSp add mod">
        <pc:chgData name="Dong Chen" userId="d96fa5ec-4313-4be9-bcac-1adad9054fe4" providerId="ADAL" clId="{0A395ACB-A33D-E340-A8CA-BEF79A28CD3D}" dt="2024-02-06T18:02:34.616" v="537" actId="207"/>
        <pc:sldMkLst>
          <pc:docMk/>
          <pc:sldMk cId="2478045750" sldId="438"/>
        </pc:sldMkLst>
      </pc:sldChg>
      <pc:sldChg chg="addSp delSp modSp new mod">
        <pc:chgData name="Dong Chen" userId="d96fa5ec-4313-4be9-bcac-1adad9054fe4" providerId="ADAL" clId="{0A395ACB-A33D-E340-A8CA-BEF79A28CD3D}" dt="2024-02-06T18:09:57.480" v="577" actId="207"/>
        <pc:sldMkLst>
          <pc:docMk/>
          <pc:sldMk cId="2524053046" sldId="439"/>
        </pc:sldMkLst>
      </pc:sldChg>
      <pc:sldChg chg="addSp modSp add mod">
        <pc:chgData name="Dong Chen" userId="d96fa5ec-4313-4be9-bcac-1adad9054fe4" providerId="ADAL" clId="{0A395ACB-A33D-E340-A8CA-BEF79A28CD3D}" dt="2024-02-06T18:25:01.799" v="699" actId="207"/>
        <pc:sldMkLst>
          <pc:docMk/>
          <pc:sldMk cId="1436376108" sldId="440"/>
        </pc:sldMkLst>
      </pc:sldChg>
      <pc:sldChg chg="addSp delSp modSp add mod modNotesTx">
        <pc:chgData name="Dong Chen" userId="d96fa5ec-4313-4be9-bcac-1adad9054fe4" providerId="ADAL" clId="{0A395ACB-A33D-E340-A8CA-BEF79A28CD3D}" dt="2024-02-06T18:30:06.385" v="905" actId="20577"/>
        <pc:sldMkLst>
          <pc:docMk/>
          <pc:sldMk cId="585200111" sldId="441"/>
        </pc:sldMkLst>
      </pc:sldChg>
      <pc:sldChg chg="addSp modSp add del mod">
        <pc:chgData name="Dong Chen" userId="d96fa5ec-4313-4be9-bcac-1adad9054fe4" providerId="ADAL" clId="{0A395ACB-A33D-E340-A8CA-BEF79A28CD3D}" dt="2024-02-06T18:29:04.738" v="896" actId="2696"/>
        <pc:sldMkLst>
          <pc:docMk/>
          <pc:sldMk cId="813049321" sldId="442"/>
        </pc:sldMkLst>
      </pc:sldChg>
      <pc:sldChg chg="modSp add mod">
        <pc:chgData name="Dong Chen" userId="d96fa5ec-4313-4be9-bcac-1adad9054fe4" providerId="ADAL" clId="{0A395ACB-A33D-E340-A8CA-BEF79A28CD3D}" dt="2024-02-06T18:37:03.320" v="949" actId="20577"/>
        <pc:sldMkLst>
          <pc:docMk/>
          <pc:sldMk cId="1015295769" sldId="442"/>
        </pc:sldMkLst>
      </pc:sldChg>
      <pc:sldChg chg="modSp add del mod">
        <pc:chgData name="Dong Chen" userId="d96fa5ec-4313-4be9-bcac-1adad9054fe4" providerId="ADAL" clId="{0A395ACB-A33D-E340-A8CA-BEF79A28CD3D}" dt="2024-02-06T18:29:05.433" v="897" actId="2696"/>
        <pc:sldMkLst>
          <pc:docMk/>
          <pc:sldMk cId="555463585" sldId="443"/>
        </pc:sldMkLst>
      </pc:sldChg>
      <pc:sldChg chg="modSp add mod">
        <pc:chgData name="Dong Chen" userId="d96fa5ec-4313-4be9-bcac-1adad9054fe4" providerId="ADAL" clId="{0A395ACB-A33D-E340-A8CA-BEF79A28CD3D}" dt="2024-02-06T18:37:27.731" v="952" actId="20577"/>
        <pc:sldMkLst>
          <pc:docMk/>
          <pc:sldMk cId="756566070" sldId="443"/>
        </pc:sldMkLst>
      </pc:sldChg>
      <pc:sldChg chg="modSp add mod">
        <pc:chgData name="Dong Chen" userId="d96fa5ec-4313-4be9-bcac-1adad9054fe4" providerId="ADAL" clId="{0A395ACB-A33D-E340-A8CA-BEF79A28CD3D}" dt="2024-02-06T18:38:35.314" v="960" actId="20577"/>
        <pc:sldMkLst>
          <pc:docMk/>
          <pc:sldMk cId="3016034042" sldId="444"/>
        </pc:sldMkLst>
      </pc:sldChg>
      <pc:sldChg chg="modSp add mod">
        <pc:chgData name="Dong Chen" userId="d96fa5ec-4313-4be9-bcac-1adad9054fe4" providerId="ADAL" clId="{0A395ACB-A33D-E340-A8CA-BEF79A28CD3D}" dt="2024-02-06T18:38:57.115" v="963" actId="20577"/>
        <pc:sldMkLst>
          <pc:docMk/>
          <pc:sldMk cId="3083185011" sldId="445"/>
        </pc:sldMkLst>
      </pc:sldChg>
      <pc:sldChg chg="addSp modSp add mod ord">
        <pc:chgData name="Dong Chen" userId="d96fa5ec-4313-4be9-bcac-1adad9054fe4" providerId="ADAL" clId="{0A395ACB-A33D-E340-A8CA-BEF79A28CD3D}" dt="2024-02-06T18:45:42.657" v="1106" actId="20578"/>
        <pc:sldMkLst>
          <pc:docMk/>
          <pc:sldMk cId="407210809" sldId="446"/>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C192CED-5284-6842-A2CE-43637359B0CB}" type="doc">
      <dgm:prSet loTypeId="urn:microsoft.com/office/officeart/2005/8/layout/hList1" loCatId="list" qsTypeId="urn:microsoft.com/office/officeart/2005/8/quickstyle/simple4" qsCatId="simple" csTypeId="urn:microsoft.com/office/officeart/2005/8/colors/accent1_2" csCatId="accent1" phldr="1"/>
      <dgm:spPr/>
      <dgm:t>
        <a:bodyPr/>
        <a:lstStyle/>
        <a:p>
          <a:endParaRPr lang="en-US"/>
        </a:p>
      </dgm:t>
    </dgm:pt>
    <dgm:pt modelId="{281E5B53-1732-5F47-A578-AB0E3A9B5E4C}">
      <dgm:prSet phldrT="[Text]"/>
      <dgm:spPr/>
      <dgm:t>
        <a:bodyPr/>
        <a:lstStyle/>
        <a:p>
          <a:r>
            <a:rPr lang="en-US" dirty="0"/>
            <a:t>Main objectives of an OS:</a:t>
          </a:r>
        </a:p>
      </dgm:t>
    </dgm:pt>
    <dgm:pt modelId="{6DF8C72F-1C3C-3D43-905B-F9DFAE34F209}" type="parTrans" cxnId="{5B740C4A-9D68-0540-AC76-45932CD65954}">
      <dgm:prSet/>
      <dgm:spPr/>
      <dgm:t>
        <a:bodyPr/>
        <a:lstStyle/>
        <a:p>
          <a:endParaRPr lang="en-US"/>
        </a:p>
      </dgm:t>
    </dgm:pt>
    <dgm:pt modelId="{2FC987E5-D027-8846-8A97-F16D9257E1AC}" type="sibTrans" cxnId="{5B740C4A-9D68-0540-AC76-45932CD65954}">
      <dgm:prSet/>
      <dgm:spPr/>
      <dgm:t>
        <a:bodyPr/>
        <a:lstStyle/>
        <a:p>
          <a:endParaRPr lang="en-US"/>
        </a:p>
      </dgm:t>
    </dgm:pt>
    <dgm:pt modelId="{AE3CB80F-D45F-E54C-B692-4738A2A6039C}">
      <dgm:prSet/>
      <dgm:spPr>
        <a:solidFill>
          <a:schemeClr val="bg1"/>
        </a:solidFill>
        <a:ln>
          <a:solidFill>
            <a:schemeClr val="accent1">
              <a:lumMod val="75000"/>
            </a:schemeClr>
          </a:solidFill>
        </a:ln>
      </dgm:spPr>
      <dgm:t>
        <a:bodyPr/>
        <a:lstStyle/>
        <a:p>
          <a:r>
            <a:rPr lang="en-US" dirty="0"/>
            <a:t>convenience</a:t>
          </a:r>
        </a:p>
      </dgm:t>
    </dgm:pt>
    <dgm:pt modelId="{DB5EC823-6039-A143-9B39-EB225C90CC38}" type="parTrans" cxnId="{47A89D49-60B4-FB40-9C5D-FFE581254201}">
      <dgm:prSet/>
      <dgm:spPr/>
      <dgm:t>
        <a:bodyPr/>
        <a:lstStyle/>
        <a:p>
          <a:endParaRPr lang="en-US"/>
        </a:p>
      </dgm:t>
    </dgm:pt>
    <dgm:pt modelId="{E262F30B-1A1E-F747-A185-5455263EE08A}" type="sibTrans" cxnId="{47A89D49-60B4-FB40-9C5D-FFE581254201}">
      <dgm:prSet/>
      <dgm:spPr/>
      <dgm:t>
        <a:bodyPr/>
        <a:lstStyle/>
        <a:p>
          <a:endParaRPr lang="en-US"/>
        </a:p>
      </dgm:t>
    </dgm:pt>
    <dgm:pt modelId="{3A3FFD4A-4BD3-2543-98AF-A41B2CAE779A}">
      <dgm:prSet/>
      <dgm:spPr>
        <a:solidFill>
          <a:schemeClr val="bg1"/>
        </a:solidFill>
        <a:ln>
          <a:solidFill>
            <a:schemeClr val="accent1">
              <a:lumMod val="75000"/>
            </a:schemeClr>
          </a:solidFill>
        </a:ln>
      </dgm:spPr>
      <dgm:t>
        <a:bodyPr/>
        <a:lstStyle/>
        <a:p>
          <a:r>
            <a:rPr lang="en-US" dirty="0"/>
            <a:t>efficiency</a:t>
          </a:r>
        </a:p>
      </dgm:t>
    </dgm:pt>
    <dgm:pt modelId="{75A774D8-A8A4-404D-9CFE-DAF3C9EE383B}" type="parTrans" cxnId="{73BA040D-3549-934C-A652-24BEA66255F8}">
      <dgm:prSet/>
      <dgm:spPr/>
      <dgm:t>
        <a:bodyPr/>
        <a:lstStyle/>
        <a:p>
          <a:endParaRPr lang="en-US"/>
        </a:p>
      </dgm:t>
    </dgm:pt>
    <dgm:pt modelId="{AE569C84-AD83-C840-9BA6-D0F860817D5B}" type="sibTrans" cxnId="{73BA040D-3549-934C-A652-24BEA66255F8}">
      <dgm:prSet/>
      <dgm:spPr/>
      <dgm:t>
        <a:bodyPr/>
        <a:lstStyle/>
        <a:p>
          <a:endParaRPr lang="en-US"/>
        </a:p>
      </dgm:t>
    </dgm:pt>
    <dgm:pt modelId="{F96F4B0F-02F7-4D4B-9036-26B336493CAE}">
      <dgm:prSet/>
      <dgm:spPr>
        <a:solidFill>
          <a:schemeClr val="bg1"/>
        </a:solidFill>
        <a:ln>
          <a:solidFill>
            <a:schemeClr val="accent1">
              <a:lumMod val="75000"/>
            </a:schemeClr>
          </a:solidFill>
        </a:ln>
      </dgm:spPr>
      <dgm:t>
        <a:bodyPr/>
        <a:lstStyle/>
        <a:p>
          <a:r>
            <a:rPr lang="en-US" dirty="0"/>
            <a:t>ability to evolve</a:t>
          </a:r>
        </a:p>
      </dgm:t>
    </dgm:pt>
    <dgm:pt modelId="{9A2A829F-7768-884C-9C37-31113093ABE1}" type="parTrans" cxnId="{8C55C725-3252-FA46-BC16-D392FA3244E1}">
      <dgm:prSet/>
      <dgm:spPr/>
      <dgm:t>
        <a:bodyPr/>
        <a:lstStyle/>
        <a:p>
          <a:endParaRPr lang="en-US"/>
        </a:p>
      </dgm:t>
    </dgm:pt>
    <dgm:pt modelId="{B8510BF0-F2AE-0444-B9D0-63BA3E5B4B8B}" type="sibTrans" cxnId="{8C55C725-3252-FA46-BC16-D392FA3244E1}">
      <dgm:prSet/>
      <dgm:spPr/>
      <dgm:t>
        <a:bodyPr/>
        <a:lstStyle/>
        <a:p>
          <a:endParaRPr lang="en-US"/>
        </a:p>
      </dgm:t>
    </dgm:pt>
    <dgm:pt modelId="{5C3B6204-B418-A242-B9D0-60EB91680625}" type="pres">
      <dgm:prSet presAssocID="{1C192CED-5284-6842-A2CE-43637359B0CB}" presName="Name0" presStyleCnt="0">
        <dgm:presLayoutVars>
          <dgm:dir/>
          <dgm:animLvl val="lvl"/>
          <dgm:resizeHandles val="exact"/>
        </dgm:presLayoutVars>
      </dgm:prSet>
      <dgm:spPr/>
    </dgm:pt>
    <dgm:pt modelId="{F2E06192-AEAE-0C49-902F-729236FB5629}" type="pres">
      <dgm:prSet presAssocID="{281E5B53-1732-5F47-A578-AB0E3A9B5E4C}" presName="composite" presStyleCnt="0"/>
      <dgm:spPr/>
    </dgm:pt>
    <dgm:pt modelId="{1AE4A990-5AA0-034B-8CCF-8670DC0A0746}" type="pres">
      <dgm:prSet presAssocID="{281E5B53-1732-5F47-A578-AB0E3A9B5E4C}" presName="parTx" presStyleLbl="alignNode1" presStyleIdx="0" presStyleCnt="1">
        <dgm:presLayoutVars>
          <dgm:chMax val="0"/>
          <dgm:chPref val="0"/>
          <dgm:bulletEnabled val="1"/>
        </dgm:presLayoutVars>
      </dgm:prSet>
      <dgm:spPr/>
    </dgm:pt>
    <dgm:pt modelId="{D90CF14F-E010-5649-9AC4-6BBF9E914CA0}" type="pres">
      <dgm:prSet presAssocID="{281E5B53-1732-5F47-A578-AB0E3A9B5E4C}" presName="desTx" presStyleLbl="alignAccFollowNode1" presStyleIdx="0" presStyleCnt="1">
        <dgm:presLayoutVars>
          <dgm:bulletEnabled val="1"/>
        </dgm:presLayoutVars>
      </dgm:prSet>
      <dgm:spPr/>
    </dgm:pt>
  </dgm:ptLst>
  <dgm:cxnLst>
    <dgm:cxn modelId="{72C97C0B-1912-DC41-AF8F-8B9E282AF6FD}" type="presOf" srcId="{281E5B53-1732-5F47-A578-AB0E3A9B5E4C}" destId="{1AE4A990-5AA0-034B-8CCF-8670DC0A0746}" srcOrd="0" destOrd="0" presId="urn:microsoft.com/office/officeart/2005/8/layout/hList1"/>
    <dgm:cxn modelId="{73BA040D-3549-934C-A652-24BEA66255F8}" srcId="{281E5B53-1732-5F47-A578-AB0E3A9B5E4C}" destId="{3A3FFD4A-4BD3-2543-98AF-A41B2CAE779A}" srcOrd="1" destOrd="0" parTransId="{75A774D8-A8A4-404D-9CFE-DAF3C9EE383B}" sibTransId="{AE569C84-AD83-C840-9BA6-D0F860817D5B}"/>
    <dgm:cxn modelId="{8C55C725-3252-FA46-BC16-D392FA3244E1}" srcId="{281E5B53-1732-5F47-A578-AB0E3A9B5E4C}" destId="{F96F4B0F-02F7-4D4B-9036-26B336493CAE}" srcOrd="2" destOrd="0" parTransId="{9A2A829F-7768-884C-9C37-31113093ABE1}" sibTransId="{B8510BF0-F2AE-0444-B9D0-63BA3E5B4B8B}"/>
    <dgm:cxn modelId="{47A89D49-60B4-FB40-9C5D-FFE581254201}" srcId="{281E5B53-1732-5F47-A578-AB0E3A9B5E4C}" destId="{AE3CB80F-D45F-E54C-B692-4738A2A6039C}" srcOrd="0" destOrd="0" parTransId="{DB5EC823-6039-A143-9B39-EB225C90CC38}" sibTransId="{E262F30B-1A1E-F747-A185-5455263EE08A}"/>
    <dgm:cxn modelId="{5B740C4A-9D68-0540-AC76-45932CD65954}" srcId="{1C192CED-5284-6842-A2CE-43637359B0CB}" destId="{281E5B53-1732-5F47-A578-AB0E3A9B5E4C}" srcOrd="0" destOrd="0" parTransId="{6DF8C72F-1C3C-3D43-905B-F9DFAE34F209}" sibTransId="{2FC987E5-D027-8846-8A97-F16D9257E1AC}"/>
    <dgm:cxn modelId="{47C3F956-F19B-C843-99EB-8353B4B3672A}" type="presOf" srcId="{F96F4B0F-02F7-4D4B-9036-26B336493CAE}" destId="{D90CF14F-E010-5649-9AC4-6BBF9E914CA0}" srcOrd="0" destOrd="2" presId="urn:microsoft.com/office/officeart/2005/8/layout/hList1"/>
    <dgm:cxn modelId="{F6A52685-68B4-9E44-B5F2-05FD0D475D15}" type="presOf" srcId="{AE3CB80F-D45F-E54C-B692-4738A2A6039C}" destId="{D90CF14F-E010-5649-9AC4-6BBF9E914CA0}" srcOrd="0" destOrd="0" presId="urn:microsoft.com/office/officeart/2005/8/layout/hList1"/>
    <dgm:cxn modelId="{3A9FA08E-64EA-0D47-AE28-8B305EB8A206}" type="presOf" srcId="{1C192CED-5284-6842-A2CE-43637359B0CB}" destId="{5C3B6204-B418-A242-B9D0-60EB91680625}" srcOrd="0" destOrd="0" presId="urn:microsoft.com/office/officeart/2005/8/layout/hList1"/>
    <dgm:cxn modelId="{689B13D3-DAC2-294E-A08B-39951FEE76A7}" type="presOf" srcId="{3A3FFD4A-4BD3-2543-98AF-A41B2CAE779A}" destId="{D90CF14F-E010-5649-9AC4-6BBF9E914CA0}" srcOrd="0" destOrd="1" presId="urn:microsoft.com/office/officeart/2005/8/layout/hList1"/>
    <dgm:cxn modelId="{A22C2972-2A62-DB4C-A870-D2834B64A72C}" type="presParOf" srcId="{5C3B6204-B418-A242-B9D0-60EB91680625}" destId="{F2E06192-AEAE-0C49-902F-729236FB5629}" srcOrd="0" destOrd="0" presId="urn:microsoft.com/office/officeart/2005/8/layout/hList1"/>
    <dgm:cxn modelId="{699662D9-C356-6E43-8F80-FB763087BF08}" type="presParOf" srcId="{F2E06192-AEAE-0C49-902F-729236FB5629}" destId="{1AE4A990-5AA0-034B-8CCF-8670DC0A0746}" srcOrd="0" destOrd="0" presId="urn:microsoft.com/office/officeart/2005/8/layout/hList1"/>
    <dgm:cxn modelId="{F259A4CD-7B63-B447-8FD9-6E7CA4ECDD16}" type="presParOf" srcId="{F2E06192-AEAE-0C49-902F-729236FB5629}" destId="{D90CF14F-E010-5649-9AC4-6BBF9E914CA0}"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314EA08-61CD-7848-B246-BDCB3393E799}" type="doc">
      <dgm:prSet loTypeId="urn:microsoft.com/office/officeart/2005/8/layout/vList2" loCatId="list" qsTypeId="urn:microsoft.com/office/officeart/2005/8/quickstyle/simple4" qsCatId="simple" csTypeId="urn:microsoft.com/office/officeart/2005/8/colors/accent1_2" csCatId="accent1" phldr="1"/>
      <dgm:spPr/>
      <dgm:t>
        <a:bodyPr/>
        <a:lstStyle/>
        <a:p>
          <a:endParaRPr lang="en-US"/>
        </a:p>
      </dgm:t>
    </dgm:pt>
    <dgm:pt modelId="{4DE673D0-600C-1F43-A912-41F12960702E}">
      <dgm:prSet phldrT="[Text]" custT="1"/>
      <dgm:spPr>
        <a:solidFill>
          <a:schemeClr val="accent3">
            <a:lumMod val="75000"/>
          </a:schemeClr>
        </a:solidFill>
      </dgm:spPr>
      <dgm:t>
        <a:bodyPr/>
        <a:lstStyle/>
        <a:p>
          <a:r>
            <a:rPr lang="en-US" sz="1800" dirty="0"/>
            <a:t>hardware upgrades</a:t>
          </a:r>
        </a:p>
      </dgm:t>
    </dgm:pt>
    <dgm:pt modelId="{CA9E68CD-FDA6-2947-B506-B9813F3C8F0F}" type="parTrans" cxnId="{8A889DD9-CA01-6344-BAC5-1A2B35B916E9}">
      <dgm:prSet/>
      <dgm:spPr/>
      <dgm:t>
        <a:bodyPr/>
        <a:lstStyle/>
        <a:p>
          <a:endParaRPr lang="en-US"/>
        </a:p>
      </dgm:t>
    </dgm:pt>
    <dgm:pt modelId="{1DFBBD87-248C-7741-B368-FB35329D8AC0}" type="sibTrans" cxnId="{8A889DD9-CA01-6344-BAC5-1A2B35B916E9}">
      <dgm:prSet/>
      <dgm:spPr/>
      <dgm:t>
        <a:bodyPr/>
        <a:lstStyle/>
        <a:p>
          <a:endParaRPr lang="en-US"/>
        </a:p>
      </dgm:t>
    </dgm:pt>
    <dgm:pt modelId="{B4519C2B-736F-3C4D-ABF5-3B13923F7E2E}">
      <dgm:prSet custT="1"/>
      <dgm:spPr/>
      <dgm:t>
        <a:bodyPr/>
        <a:lstStyle/>
        <a:p>
          <a:r>
            <a:rPr lang="en-US" sz="1800" dirty="0"/>
            <a:t>new types of hardware</a:t>
          </a:r>
        </a:p>
      </dgm:t>
    </dgm:pt>
    <dgm:pt modelId="{F3D30ACB-D10E-384D-9B8E-68A922035356}" type="parTrans" cxnId="{D2968E36-6D67-B34D-8547-C7B465B69170}">
      <dgm:prSet/>
      <dgm:spPr/>
      <dgm:t>
        <a:bodyPr/>
        <a:lstStyle/>
        <a:p>
          <a:endParaRPr lang="en-US"/>
        </a:p>
      </dgm:t>
    </dgm:pt>
    <dgm:pt modelId="{5F964703-FC05-0543-A573-31CF63A3A993}" type="sibTrans" cxnId="{D2968E36-6D67-B34D-8547-C7B465B69170}">
      <dgm:prSet/>
      <dgm:spPr/>
      <dgm:t>
        <a:bodyPr/>
        <a:lstStyle/>
        <a:p>
          <a:endParaRPr lang="en-US"/>
        </a:p>
      </dgm:t>
    </dgm:pt>
    <dgm:pt modelId="{C856B1ED-4F2B-D54C-B1DB-771C149631D5}">
      <dgm:prSet custT="1"/>
      <dgm:spPr>
        <a:solidFill>
          <a:schemeClr val="accent2">
            <a:lumMod val="75000"/>
          </a:schemeClr>
        </a:solidFill>
      </dgm:spPr>
      <dgm:t>
        <a:bodyPr/>
        <a:lstStyle/>
        <a:p>
          <a:r>
            <a:rPr lang="en-US" sz="1800" dirty="0"/>
            <a:t>new services</a:t>
          </a:r>
        </a:p>
      </dgm:t>
    </dgm:pt>
    <dgm:pt modelId="{A8F33FE1-9B38-9141-8AA5-72D16AFB336A}" type="parTrans" cxnId="{A093B91E-FEA7-BF4A-9531-31A80072A426}">
      <dgm:prSet/>
      <dgm:spPr/>
      <dgm:t>
        <a:bodyPr/>
        <a:lstStyle/>
        <a:p>
          <a:endParaRPr lang="en-US"/>
        </a:p>
      </dgm:t>
    </dgm:pt>
    <dgm:pt modelId="{DBEAF13A-3D8E-D044-BD68-AC20B82EEF6E}" type="sibTrans" cxnId="{A093B91E-FEA7-BF4A-9531-31A80072A426}">
      <dgm:prSet/>
      <dgm:spPr/>
      <dgm:t>
        <a:bodyPr/>
        <a:lstStyle/>
        <a:p>
          <a:endParaRPr lang="en-US"/>
        </a:p>
      </dgm:t>
    </dgm:pt>
    <dgm:pt modelId="{1EB4E35E-A4FD-A642-812A-4D206E27C3E5}">
      <dgm:prSet custT="1"/>
      <dgm:spPr>
        <a:solidFill>
          <a:schemeClr val="accent6"/>
        </a:solidFill>
      </dgm:spPr>
      <dgm:t>
        <a:bodyPr/>
        <a:lstStyle/>
        <a:p>
          <a:r>
            <a:rPr lang="en-US" sz="1800" dirty="0"/>
            <a:t>Fixes</a:t>
          </a:r>
        </a:p>
      </dgm:t>
    </dgm:pt>
    <dgm:pt modelId="{2DB22E54-E480-244C-B4CA-9697D00BF6FD}" type="sibTrans" cxnId="{378DACAE-95AC-324E-B93B-9B9F07F6A4A8}">
      <dgm:prSet/>
      <dgm:spPr/>
      <dgm:t>
        <a:bodyPr/>
        <a:lstStyle/>
        <a:p>
          <a:endParaRPr lang="en-US"/>
        </a:p>
      </dgm:t>
    </dgm:pt>
    <dgm:pt modelId="{30BEAE05-8F33-7C40-854A-38427989693D}" type="parTrans" cxnId="{378DACAE-95AC-324E-B93B-9B9F07F6A4A8}">
      <dgm:prSet/>
      <dgm:spPr/>
      <dgm:t>
        <a:bodyPr/>
        <a:lstStyle/>
        <a:p>
          <a:endParaRPr lang="en-US"/>
        </a:p>
      </dgm:t>
    </dgm:pt>
    <dgm:pt modelId="{8272D90A-381D-A943-A863-F7B14E4A2D44}" type="pres">
      <dgm:prSet presAssocID="{4314EA08-61CD-7848-B246-BDCB3393E799}" presName="linear" presStyleCnt="0">
        <dgm:presLayoutVars>
          <dgm:animLvl val="lvl"/>
          <dgm:resizeHandles val="exact"/>
        </dgm:presLayoutVars>
      </dgm:prSet>
      <dgm:spPr/>
    </dgm:pt>
    <dgm:pt modelId="{0C63F472-A208-BC48-9954-72AE57388841}" type="pres">
      <dgm:prSet presAssocID="{4DE673D0-600C-1F43-A912-41F12960702E}" presName="parentText" presStyleLbl="node1" presStyleIdx="0" presStyleCnt="4" custScaleX="25401" custScaleY="88057" custLinFactY="16031" custLinFactNeighborX="-34522" custLinFactNeighborY="100000">
        <dgm:presLayoutVars>
          <dgm:chMax val="0"/>
          <dgm:bulletEnabled val="1"/>
        </dgm:presLayoutVars>
      </dgm:prSet>
      <dgm:spPr/>
    </dgm:pt>
    <dgm:pt modelId="{5C51A478-63FB-6D40-B025-1CB4BCECB8CA}" type="pres">
      <dgm:prSet presAssocID="{1DFBBD87-248C-7741-B368-FB35329D8AC0}" presName="spacer" presStyleCnt="0"/>
      <dgm:spPr/>
    </dgm:pt>
    <dgm:pt modelId="{06E7AF27-17CB-6C41-9B00-422CDBA69BDA}" type="pres">
      <dgm:prSet presAssocID="{B4519C2B-736F-3C4D-ABF5-3B13923F7E2E}" presName="parentText" presStyleLbl="node1" presStyleIdx="1" presStyleCnt="4" custScaleX="33334" custScaleY="91273" custLinFactNeighborX="-21296" custLinFactNeighborY="70821">
        <dgm:presLayoutVars>
          <dgm:chMax val="0"/>
          <dgm:bulletEnabled val="1"/>
        </dgm:presLayoutVars>
      </dgm:prSet>
      <dgm:spPr/>
    </dgm:pt>
    <dgm:pt modelId="{2A0DF51E-479B-F345-AF83-54F3DF408229}" type="pres">
      <dgm:prSet presAssocID="{5F964703-FC05-0543-A573-31CF63A3A993}" presName="spacer" presStyleCnt="0"/>
      <dgm:spPr/>
    </dgm:pt>
    <dgm:pt modelId="{54C39DF2-6921-BB4E-8411-E1AA720107FC}" type="pres">
      <dgm:prSet presAssocID="{C856B1ED-4F2B-D54C-B1DB-771C149631D5}" presName="parentText" presStyleLbl="node1" presStyleIdx="2" presStyleCnt="4" custScaleX="29103" custScaleY="80414" custLinFactNeighborX="-9523" custLinFactNeighborY="-33359">
        <dgm:presLayoutVars>
          <dgm:chMax val="0"/>
          <dgm:bulletEnabled val="1"/>
        </dgm:presLayoutVars>
      </dgm:prSet>
      <dgm:spPr/>
    </dgm:pt>
    <dgm:pt modelId="{8EBEB080-B91F-6B4C-887F-A3D89EB1D39C}" type="pres">
      <dgm:prSet presAssocID="{DBEAF13A-3D8E-D044-BD68-AC20B82EEF6E}" presName="spacer" presStyleCnt="0"/>
      <dgm:spPr/>
    </dgm:pt>
    <dgm:pt modelId="{87EED797-7526-BB4E-8C40-6D097D0CBF95}" type="pres">
      <dgm:prSet presAssocID="{1EB4E35E-A4FD-A642-812A-4D206E27C3E5}" presName="parentText" presStyleLbl="node1" presStyleIdx="3" presStyleCnt="4" custScaleX="25925" custScaleY="89976" custLinFactY="-4995" custLinFactNeighborX="0" custLinFactNeighborY="-100000">
        <dgm:presLayoutVars>
          <dgm:chMax val="0"/>
          <dgm:bulletEnabled val="1"/>
        </dgm:presLayoutVars>
      </dgm:prSet>
      <dgm:spPr/>
    </dgm:pt>
  </dgm:ptLst>
  <dgm:cxnLst>
    <dgm:cxn modelId="{A093B91E-FEA7-BF4A-9531-31A80072A426}" srcId="{4314EA08-61CD-7848-B246-BDCB3393E799}" destId="{C856B1ED-4F2B-D54C-B1DB-771C149631D5}" srcOrd="2" destOrd="0" parTransId="{A8F33FE1-9B38-9141-8AA5-72D16AFB336A}" sibTransId="{DBEAF13A-3D8E-D044-BD68-AC20B82EEF6E}"/>
    <dgm:cxn modelId="{D2968E36-6D67-B34D-8547-C7B465B69170}" srcId="{4314EA08-61CD-7848-B246-BDCB3393E799}" destId="{B4519C2B-736F-3C4D-ABF5-3B13923F7E2E}" srcOrd="1" destOrd="0" parTransId="{F3D30ACB-D10E-384D-9B8E-68A922035356}" sibTransId="{5F964703-FC05-0543-A573-31CF63A3A993}"/>
    <dgm:cxn modelId="{12E9DC83-8475-8042-9047-78C0AF9133EB}" type="presOf" srcId="{B4519C2B-736F-3C4D-ABF5-3B13923F7E2E}" destId="{06E7AF27-17CB-6C41-9B00-422CDBA69BDA}" srcOrd="0" destOrd="0" presId="urn:microsoft.com/office/officeart/2005/8/layout/vList2"/>
    <dgm:cxn modelId="{302CEDA2-5BDB-FE41-98FC-DCC6E8118F64}" type="presOf" srcId="{C856B1ED-4F2B-D54C-B1DB-771C149631D5}" destId="{54C39DF2-6921-BB4E-8411-E1AA720107FC}" srcOrd="0" destOrd="0" presId="urn:microsoft.com/office/officeart/2005/8/layout/vList2"/>
    <dgm:cxn modelId="{378DACAE-95AC-324E-B93B-9B9F07F6A4A8}" srcId="{4314EA08-61CD-7848-B246-BDCB3393E799}" destId="{1EB4E35E-A4FD-A642-812A-4D206E27C3E5}" srcOrd="3" destOrd="0" parTransId="{30BEAE05-8F33-7C40-854A-38427989693D}" sibTransId="{2DB22E54-E480-244C-B4CA-9697D00BF6FD}"/>
    <dgm:cxn modelId="{57419CC9-4D68-5040-8DE6-0809FB1E9130}" type="presOf" srcId="{1EB4E35E-A4FD-A642-812A-4D206E27C3E5}" destId="{87EED797-7526-BB4E-8C40-6D097D0CBF95}" srcOrd="0" destOrd="0" presId="urn:microsoft.com/office/officeart/2005/8/layout/vList2"/>
    <dgm:cxn modelId="{AD1BBCCA-AF8E-014D-9239-5EC9BB76C1BB}" type="presOf" srcId="{4314EA08-61CD-7848-B246-BDCB3393E799}" destId="{8272D90A-381D-A943-A863-F7B14E4A2D44}" srcOrd="0" destOrd="0" presId="urn:microsoft.com/office/officeart/2005/8/layout/vList2"/>
    <dgm:cxn modelId="{8A889DD9-CA01-6344-BAC5-1A2B35B916E9}" srcId="{4314EA08-61CD-7848-B246-BDCB3393E799}" destId="{4DE673D0-600C-1F43-A912-41F12960702E}" srcOrd="0" destOrd="0" parTransId="{CA9E68CD-FDA6-2947-B506-B9813F3C8F0F}" sibTransId="{1DFBBD87-248C-7741-B368-FB35329D8AC0}"/>
    <dgm:cxn modelId="{42A3CBF1-4A63-274B-B2FF-3290497153EB}" type="presOf" srcId="{4DE673D0-600C-1F43-A912-41F12960702E}" destId="{0C63F472-A208-BC48-9954-72AE57388841}" srcOrd="0" destOrd="0" presId="urn:microsoft.com/office/officeart/2005/8/layout/vList2"/>
    <dgm:cxn modelId="{5F7D3CB2-34C0-C94D-AD37-72E63BDF2614}" type="presParOf" srcId="{8272D90A-381D-A943-A863-F7B14E4A2D44}" destId="{0C63F472-A208-BC48-9954-72AE57388841}" srcOrd="0" destOrd="0" presId="urn:microsoft.com/office/officeart/2005/8/layout/vList2"/>
    <dgm:cxn modelId="{116C4AA5-0206-8942-BD5B-8308B2835FA2}" type="presParOf" srcId="{8272D90A-381D-A943-A863-F7B14E4A2D44}" destId="{5C51A478-63FB-6D40-B025-1CB4BCECB8CA}" srcOrd="1" destOrd="0" presId="urn:microsoft.com/office/officeart/2005/8/layout/vList2"/>
    <dgm:cxn modelId="{3D4EBBFB-ED6D-BD42-8A7A-53EF28E4FBFB}" type="presParOf" srcId="{8272D90A-381D-A943-A863-F7B14E4A2D44}" destId="{06E7AF27-17CB-6C41-9B00-422CDBA69BDA}" srcOrd="2" destOrd="0" presId="urn:microsoft.com/office/officeart/2005/8/layout/vList2"/>
    <dgm:cxn modelId="{D0F71D5A-8081-3544-BB5B-9AA91BEB8CDF}" type="presParOf" srcId="{8272D90A-381D-A943-A863-F7B14E4A2D44}" destId="{2A0DF51E-479B-F345-AF83-54F3DF408229}" srcOrd="3" destOrd="0" presId="urn:microsoft.com/office/officeart/2005/8/layout/vList2"/>
    <dgm:cxn modelId="{8DEC3395-6BA1-CD4F-919F-6C0B0E3738E4}" type="presParOf" srcId="{8272D90A-381D-A943-A863-F7B14E4A2D44}" destId="{54C39DF2-6921-BB4E-8411-E1AA720107FC}" srcOrd="4" destOrd="0" presId="urn:microsoft.com/office/officeart/2005/8/layout/vList2"/>
    <dgm:cxn modelId="{5017CE91-22AB-4F4E-B335-B3FD1B43BE14}" type="presParOf" srcId="{8272D90A-381D-A943-A863-F7B14E4A2D44}" destId="{8EBEB080-B91F-6B4C-887F-A3D89EB1D39C}" srcOrd="5" destOrd="0" presId="urn:microsoft.com/office/officeart/2005/8/layout/vList2"/>
    <dgm:cxn modelId="{EF06E1AB-736D-4940-859B-48C13F50C0F2}" type="presParOf" srcId="{8272D90A-381D-A943-A863-F7B14E4A2D44}" destId="{87EED797-7526-BB4E-8C40-6D097D0CBF95}" srcOrd="6"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6EACCD92-B1BC-0A42-953B-F3E640C7BD29}" type="doc">
      <dgm:prSet loTypeId="urn:microsoft.com/office/officeart/2005/8/layout/arrow2" loCatId="process" qsTypeId="urn:microsoft.com/office/officeart/2005/8/quickstyle/simple4" qsCatId="simple" csTypeId="urn:microsoft.com/office/officeart/2005/8/colors/accent1_2" csCatId="accent1" phldr="1"/>
      <dgm:spPr/>
    </dgm:pt>
    <dgm:pt modelId="{38FC8F8D-C424-8146-9E56-AD1DDF760111}">
      <dgm:prSet phldrT="[Text]" custT="1"/>
      <dgm:spPr/>
      <dgm:t>
        <a:bodyPr/>
        <a:lstStyle/>
        <a:p>
          <a:r>
            <a:rPr lang="en-NZ" sz="1800" b="1" dirty="0">
              <a:solidFill>
                <a:srgbClr val="FF0000"/>
              </a:solidFill>
            </a:rPr>
            <a:t>Serial Processing</a:t>
          </a:r>
          <a:endParaRPr lang="en-US" sz="1800" b="1" dirty="0">
            <a:solidFill>
              <a:srgbClr val="FF0000"/>
            </a:solidFill>
          </a:endParaRPr>
        </a:p>
      </dgm:t>
    </dgm:pt>
    <dgm:pt modelId="{D0A62D74-7E0B-B242-8B35-D7A6B1083D31}" type="parTrans" cxnId="{7D3C728B-F740-AC43-9F3A-C47B814E5089}">
      <dgm:prSet/>
      <dgm:spPr/>
      <dgm:t>
        <a:bodyPr/>
        <a:lstStyle/>
        <a:p>
          <a:endParaRPr lang="en-US"/>
        </a:p>
      </dgm:t>
    </dgm:pt>
    <dgm:pt modelId="{4BF9B6E4-5CE0-7C40-ACE9-2C6A5EA145F7}" type="sibTrans" cxnId="{7D3C728B-F740-AC43-9F3A-C47B814E5089}">
      <dgm:prSet/>
      <dgm:spPr/>
      <dgm:t>
        <a:bodyPr/>
        <a:lstStyle/>
        <a:p>
          <a:endParaRPr lang="en-US"/>
        </a:p>
      </dgm:t>
    </dgm:pt>
    <dgm:pt modelId="{D9810BAD-2715-BF45-BF3B-6AB8E45EE25A}">
      <dgm:prSet custT="1"/>
      <dgm:spPr/>
      <dgm:t>
        <a:bodyPr/>
        <a:lstStyle/>
        <a:p>
          <a:r>
            <a:rPr lang="en-NZ" sz="1800" dirty="0"/>
            <a:t>Simple Batch Systems</a:t>
          </a:r>
        </a:p>
      </dgm:t>
    </dgm:pt>
    <dgm:pt modelId="{A7494285-C8ED-F248-AEC8-913A1E2E837E}" type="parTrans" cxnId="{1DE82A49-0AB5-0347-85E5-B4E74FB74FCA}">
      <dgm:prSet/>
      <dgm:spPr/>
      <dgm:t>
        <a:bodyPr/>
        <a:lstStyle/>
        <a:p>
          <a:endParaRPr lang="en-US"/>
        </a:p>
      </dgm:t>
    </dgm:pt>
    <dgm:pt modelId="{3253F9A0-6251-A642-AE74-6B9C371975BC}" type="sibTrans" cxnId="{1DE82A49-0AB5-0347-85E5-B4E74FB74FCA}">
      <dgm:prSet/>
      <dgm:spPr/>
      <dgm:t>
        <a:bodyPr/>
        <a:lstStyle/>
        <a:p>
          <a:endParaRPr lang="en-US"/>
        </a:p>
      </dgm:t>
    </dgm:pt>
    <dgm:pt modelId="{A66F7EE8-B277-D248-99D3-4CD126540C8A}">
      <dgm:prSet custT="1"/>
      <dgm:spPr/>
      <dgm:t>
        <a:bodyPr/>
        <a:lstStyle/>
        <a:p>
          <a:r>
            <a:rPr lang="en-NZ" sz="1800" dirty="0"/>
            <a:t>Multiprogrammed Batch Systems</a:t>
          </a:r>
        </a:p>
      </dgm:t>
    </dgm:pt>
    <dgm:pt modelId="{38AC00E7-9EEB-AA46-92D7-B69F40E88CB4}" type="parTrans" cxnId="{451DF095-1C94-234D-A748-F8277292FC1F}">
      <dgm:prSet/>
      <dgm:spPr/>
      <dgm:t>
        <a:bodyPr/>
        <a:lstStyle/>
        <a:p>
          <a:endParaRPr lang="en-US"/>
        </a:p>
      </dgm:t>
    </dgm:pt>
    <dgm:pt modelId="{F51F151C-E8E6-534A-A204-713718F1E875}" type="sibTrans" cxnId="{451DF095-1C94-234D-A748-F8277292FC1F}">
      <dgm:prSet/>
      <dgm:spPr/>
      <dgm:t>
        <a:bodyPr/>
        <a:lstStyle/>
        <a:p>
          <a:endParaRPr lang="en-US"/>
        </a:p>
      </dgm:t>
    </dgm:pt>
    <dgm:pt modelId="{9386885E-542C-A045-80DD-541DAB382580}">
      <dgm:prSet custT="1"/>
      <dgm:spPr/>
      <dgm:t>
        <a:bodyPr/>
        <a:lstStyle/>
        <a:p>
          <a:r>
            <a:rPr lang="en-NZ" sz="1800" dirty="0"/>
            <a:t>Time Sharing Systems</a:t>
          </a:r>
        </a:p>
      </dgm:t>
    </dgm:pt>
    <dgm:pt modelId="{568757CA-AC16-7F43-B8F6-583978CFEC40}" type="parTrans" cxnId="{049F5EB9-BDD5-B249-B755-3016A45FC8DA}">
      <dgm:prSet/>
      <dgm:spPr/>
      <dgm:t>
        <a:bodyPr/>
        <a:lstStyle/>
        <a:p>
          <a:endParaRPr lang="en-US"/>
        </a:p>
      </dgm:t>
    </dgm:pt>
    <dgm:pt modelId="{B3B68821-6B75-224A-99DE-9B3A4C5EF08C}" type="sibTrans" cxnId="{049F5EB9-BDD5-B249-B755-3016A45FC8DA}">
      <dgm:prSet/>
      <dgm:spPr/>
      <dgm:t>
        <a:bodyPr/>
        <a:lstStyle/>
        <a:p>
          <a:endParaRPr lang="en-US"/>
        </a:p>
      </dgm:t>
    </dgm:pt>
    <dgm:pt modelId="{094A77E0-A09E-2B4F-9792-0313B70CB70F}" type="pres">
      <dgm:prSet presAssocID="{6EACCD92-B1BC-0A42-953B-F3E640C7BD29}" presName="arrowDiagram" presStyleCnt="0">
        <dgm:presLayoutVars>
          <dgm:chMax val="5"/>
          <dgm:dir/>
          <dgm:resizeHandles val="exact"/>
        </dgm:presLayoutVars>
      </dgm:prSet>
      <dgm:spPr/>
    </dgm:pt>
    <dgm:pt modelId="{7274B0A6-A780-AC4D-A192-A17A96D7D56B}" type="pres">
      <dgm:prSet presAssocID="{6EACCD92-B1BC-0A42-953B-F3E640C7BD29}" presName="arrow" presStyleLbl="bgShp" presStyleIdx="0" presStyleCnt="1" custLinFactNeighborX="0" custLinFactNeighborY="-8721"/>
      <dgm:spPr>
        <a:ln>
          <a:solidFill>
            <a:schemeClr val="accent1">
              <a:lumMod val="75000"/>
            </a:schemeClr>
          </a:solidFill>
        </a:ln>
      </dgm:spPr>
    </dgm:pt>
    <dgm:pt modelId="{AC30B1C0-E642-C343-9491-3D29EF5B9ACA}" type="pres">
      <dgm:prSet presAssocID="{6EACCD92-B1BC-0A42-953B-F3E640C7BD29}" presName="arrowDiagram4" presStyleCnt="0"/>
      <dgm:spPr/>
    </dgm:pt>
    <dgm:pt modelId="{14244A61-2F42-FE4C-B4AE-14F538A72BD4}" type="pres">
      <dgm:prSet presAssocID="{38FC8F8D-C424-8146-9E56-AD1DDF760111}" presName="bullet4a" presStyleLbl="node1" presStyleIdx="0" presStyleCnt="4"/>
      <dgm:spPr/>
    </dgm:pt>
    <dgm:pt modelId="{68990ADE-EECC-A843-9CB8-385F4DCE6884}" type="pres">
      <dgm:prSet presAssocID="{38FC8F8D-C424-8146-9E56-AD1DDF760111}" presName="textBox4a" presStyleLbl="revTx" presStyleIdx="0" presStyleCnt="4" custScaleY="51143">
        <dgm:presLayoutVars>
          <dgm:bulletEnabled val="1"/>
        </dgm:presLayoutVars>
      </dgm:prSet>
      <dgm:spPr/>
    </dgm:pt>
    <dgm:pt modelId="{9AA8AB03-D64A-C342-B37C-4CCC9DA9EB94}" type="pres">
      <dgm:prSet presAssocID="{D9810BAD-2715-BF45-BF3B-6AB8E45EE25A}" presName="bullet4b" presStyleLbl="node1" presStyleIdx="1" presStyleCnt="4"/>
      <dgm:spPr/>
    </dgm:pt>
    <dgm:pt modelId="{CD842123-1D21-A749-9096-4D7D760BAAD9}" type="pres">
      <dgm:prSet presAssocID="{D9810BAD-2715-BF45-BF3B-6AB8E45EE25A}" presName="textBox4b" presStyleLbl="revTx" presStyleIdx="1" presStyleCnt="4" custScaleY="39942" custLinFactNeighborX="-4726" custLinFactNeighborY="-3817">
        <dgm:presLayoutVars>
          <dgm:bulletEnabled val="1"/>
        </dgm:presLayoutVars>
      </dgm:prSet>
      <dgm:spPr/>
    </dgm:pt>
    <dgm:pt modelId="{36778976-587A-8042-87A9-FC1C9FD954F8}" type="pres">
      <dgm:prSet presAssocID="{A66F7EE8-B277-D248-99D3-4CD126540C8A}" presName="bullet4c" presStyleLbl="node1" presStyleIdx="2" presStyleCnt="4"/>
      <dgm:spPr/>
    </dgm:pt>
    <dgm:pt modelId="{D9519E44-3DC2-2543-B587-8A3BE587954F}" type="pres">
      <dgm:prSet presAssocID="{A66F7EE8-B277-D248-99D3-4CD126540C8A}" presName="textBox4c" presStyleLbl="revTx" presStyleIdx="2" presStyleCnt="4" custScaleX="143550" custScaleY="26063" custLinFactNeighborX="-6990" custLinFactNeighborY="-16934">
        <dgm:presLayoutVars>
          <dgm:bulletEnabled val="1"/>
        </dgm:presLayoutVars>
      </dgm:prSet>
      <dgm:spPr/>
    </dgm:pt>
    <dgm:pt modelId="{6C5317EB-E0BB-C646-8AC7-1B8FB3CE6475}" type="pres">
      <dgm:prSet presAssocID="{9386885E-542C-A045-80DD-541DAB382580}" presName="bullet4d" presStyleLbl="node1" presStyleIdx="3" presStyleCnt="4"/>
      <dgm:spPr/>
    </dgm:pt>
    <dgm:pt modelId="{9DBEC3F6-5D1C-984A-A8A3-A5F0342491D8}" type="pres">
      <dgm:prSet presAssocID="{9386885E-542C-A045-80DD-541DAB382580}" presName="textBox4d" presStyleLbl="revTx" presStyleIdx="3" presStyleCnt="4" custScaleX="86877" custScaleY="31888" custLinFactNeighborX="-17456" custLinFactNeighborY="-17576">
        <dgm:presLayoutVars>
          <dgm:bulletEnabled val="1"/>
        </dgm:presLayoutVars>
      </dgm:prSet>
      <dgm:spPr/>
    </dgm:pt>
  </dgm:ptLst>
  <dgm:cxnLst>
    <dgm:cxn modelId="{3E17B52C-3B06-9A45-8584-9180A0C1BA59}" type="presOf" srcId="{A66F7EE8-B277-D248-99D3-4CD126540C8A}" destId="{D9519E44-3DC2-2543-B587-8A3BE587954F}" srcOrd="0" destOrd="0" presId="urn:microsoft.com/office/officeart/2005/8/layout/arrow2"/>
    <dgm:cxn modelId="{1098CD43-3096-BD47-8C93-BE8058CF148F}" type="presOf" srcId="{D9810BAD-2715-BF45-BF3B-6AB8E45EE25A}" destId="{CD842123-1D21-A749-9096-4D7D760BAAD9}" srcOrd="0" destOrd="0" presId="urn:microsoft.com/office/officeart/2005/8/layout/arrow2"/>
    <dgm:cxn modelId="{1DE82A49-0AB5-0347-85E5-B4E74FB74FCA}" srcId="{6EACCD92-B1BC-0A42-953B-F3E640C7BD29}" destId="{D9810BAD-2715-BF45-BF3B-6AB8E45EE25A}" srcOrd="1" destOrd="0" parTransId="{A7494285-C8ED-F248-AEC8-913A1E2E837E}" sibTransId="{3253F9A0-6251-A642-AE74-6B9C371975BC}"/>
    <dgm:cxn modelId="{7D3C728B-F740-AC43-9F3A-C47B814E5089}" srcId="{6EACCD92-B1BC-0A42-953B-F3E640C7BD29}" destId="{38FC8F8D-C424-8146-9E56-AD1DDF760111}" srcOrd="0" destOrd="0" parTransId="{D0A62D74-7E0B-B242-8B35-D7A6B1083D31}" sibTransId="{4BF9B6E4-5CE0-7C40-ACE9-2C6A5EA145F7}"/>
    <dgm:cxn modelId="{C067DF8D-A81E-9E43-A8DD-02D5C2A61521}" type="presOf" srcId="{38FC8F8D-C424-8146-9E56-AD1DDF760111}" destId="{68990ADE-EECC-A843-9CB8-385F4DCE6884}" srcOrd="0" destOrd="0" presId="urn:microsoft.com/office/officeart/2005/8/layout/arrow2"/>
    <dgm:cxn modelId="{451DF095-1C94-234D-A748-F8277292FC1F}" srcId="{6EACCD92-B1BC-0A42-953B-F3E640C7BD29}" destId="{A66F7EE8-B277-D248-99D3-4CD126540C8A}" srcOrd="2" destOrd="0" parTransId="{38AC00E7-9EEB-AA46-92D7-B69F40E88CB4}" sibTransId="{F51F151C-E8E6-534A-A204-713718F1E875}"/>
    <dgm:cxn modelId="{A2D78A9C-6247-FA4B-8F51-CF2E89D0314E}" type="presOf" srcId="{6EACCD92-B1BC-0A42-953B-F3E640C7BD29}" destId="{094A77E0-A09E-2B4F-9792-0313B70CB70F}" srcOrd="0" destOrd="0" presId="urn:microsoft.com/office/officeart/2005/8/layout/arrow2"/>
    <dgm:cxn modelId="{049F5EB9-BDD5-B249-B755-3016A45FC8DA}" srcId="{6EACCD92-B1BC-0A42-953B-F3E640C7BD29}" destId="{9386885E-542C-A045-80DD-541DAB382580}" srcOrd="3" destOrd="0" parTransId="{568757CA-AC16-7F43-B8F6-583978CFEC40}" sibTransId="{B3B68821-6B75-224A-99DE-9B3A4C5EF08C}"/>
    <dgm:cxn modelId="{C60BA0FC-7A21-7742-8D6D-2BDD77849218}" type="presOf" srcId="{9386885E-542C-A045-80DD-541DAB382580}" destId="{9DBEC3F6-5D1C-984A-A8A3-A5F0342491D8}" srcOrd="0" destOrd="0" presId="urn:microsoft.com/office/officeart/2005/8/layout/arrow2"/>
    <dgm:cxn modelId="{46527C7F-AD19-654B-8049-936FB0BB1089}" type="presParOf" srcId="{094A77E0-A09E-2B4F-9792-0313B70CB70F}" destId="{7274B0A6-A780-AC4D-A192-A17A96D7D56B}" srcOrd="0" destOrd="0" presId="urn:microsoft.com/office/officeart/2005/8/layout/arrow2"/>
    <dgm:cxn modelId="{847C3373-70A5-1249-BA32-96D85E38ED12}" type="presParOf" srcId="{094A77E0-A09E-2B4F-9792-0313B70CB70F}" destId="{AC30B1C0-E642-C343-9491-3D29EF5B9ACA}" srcOrd="1" destOrd="0" presId="urn:microsoft.com/office/officeart/2005/8/layout/arrow2"/>
    <dgm:cxn modelId="{2589D7C4-5754-F443-AF55-E833CB97E3B6}" type="presParOf" srcId="{AC30B1C0-E642-C343-9491-3D29EF5B9ACA}" destId="{14244A61-2F42-FE4C-B4AE-14F538A72BD4}" srcOrd="0" destOrd="0" presId="urn:microsoft.com/office/officeart/2005/8/layout/arrow2"/>
    <dgm:cxn modelId="{DCB3901E-6D9E-BB49-AA70-0398A4AB7AD5}" type="presParOf" srcId="{AC30B1C0-E642-C343-9491-3D29EF5B9ACA}" destId="{68990ADE-EECC-A843-9CB8-385F4DCE6884}" srcOrd="1" destOrd="0" presId="urn:microsoft.com/office/officeart/2005/8/layout/arrow2"/>
    <dgm:cxn modelId="{F88F0E2D-7C58-9949-9774-10884A5650A2}" type="presParOf" srcId="{AC30B1C0-E642-C343-9491-3D29EF5B9ACA}" destId="{9AA8AB03-D64A-C342-B37C-4CCC9DA9EB94}" srcOrd="2" destOrd="0" presId="urn:microsoft.com/office/officeart/2005/8/layout/arrow2"/>
    <dgm:cxn modelId="{4B8DD314-032A-6B47-B2DB-2862EB78707A}" type="presParOf" srcId="{AC30B1C0-E642-C343-9491-3D29EF5B9ACA}" destId="{CD842123-1D21-A749-9096-4D7D760BAAD9}" srcOrd="3" destOrd="0" presId="urn:microsoft.com/office/officeart/2005/8/layout/arrow2"/>
    <dgm:cxn modelId="{A33190B4-80C4-C34A-A93A-C56AF89424ED}" type="presParOf" srcId="{AC30B1C0-E642-C343-9491-3D29EF5B9ACA}" destId="{36778976-587A-8042-87A9-FC1C9FD954F8}" srcOrd="4" destOrd="0" presId="urn:microsoft.com/office/officeart/2005/8/layout/arrow2"/>
    <dgm:cxn modelId="{B3BF463C-A526-BC4C-B31D-7702EF0A6A73}" type="presParOf" srcId="{AC30B1C0-E642-C343-9491-3D29EF5B9ACA}" destId="{D9519E44-3DC2-2543-B587-8A3BE587954F}" srcOrd="5" destOrd="0" presId="urn:microsoft.com/office/officeart/2005/8/layout/arrow2"/>
    <dgm:cxn modelId="{7EF211CC-4E58-D349-9A1C-21EB30F85E98}" type="presParOf" srcId="{AC30B1C0-E642-C343-9491-3D29EF5B9ACA}" destId="{6C5317EB-E0BB-C646-8AC7-1B8FB3CE6475}" srcOrd="6" destOrd="0" presId="urn:microsoft.com/office/officeart/2005/8/layout/arrow2"/>
    <dgm:cxn modelId="{6EA5EE19-B83B-9B4D-B222-76DA85BACAE3}" type="presParOf" srcId="{AC30B1C0-E642-C343-9491-3D29EF5B9ACA}" destId="{9DBEC3F6-5D1C-984A-A8A3-A5F0342491D8}" srcOrd="7" destOrd="0" presId="urn:microsoft.com/office/officeart/2005/8/layout/arrow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6EACCD92-B1BC-0A42-953B-F3E640C7BD29}" type="doc">
      <dgm:prSet loTypeId="urn:microsoft.com/office/officeart/2005/8/layout/arrow2" loCatId="process" qsTypeId="urn:microsoft.com/office/officeart/2005/8/quickstyle/simple4" qsCatId="simple" csTypeId="urn:microsoft.com/office/officeart/2005/8/colors/accent1_2" csCatId="accent1" phldr="1"/>
      <dgm:spPr/>
    </dgm:pt>
    <dgm:pt modelId="{38FC8F8D-C424-8146-9E56-AD1DDF760111}">
      <dgm:prSet phldrT="[Text]" custT="1"/>
      <dgm:spPr/>
      <dgm:t>
        <a:bodyPr/>
        <a:lstStyle/>
        <a:p>
          <a:r>
            <a:rPr lang="en-NZ" sz="1800" dirty="0"/>
            <a:t>Serial Processing</a:t>
          </a:r>
          <a:endParaRPr lang="en-US" sz="1800" dirty="0"/>
        </a:p>
      </dgm:t>
    </dgm:pt>
    <dgm:pt modelId="{D0A62D74-7E0B-B242-8B35-D7A6B1083D31}" type="parTrans" cxnId="{7D3C728B-F740-AC43-9F3A-C47B814E5089}">
      <dgm:prSet/>
      <dgm:spPr/>
      <dgm:t>
        <a:bodyPr/>
        <a:lstStyle/>
        <a:p>
          <a:endParaRPr lang="en-US"/>
        </a:p>
      </dgm:t>
    </dgm:pt>
    <dgm:pt modelId="{4BF9B6E4-5CE0-7C40-ACE9-2C6A5EA145F7}" type="sibTrans" cxnId="{7D3C728B-F740-AC43-9F3A-C47B814E5089}">
      <dgm:prSet/>
      <dgm:spPr/>
      <dgm:t>
        <a:bodyPr/>
        <a:lstStyle/>
        <a:p>
          <a:endParaRPr lang="en-US"/>
        </a:p>
      </dgm:t>
    </dgm:pt>
    <dgm:pt modelId="{D9810BAD-2715-BF45-BF3B-6AB8E45EE25A}">
      <dgm:prSet custT="1"/>
      <dgm:spPr/>
      <dgm:t>
        <a:bodyPr/>
        <a:lstStyle/>
        <a:p>
          <a:r>
            <a:rPr lang="en-NZ" sz="1800" b="1" dirty="0">
              <a:solidFill>
                <a:srgbClr val="FF0000"/>
              </a:solidFill>
            </a:rPr>
            <a:t>Simple Batch Systems</a:t>
          </a:r>
        </a:p>
      </dgm:t>
    </dgm:pt>
    <dgm:pt modelId="{A7494285-C8ED-F248-AEC8-913A1E2E837E}" type="parTrans" cxnId="{1DE82A49-0AB5-0347-85E5-B4E74FB74FCA}">
      <dgm:prSet/>
      <dgm:spPr/>
      <dgm:t>
        <a:bodyPr/>
        <a:lstStyle/>
        <a:p>
          <a:endParaRPr lang="en-US"/>
        </a:p>
      </dgm:t>
    </dgm:pt>
    <dgm:pt modelId="{3253F9A0-6251-A642-AE74-6B9C371975BC}" type="sibTrans" cxnId="{1DE82A49-0AB5-0347-85E5-B4E74FB74FCA}">
      <dgm:prSet/>
      <dgm:spPr/>
      <dgm:t>
        <a:bodyPr/>
        <a:lstStyle/>
        <a:p>
          <a:endParaRPr lang="en-US"/>
        </a:p>
      </dgm:t>
    </dgm:pt>
    <dgm:pt modelId="{A66F7EE8-B277-D248-99D3-4CD126540C8A}">
      <dgm:prSet custT="1"/>
      <dgm:spPr/>
      <dgm:t>
        <a:bodyPr/>
        <a:lstStyle/>
        <a:p>
          <a:r>
            <a:rPr lang="en-NZ" sz="1800" dirty="0"/>
            <a:t>Multiprogrammed Batch Systems</a:t>
          </a:r>
        </a:p>
      </dgm:t>
    </dgm:pt>
    <dgm:pt modelId="{38AC00E7-9EEB-AA46-92D7-B69F40E88CB4}" type="parTrans" cxnId="{451DF095-1C94-234D-A748-F8277292FC1F}">
      <dgm:prSet/>
      <dgm:spPr/>
      <dgm:t>
        <a:bodyPr/>
        <a:lstStyle/>
        <a:p>
          <a:endParaRPr lang="en-US"/>
        </a:p>
      </dgm:t>
    </dgm:pt>
    <dgm:pt modelId="{F51F151C-E8E6-534A-A204-713718F1E875}" type="sibTrans" cxnId="{451DF095-1C94-234D-A748-F8277292FC1F}">
      <dgm:prSet/>
      <dgm:spPr/>
      <dgm:t>
        <a:bodyPr/>
        <a:lstStyle/>
        <a:p>
          <a:endParaRPr lang="en-US"/>
        </a:p>
      </dgm:t>
    </dgm:pt>
    <dgm:pt modelId="{9386885E-542C-A045-80DD-541DAB382580}">
      <dgm:prSet custT="1"/>
      <dgm:spPr/>
      <dgm:t>
        <a:bodyPr/>
        <a:lstStyle/>
        <a:p>
          <a:r>
            <a:rPr lang="en-NZ" sz="1800" dirty="0"/>
            <a:t>Time Sharing Systems</a:t>
          </a:r>
        </a:p>
      </dgm:t>
    </dgm:pt>
    <dgm:pt modelId="{568757CA-AC16-7F43-B8F6-583978CFEC40}" type="parTrans" cxnId="{049F5EB9-BDD5-B249-B755-3016A45FC8DA}">
      <dgm:prSet/>
      <dgm:spPr/>
      <dgm:t>
        <a:bodyPr/>
        <a:lstStyle/>
        <a:p>
          <a:endParaRPr lang="en-US"/>
        </a:p>
      </dgm:t>
    </dgm:pt>
    <dgm:pt modelId="{B3B68821-6B75-224A-99DE-9B3A4C5EF08C}" type="sibTrans" cxnId="{049F5EB9-BDD5-B249-B755-3016A45FC8DA}">
      <dgm:prSet/>
      <dgm:spPr/>
      <dgm:t>
        <a:bodyPr/>
        <a:lstStyle/>
        <a:p>
          <a:endParaRPr lang="en-US"/>
        </a:p>
      </dgm:t>
    </dgm:pt>
    <dgm:pt modelId="{094A77E0-A09E-2B4F-9792-0313B70CB70F}" type="pres">
      <dgm:prSet presAssocID="{6EACCD92-B1BC-0A42-953B-F3E640C7BD29}" presName="arrowDiagram" presStyleCnt="0">
        <dgm:presLayoutVars>
          <dgm:chMax val="5"/>
          <dgm:dir/>
          <dgm:resizeHandles val="exact"/>
        </dgm:presLayoutVars>
      </dgm:prSet>
      <dgm:spPr/>
    </dgm:pt>
    <dgm:pt modelId="{7274B0A6-A780-AC4D-A192-A17A96D7D56B}" type="pres">
      <dgm:prSet presAssocID="{6EACCD92-B1BC-0A42-953B-F3E640C7BD29}" presName="arrow" presStyleLbl="bgShp" presStyleIdx="0" presStyleCnt="1"/>
      <dgm:spPr>
        <a:ln>
          <a:solidFill>
            <a:schemeClr val="accent1">
              <a:lumMod val="75000"/>
            </a:schemeClr>
          </a:solidFill>
        </a:ln>
      </dgm:spPr>
    </dgm:pt>
    <dgm:pt modelId="{AC30B1C0-E642-C343-9491-3D29EF5B9ACA}" type="pres">
      <dgm:prSet presAssocID="{6EACCD92-B1BC-0A42-953B-F3E640C7BD29}" presName="arrowDiagram4" presStyleCnt="0"/>
      <dgm:spPr/>
    </dgm:pt>
    <dgm:pt modelId="{14244A61-2F42-FE4C-B4AE-14F538A72BD4}" type="pres">
      <dgm:prSet presAssocID="{38FC8F8D-C424-8146-9E56-AD1DDF760111}" presName="bullet4a" presStyleLbl="node1" presStyleIdx="0" presStyleCnt="4"/>
      <dgm:spPr/>
    </dgm:pt>
    <dgm:pt modelId="{68990ADE-EECC-A843-9CB8-385F4DCE6884}" type="pres">
      <dgm:prSet presAssocID="{38FC8F8D-C424-8146-9E56-AD1DDF760111}" presName="textBox4a" presStyleLbl="revTx" presStyleIdx="0" presStyleCnt="4" custScaleY="51143">
        <dgm:presLayoutVars>
          <dgm:bulletEnabled val="1"/>
        </dgm:presLayoutVars>
      </dgm:prSet>
      <dgm:spPr/>
    </dgm:pt>
    <dgm:pt modelId="{9AA8AB03-D64A-C342-B37C-4CCC9DA9EB94}" type="pres">
      <dgm:prSet presAssocID="{D9810BAD-2715-BF45-BF3B-6AB8E45EE25A}" presName="bullet4b" presStyleLbl="node1" presStyleIdx="1" presStyleCnt="4"/>
      <dgm:spPr/>
    </dgm:pt>
    <dgm:pt modelId="{CD842123-1D21-A749-9096-4D7D760BAAD9}" type="pres">
      <dgm:prSet presAssocID="{D9810BAD-2715-BF45-BF3B-6AB8E45EE25A}" presName="textBox4b" presStyleLbl="revTx" presStyleIdx="1" presStyleCnt="4" custScaleY="39942" custLinFactNeighborX="-4726" custLinFactNeighborY="-3817">
        <dgm:presLayoutVars>
          <dgm:bulletEnabled val="1"/>
        </dgm:presLayoutVars>
      </dgm:prSet>
      <dgm:spPr/>
    </dgm:pt>
    <dgm:pt modelId="{36778976-587A-8042-87A9-FC1C9FD954F8}" type="pres">
      <dgm:prSet presAssocID="{A66F7EE8-B277-D248-99D3-4CD126540C8A}" presName="bullet4c" presStyleLbl="node1" presStyleIdx="2" presStyleCnt="4"/>
      <dgm:spPr/>
    </dgm:pt>
    <dgm:pt modelId="{D9519E44-3DC2-2543-B587-8A3BE587954F}" type="pres">
      <dgm:prSet presAssocID="{A66F7EE8-B277-D248-99D3-4CD126540C8A}" presName="textBox4c" presStyleLbl="revTx" presStyleIdx="2" presStyleCnt="4" custScaleX="143550" custScaleY="26063" custLinFactNeighborX="-6990" custLinFactNeighborY="-16934">
        <dgm:presLayoutVars>
          <dgm:bulletEnabled val="1"/>
        </dgm:presLayoutVars>
      </dgm:prSet>
      <dgm:spPr/>
    </dgm:pt>
    <dgm:pt modelId="{6C5317EB-E0BB-C646-8AC7-1B8FB3CE6475}" type="pres">
      <dgm:prSet presAssocID="{9386885E-542C-A045-80DD-541DAB382580}" presName="bullet4d" presStyleLbl="node1" presStyleIdx="3" presStyleCnt="4"/>
      <dgm:spPr/>
    </dgm:pt>
    <dgm:pt modelId="{9DBEC3F6-5D1C-984A-A8A3-A5F0342491D8}" type="pres">
      <dgm:prSet presAssocID="{9386885E-542C-A045-80DD-541DAB382580}" presName="textBox4d" presStyleLbl="revTx" presStyleIdx="3" presStyleCnt="4" custScaleX="86877" custScaleY="31888" custLinFactNeighborX="-17456" custLinFactNeighborY="-17576">
        <dgm:presLayoutVars>
          <dgm:bulletEnabled val="1"/>
        </dgm:presLayoutVars>
      </dgm:prSet>
      <dgm:spPr/>
    </dgm:pt>
  </dgm:ptLst>
  <dgm:cxnLst>
    <dgm:cxn modelId="{3E17B52C-3B06-9A45-8584-9180A0C1BA59}" type="presOf" srcId="{A66F7EE8-B277-D248-99D3-4CD126540C8A}" destId="{D9519E44-3DC2-2543-B587-8A3BE587954F}" srcOrd="0" destOrd="0" presId="urn:microsoft.com/office/officeart/2005/8/layout/arrow2"/>
    <dgm:cxn modelId="{1098CD43-3096-BD47-8C93-BE8058CF148F}" type="presOf" srcId="{D9810BAD-2715-BF45-BF3B-6AB8E45EE25A}" destId="{CD842123-1D21-A749-9096-4D7D760BAAD9}" srcOrd="0" destOrd="0" presId="urn:microsoft.com/office/officeart/2005/8/layout/arrow2"/>
    <dgm:cxn modelId="{1DE82A49-0AB5-0347-85E5-B4E74FB74FCA}" srcId="{6EACCD92-B1BC-0A42-953B-F3E640C7BD29}" destId="{D9810BAD-2715-BF45-BF3B-6AB8E45EE25A}" srcOrd="1" destOrd="0" parTransId="{A7494285-C8ED-F248-AEC8-913A1E2E837E}" sibTransId="{3253F9A0-6251-A642-AE74-6B9C371975BC}"/>
    <dgm:cxn modelId="{7D3C728B-F740-AC43-9F3A-C47B814E5089}" srcId="{6EACCD92-B1BC-0A42-953B-F3E640C7BD29}" destId="{38FC8F8D-C424-8146-9E56-AD1DDF760111}" srcOrd="0" destOrd="0" parTransId="{D0A62D74-7E0B-B242-8B35-D7A6B1083D31}" sibTransId="{4BF9B6E4-5CE0-7C40-ACE9-2C6A5EA145F7}"/>
    <dgm:cxn modelId="{C067DF8D-A81E-9E43-A8DD-02D5C2A61521}" type="presOf" srcId="{38FC8F8D-C424-8146-9E56-AD1DDF760111}" destId="{68990ADE-EECC-A843-9CB8-385F4DCE6884}" srcOrd="0" destOrd="0" presId="urn:microsoft.com/office/officeart/2005/8/layout/arrow2"/>
    <dgm:cxn modelId="{451DF095-1C94-234D-A748-F8277292FC1F}" srcId="{6EACCD92-B1BC-0A42-953B-F3E640C7BD29}" destId="{A66F7EE8-B277-D248-99D3-4CD126540C8A}" srcOrd="2" destOrd="0" parTransId="{38AC00E7-9EEB-AA46-92D7-B69F40E88CB4}" sibTransId="{F51F151C-E8E6-534A-A204-713718F1E875}"/>
    <dgm:cxn modelId="{A2D78A9C-6247-FA4B-8F51-CF2E89D0314E}" type="presOf" srcId="{6EACCD92-B1BC-0A42-953B-F3E640C7BD29}" destId="{094A77E0-A09E-2B4F-9792-0313B70CB70F}" srcOrd="0" destOrd="0" presId="urn:microsoft.com/office/officeart/2005/8/layout/arrow2"/>
    <dgm:cxn modelId="{049F5EB9-BDD5-B249-B755-3016A45FC8DA}" srcId="{6EACCD92-B1BC-0A42-953B-F3E640C7BD29}" destId="{9386885E-542C-A045-80DD-541DAB382580}" srcOrd="3" destOrd="0" parTransId="{568757CA-AC16-7F43-B8F6-583978CFEC40}" sibTransId="{B3B68821-6B75-224A-99DE-9B3A4C5EF08C}"/>
    <dgm:cxn modelId="{C60BA0FC-7A21-7742-8D6D-2BDD77849218}" type="presOf" srcId="{9386885E-542C-A045-80DD-541DAB382580}" destId="{9DBEC3F6-5D1C-984A-A8A3-A5F0342491D8}" srcOrd="0" destOrd="0" presId="urn:microsoft.com/office/officeart/2005/8/layout/arrow2"/>
    <dgm:cxn modelId="{46527C7F-AD19-654B-8049-936FB0BB1089}" type="presParOf" srcId="{094A77E0-A09E-2B4F-9792-0313B70CB70F}" destId="{7274B0A6-A780-AC4D-A192-A17A96D7D56B}" srcOrd="0" destOrd="0" presId="urn:microsoft.com/office/officeart/2005/8/layout/arrow2"/>
    <dgm:cxn modelId="{847C3373-70A5-1249-BA32-96D85E38ED12}" type="presParOf" srcId="{094A77E0-A09E-2B4F-9792-0313B70CB70F}" destId="{AC30B1C0-E642-C343-9491-3D29EF5B9ACA}" srcOrd="1" destOrd="0" presId="urn:microsoft.com/office/officeart/2005/8/layout/arrow2"/>
    <dgm:cxn modelId="{2589D7C4-5754-F443-AF55-E833CB97E3B6}" type="presParOf" srcId="{AC30B1C0-E642-C343-9491-3D29EF5B9ACA}" destId="{14244A61-2F42-FE4C-B4AE-14F538A72BD4}" srcOrd="0" destOrd="0" presId="urn:microsoft.com/office/officeart/2005/8/layout/arrow2"/>
    <dgm:cxn modelId="{DCB3901E-6D9E-BB49-AA70-0398A4AB7AD5}" type="presParOf" srcId="{AC30B1C0-E642-C343-9491-3D29EF5B9ACA}" destId="{68990ADE-EECC-A843-9CB8-385F4DCE6884}" srcOrd="1" destOrd="0" presId="urn:microsoft.com/office/officeart/2005/8/layout/arrow2"/>
    <dgm:cxn modelId="{F88F0E2D-7C58-9949-9774-10884A5650A2}" type="presParOf" srcId="{AC30B1C0-E642-C343-9491-3D29EF5B9ACA}" destId="{9AA8AB03-D64A-C342-B37C-4CCC9DA9EB94}" srcOrd="2" destOrd="0" presId="urn:microsoft.com/office/officeart/2005/8/layout/arrow2"/>
    <dgm:cxn modelId="{4B8DD314-032A-6B47-B2DB-2862EB78707A}" type="presParOf" srcId="{AC30B1C0-E642-C343-9491-3D29EF5B9ACA}" destId="{CD842123-1D21-A749-9096-4D7D760BAAD9}" srcOrd="3" destOrd="0" presId="urn:microsoft.com/office/officeart/2005/8/layout/arrow2"/>
    <dgm:cxn modelId="{A33190B4-80C4-C34A-A93A-C56AF89424ED}" type="presParOf" srcId="{AC30B1C0-E642-C343-9491-3D29EF5B9ACA}" destId="{36778976-587A-8042-87A9-FC1C9FD954F8}" srcOrd="4" destOrd="0" presId="urn:microsoft.com/office/officeart/2005/8/layout/arrow2"/>
    <dgm:cxn modelId="{B3BF463C-A526-BC4C-B31D-7702EF0A6A73}" type="presParOf" srcId="{AC30B1C0-E642-C343-9491-3D29EF5B9ACA}" destId="{D9519E44-3DC2-2543-B587-8A3BE587954F}" srcOrd="5" destOrd="0" presId="urn:microsoft.com/office/officeart/2005/8/layout/arrow2"/>
    <dgm:cxn modelId="{7EF211CC-4E58-D349-9A1C-21EB30F85E98}" type="presParOf" srcId="{AC30B1C0-E642-C343-9491-3D29EF5B9ACA}" destId="{6C5317EB-E0BB-C646-8AC7-1B8FB3CE6475}" srcOrd="6" destOrd="0" presId="urn:microsoft.com/office/officeart/2005/8/layout/arrow2"/>
    <dgm:cxn modelId="{6EA5EE19-B83B-9B4D-B222-76DA85BACAE3}" type="presParOf" srcId="{AC30B1C0-E642-C343-9491-3D29EF5B9ACA}" destId="{9DBEC3F6-5D1C-984A-A8A3-A5F0342491D8}" srcOrd="7" destOrd="0" presId="urn:microsoft.com/office/officeart/2005/8/layout/arrow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E5468A96-8500-0942-9C3D-D79EED65E7DD}" type="doc">
      <dgm:prSet loTypeId="urn:microsoft.com/office/officeart/2005/8/layout/lProcess1" loCatId="process" qsTypeId="urn:microsoft.com/office/officeart/2005/8/quickstyle/simple4" qsCatId="simple" csTypeId="urn:microsoft.com/office/officeart/2005/8/colors/accent1_2" csCatId="accent1" phldr="1"/>
      <dgm:spPr/>
      <dgm:t>
        <a:bodyPr/>
        <a:lstStyle/>
        <a:p>
          <a:endParaRPr lang="en-US"/>
        </a:p>
      </dgm:t>
    </dgm:pt>
    <dgm:pt modelId="{901AE691-BAA2-CF48-9CD6-6F30D27A0A1A}">
      <dgm:prSet/>
      <dgm:spPr/>
      <dgm:t>
        <a:bodyPr/>
        <a:lstStyle/>
        <a:p>
          <a:pPr rtl="0"/>
          <a:r>
            <a:rPr lang="en-US" dirty="0"/>
            <a:t>Special type of programming language used to provide instructions to the monitor</a:t>
          </a:r>
        </a:p>
      </dgm:t>
    </dgm:pt>
    <dgm:pt modelId="{BEA84F28-2AB8-754C-A71B-72BE9FB88AFD}" type="parTrans" cxnId="{28F2FBD1-5148-224F-B8D7-2BC0E66697A1}">
      <dgm:prSet/>
      <dgm:spPr/>
      <dgm:t>
        <a:bodyPr/>
        <a:lstStyle/>
        <a:p>
          <a:endParaRPr lang="en-US"/>
        </a:p>
      </dgm:t>
    </dgm:pt>
    <dgm:pt modelId="{52D8972A-53FD-2C43-B35B-EEA8ADB8AF61}" type="sibTrans" cxnId="{28F2FBD1-5148-224F-B8D7-2BC0E66697A1}">
      <dgm:prSet/>
      <dgm:spPr/>
      <dgm:t>
        <a:bodyPr/>
        <a:lstStyle/>
        <a:p>
          <a:endParaRPr lang="en-US"/>
        </a:p>
      </dgm:t>
    </dgm:pt>
    <dgm:pt modelId="{47AC663C-5EF9-B249-B59C-E82827E9216A}">
      <dgm:prSet custT="1"/>
      <dgm:spPr>
        <a:solidFill>
          <a:schemeClr val="bg1"/>
        </a:solidFill>
        <a:ln>
          <a:solidFill>
            <a:schemeClr val="accent6"/>
          </a:solidFill>
        </a:ln>
      </dgm:spPr>
      <dgm:t>
        <a:bodyPr/>
        <a:lstStyle/>
        <a:p>
          <a:pPr rtl="0"/>
          <a:r>
            <a:rPr lang="en-US" sz="3200" dirty="0">
              <a:solidFill>
                <a:schemeClr val="tx1"/>
              </a:solidFill>
            </a:rPr>
            <a:t>what compiler to use</a:t>
          </a:r>
        </a:p>
      </dgm:t>
    </dgm:pt>
    <dgm:pt modelId="{33026B69-F19C-AB4B-B55A-B76B2321851D}" type="parTrans" cxnId="{6AAF62DC-54EB-8043-BE9B-8C131EF093AC}">
      <dgm:prSet/>
      <dgm:spPr>
        <a:solidFill>
          <a:schemeClr val="tx2">
            <a:alpha val="90000"/>
          </a:schemeClr>
        </a:solidFill>
      </dgm:spPr>
      <dgm:t>
        <a:bodyPr/>
        <a:lstStyle/>
        <a:p>
          <a:endParaRPr lang="en-US" dirty="0"/>
        </a:p>
      </dgm:t>
    </dgm:pt>
    <dgm:pt modelId="{AE47F88A-3955-A040-951A-26F708AF38AA}" type="sibTrans" cxnId="{6AAF62DC-54EB-8043-BE9B-8C131EF093AC}">
      <dgm:prSet/>
      <dgm:spPr>
        <a:solidFill>
          <a:schemeClr val="tx2">
            <a:alpha val="90000"/>
          </a:schemeClr>
        </a:solidFill>
      </dgm:spPr>
      <dgm:t>
        <a:bodyPr/>
        <a:lstStyle/>
        <a:p>
          <a:endParaRPr lang="en-US" dirty="0"/>
        </a:p>
      </dgm:t>
    </dgm:pt>
    <dgm:pt modelId="{C865A489-D17D-7946-8F61-866F669A3771}">
      <dgm:prSet custT="1"/>
      <dgm:spPr>
        <a:solidFill>
          <a:schemeClr val="bg1"/>
        </a:solidFill>
        <a:ln>
          <a:solidFill>
            <a:schemeClr val="accent6"/>
          </a:solidFill>
        </a:ln>
      </dgm:spPr>
      <dgm:t>
        <a:bodyPr/>
        <a:lstStyle/>
        <a:p>
          <a:pPr rtl="0"/>
          <a:r>
            <a:rPr lang="en-US" sz="3200" dirty="0">
              <a:solidFill>
                <a:schemeClr val="tx1"/>
              </a:solidFill>
            </a:rPr>
            <a:t>what data to use</a:t>
          </a:r>
        </a:p>
      </dgm:t>
    </dgm:pt>
    <dgm:pt modelId="{2F268175-680E-1148-9A2B-5E3771A3FBD5}" type="parTrans" cxnId="{A1A34920-A38C-5647-9F3E-F3A97B7AC4A8}">
      <dgm:prSet/>
      <dgm:spPr/>
      <dgm:t>
        <a:bodyPr/>
        <a:lstStyle/>
        <a:p>
          <a:endParaRPr lang="en-US"/>
        </a:p>
      </dgm:t>
    </dgm:pt>
    <dgm:pt modelId="{7149B0AB-26FA-4D43-A407-4BE2084B3233}" type="sibTrans" cxnId="{A1A34920-A38C-5647-9F3E-F3A97B7AC4A8}">
      <dgm:prSet/>
      <dgm:spPr/>
      <dgm:t>
        <a:bodyPr/>
        <a:lstStyle/>
        <a:p>
          <a:endParaRPr lang="en-US"/>
        </a:p>
      </dgm:t>
    </dgm:pt>
    <dgm:pt modelId="{656261AF-C218-764F-8A23-9CF03191C293}" type="pres">
      <dgm:prSet presAssocID="{E5468A96-8500-0942-9C3D-D79EED65E7DD}" presName="Name0" presStyleCnt="0">
        <dgm:presLayoutVars>
          <dgm:dir/>
          <dgm:animLvl val="lvl"/>
          <dgm:resizeHandles val="exact"/>
        </dgm:presLayoutVars>
      </dgm:prSet>
      <dgm:spPr/>
    </dgm:pt>
    <dgm:pt modelId="{E26C79A8-4B13-5F4D-8CE6-3F571A961C57}" type="pres">
      <dgm:prSet presAssocID="{901AE691-BAA2-CF48-9CD6-6F30D27A0A1A}" presName="vertFlow" presStyleCnt="0"/>
      <dgm:spPr/>
    </dgm:pt>
    <dgm:pt modelId="{94E20ED8-9E78-0743-A964-AB099207626E}" type="pres">
      <dgm:prSet presAssocID="{901AE691-BAA2-CF48-9CD6-6F30D27A0A1A}" presName="header" presStyleLbl="node1" presStyleIdx="0" presStyleCnt="1" custScaleX="82729" custLinFactNeighborX="15843" custLinFactNeighborY="87182"/>
      <dgm:spPr/>
    </dgm:pt>
    <dgm:pt modelId="{A5A3E6ED-4CCD-E54E-9A1B-DA75B953AAEA}" type="pres">
      <dgm:prSet presAssocID="{33026B69-F19C-AB4B-B55A-B76B2321851D}" presName="parTrans" presStyleLbl="sibTrans2D1" presStyleIdx="0" presStyleCnt="2"/>
      <dgm:spPr/>
    </dgm:pt>
    <dgm:pt modelId="{569CB027-7CF0-9B4D-84C1-093791E27A8E}" type="pres">
      <dgm:prSet presAssocID="{47AC663C-5EF9-B249-B59C-E82827E9216A}" presName="child" presStyleLbl="alignAccFollowNode1" presStyleIdx="0" presStyleCnt="2" custScaleX="94054" custLinFactNeighborX="15843" custLinFactNeighborY="87182">
        <dgm:presLayoutVars>
          <dgm:chMax val="0"/>
          <dgm:bulletEnabled val="1"/>
        </dgm:presLayoutVars>
      </dgm:prSet>
      <dgm:spPr/>
    </dgm:pt>
    <dgm:pt modelId="{161882D6-7C8A-B249-8241-DD2C41894718}" type="pres">
      <dgm:prSet presAssocID="{AE47F88A-3955-A040-951A-26F708AF38AA}" presName="sibTrans" presStyleLbl="sibTrans2D1" presStyleIdx="1" presStyleCnt="2"/>
      <dgm:spPr/>
    </dgm:pt>
    <dgm:pt modelId="{5951BF98-9B04-6B4B-B2C9-5892F2A4DC9C}" type="pres">
      <dgm:prSet presAssocID="{C865A489-D17D-7946-8F61-866F669A3771}" presName="child" presStyleLbl="alignAccFollowNode1" presStyleIdx="1" presStyleCnt="2" custScaleX="95469" custLinFactNeighborX="15843" custLinFactNeighborY="28743">
        <dgm:presLayoutVars>
          <dgm:chMax val="0"/>
          <dgm:bulletEnabled val="1"/>
        </dgm:presLayoutVars>
      </dgm:prSet>
      <dgm:spPr/>
    </dgm:pt>
  </dgm:ptLst>
  <dgm:cxnLst>
    <dgm:cxn modelId="{A1A34920-A38C-5647-9F3E-F3A97B7AC4A8}" srcId="{901AE691-BAA2-CF48-9CD6-6F30D27A0A1A}" destId="{C865A489-D17D-7946-8F61-866F669A3771}" srcOrd="1" destOrd="0" parTransId="{2F268175-680E-1148-9A2B-5E3771A3FBD5}" sibTransId="{7149B0AB-26FA-4D43-A407-4BE2084B3233}"/>
    <dgm:cxn modelId="{85BD2E3A-F772-354D-BBE0-78462296FF42}" type="presOf" srcId="{901AE691-BAA2-CF48-9CD6-6F30D27A0A1A}" destId="{94E20ED8-9E78-0743-A964-AB099207626E}" srcOrd="0" destOrd="0" presId="urn:microsoft.com/office/officeart/2005/8/layout/lProcess1"/>
    <dgm:cxn modelId="{0C6E75B7-CB88-FD45-9914-E94717B07996}" type="presOf" srcId="{E5468A96-8500-0942-9C3D-D79EED65E7DD}" destId="{656261AF-C218-764F-8A23-9CF03191C293}" srcOrd="0" destOrd="0" presId="urn:microsoft.com/office/officeart/2005/8/layout/lProcess1"/>
    <dgm:cxn modelId="{68D047BA-09AF-8940-BDDE-BF7D1667027A}" type="presOf" srcId="{AE47F88A-3955-A040-951A-26F708AF38AA}" destId="{161882D6-7C8A-B249-8241-DD2C41894718}" srcOrd="0" destOrd="0" presId="urn:microsoft.com/office/officeart/2005/8/layout/lProcess1"/>
    <dgm:cxn modelId="{28F2FBD1-5148-224F-B8D7-2BC0E66697A1}" srcId="{E5468A96-8500-0942-9C3D-D79EED65E7DD}" destId="{901AE691-BAA2-CF48-9CD6-6F30D27A0A1A}" srcOrd="0" destOrd="0" parTransId="{BEA84F28-2AB8-754C-A71B-72BE9FB88AFD}" sibTransId="{52D8972A-53FD-2C43-B35B-EEA8ADB8AF61}"/>
    <dgm:cxn modelId="{E4499DD9-808E-F048-9928-267094822FFD}" type="presOf" srcId="{C865A489-D17D-7946-8F61-866F669A3771}" destId="{5951BF98-9B04-6B4B-B2C9-5892F2A4DC9C}" srcOrd="0" destOrd="0" presId="urn:microsoft.com/office/officeart/2005/8/layout/lProcess1"/>
    <dgm:cxn modelId="{6AAF62DC-54EB-8043-BE9B-8C131EF093AC}" srcId="{901AE691-BAA2-CF48-9CD6-6F30D27A0A1A}" destId="{47AC663C-5EF9-B249-B59C-E82827E9216A}" srcOrd="0" destOrd="0" parTransId="{33026B69-F19C-AB4B-B55A-B76B2321851D}" sibTransId="{AE47F88A-3955-A040-951A-26F708AF38AA}"/>
    <dgm:cxn modelId="{DD1F1FF9-911A-9B4C-8A73-C752E0E8C8A2}" type="presOf" srcId="{47AC663C-5EF9-B249-B59C-E82827E9216A}" destId="{569CB027-7CF0-9B4D-84C1-093791E27A8E}" srcOrd="0" destOrd="0" presId="urn:microsoft.com/office/officeart/2005/8/layout/lProcess1"/>
    <dgm:cxn modelId="{D2B86DFB-98F3-3646-ADDA-28301DA75F70}" type="presOf" srcId="{33026B69-F19C-AB4B-B55A-B76B2321851D}" destId="{A5A3E6ED-4CCD-E54E-9A1B-DA75B953AAEA}" srcOrd="0" destOrd="0" presId="urn:microsoft.com/office/officeart/2005/8/layout/lProcess1"/>
    <dgm:cxn modelId="{40440696-9C25-834E-849D-661CF66B62AD}" type="presParOf" srcId="{656261AF-C218-764F-8A23-9CF03191C293}" destId="{E26C79A8-4B13-5F4D-8CE6-3F571A961C57}" srcOrd="0" destOrd="0" presId="urn:microsoft.com/office/officeart/2005/8/layout/lProcess1"/>
    <dgm:cxn modelId="{EDF4DA0F-7FD7-534E-A78C-22EE167C963B}" type="presParOf" srcId="{E26C79A8-4B13-5F4D-8CE6-3F571A961C57}" destId="{94E20ED8-9E78-0743-A964-AB099207626E}" srcOrd="0" destOrd="0" presId="urn:microsoft.com/office/officeart/2005/8/layout/lProcess1"/>
    <dgm:cxn modelId="{57A62F9F-C907-9C47-9907-B0D4009C2868}" type="presParOf" srcId="{E26C79A8-4B13-5F4D-8CE6-3F571A961C57}" destId="{A5A3E6ED-4CCD-E54E-9A1B-DA75B953AAEA}" srcOrd="1" destOrd="0" presId="urn:microsoft.com/office/officeart/2005/8/layout/lProcess1"/>
    <dgm:cxn modelId="{ECC80F84-772F-F64D-80D3-8E37D400C562}" type="presParOf" srcId="{E26C79A8-4B13-5F4D-8CE6-3F571A961C57}" destId="{569CB027-7CF0-9B4D-84C1-093791E27A8E}" srcOrd="2" destOrd="0" presId="urn:microsoft.com/office/officeart/2005/8/layout/lProcess1"/>
    <dgm:cxn modelId="{09012514-6E10-524D-81CC-8518210F649A}" type="presParOf" srcId="{E26C79A8-4B13-5F4D-8CE6-3F571A961C57}" destId="{161882D6-7C8A-B249-8241-DD2C41894718}" srcOrd="3" destOrd="0" presId="urn:microsoft.com/office/officeart/2005/8/layout/lProcess1"/>
    <dgm:cxn modelId="{CDB13445-D0AE-C346-AD63-B23D43D9C156}" type="presParOf" srcId="{E26C79A8-4B13-5F4D-8CE6-3F571A961C57}" destId="{5951BF98-9B04-6B4B-B2C9-5892F2A4DC9C}" srcOrd="4" destOrd="0" presId="urn:microsoft.com/office/officeart/2005/8/layout/lProcess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2D7151B0-83C3-794C-A7E2-D21129B208D7}" type="doc">
      <dgm:prSet loTypeId="urn:microsoft.com/office/officeart/2005/8/layout/list1" loCatId="list" qsTypeId="urn:microsoft.com/office/officeart/2005/8/quickstyle/simple4" qsCatId="simple" csTypeId="urn:microsoft.com/office/officeart/2005/8/colors/accent1_2" csCatId="accent1" phldr="1"/>
      <dgm:spPr/>
      <dgm:t>
        <a:bodyPr/>
        <a:lstStyle/>
        <a:p>
          <a:endParaRPr lang="en-US"/>
        </a:p>
      </dgm:t>
    </dgm:pt>
    <dgm:pt modelId="{E168AA11-920C-F54C-B7DB-C5951AA2D585}">
      <dgm:prSet/>
      <dgm:spPr/>
      <dgm:t>
        <a:bodyPr/>
        <a:lstStyle/>
        <a:p>
          <a:pPr rtl="0"/>
          <a:r>
            <a:rPr lang="en-US" dirty="0"/>
            <a:t>Memory protection for monitor</a:t>
          </a:r>
        </a:p>
      </dgm:t>
    </dgm:pt>
    <dgm:pt modelId="{F1036FCF-F430-704B-9E6B-F3162B4934A4}" type="parTrans" cxnId="{E41F4A20-25D7-6049-B731-2FD60920E3A6}">
      <dgm:prSet/>
      <dgm:spPr/>
      <dgm:t>
        <a:bodyPr/>
        <a:lstStyle/>
        <a:p>
          <a:endParaRPr lang="en-US"/>
        </a:p>
      </dgm:t>
    </dgm:pt>
    <dgm:pt modelId="{F75CB714-0475-A247-A48A-0DB700B76C4A}" type="sibTrans" cxnId="{E41F4A20-25D7-6049-B731-2FD60920E3A6}">
      <dgm:prSet/>
      <dgm:spPr/>
      <dgm:t>
        <a:bodyPr/>
        <a:lstStyle/>
        <a:p>
          <a:endParaRPr lang="en-US"/>
        </a:p>
      </dgm:t>
    </dgm:pt>
    <dgm:pt modelId="{84FE2259-F5AC-9044-B8EB-8A19BA1733A8}">
      <dgm:prSet/>
      <dgm:spPr/>
      <dgm:t>
        <a:bodyPr/>
        <a:lstStyle/>
        <a:p>
          <a:pPr rtl="0"/>
          <a:r>
            <a:rPr lang="en-US" dirty="0"/>
            <a:t>while the user program is executing, it must not alter the memory area containing the monitor</a:t>
          </a:r>
        </a:p>
      </dgm:t>
    </dgm:pt>
    <dgm:pt modelId="{0DB568A9-7598-704F-9A1B-A7B019083813}" type="parTrans" cxnId="{868306BA-8CCA-1C43-BD53-8B6AD97319B8}">
      <dgm:prSet/>
      <dgm:spPr/>
      <dgm:t>
        <a:bodyPr/>
        <a:lstStyle/>
        <a:p>
          <a:endParaRPr lang="en-US"/>
        </a:p>
      </dgm:t>
    </dgm:pt>
    <dgm:pt modelId="{2415265B-BCAA-BE49-8909-3AE41F1CEA1E}" type="sibTrans" cxnId="{868306BA-8CCA-1C43-BD53-8B6AD97319B8}">
      <dgm:prSet/>
      <dgm:spPr/>
      <dgm:t>
        <a:bodyPr/>
        <a:lstStyle/>
        <a:p>
          <a:endParaRPr lang="en-US"/>
        </a:p>
      </dgm:t>
    </dgm:pt>
    <dgm:pt modelId="{3C55AC7B-1880-3346-A9F5-9D14FE371C13}">
      <dgm:prSet/>
      <dgm:spPr/>
      <dgm:t>
        <a:bodyPr/>
        <a:lstStyle/>
        <a:p>
          <a:pPr rtl="0"/>
          <a:r>
            <a:rPr lang="en-US" dirty="0"/>
            <a:t>Timer</a:t>
          </a:r>
        </a:p>
      </dgm:t>
    </dgm:pt>
    <dgm:pt modelId="{DA4122A3-D505-944E-B831-76E0E97F5E1A}" type="parTrans" cxnId="{1B19FFA6-539C-F54F-96EE-69F16551E422}">
      <dgm:prSet/>
      <dgm:spPr/>
      <dgm:t>
        <a:bodyPr/>
        <a:lstStyle/>
        <a:p>
          <a:endParaRPr lang="en-US"/>
        </a:p>
      </dgm:t>
    </dgm:pt>
    <dgm:pt modelId="{D422DDD9-FDCA-AB4A-8586-DE5C835334E3}" type="sibTrans" cxnId="{1B19FFA6-539C-F54F-96EE-69F16551E422}">
      <dgm:prSet/>
      <dgm:spPr/>
      <dgm:t>
        <a:bodyPr/>
        <a:lstStyle/>
        <a:p>
          <a:endParaRPr lang="en-US"/>
        </a:p>
      </dgm:t>
    </dgm:pt>
    <dgm:pt modelId="{38C5B09A-C990-BA43-A557-1F98A71B0347}">
      <dgm:prSet/>
      <dgm:spPr/>
      <dgm:t>
        <a:bodyPr/>
        <a:lstStyle/>
        <a:p>
          <a:pPr rtl="0"/>
          <a:r>
            <a:rPr lang="en-US" dirty="0"/>
            <a:t>prevents a job from monopolizing the system</a:t>
          </a:r>
        </a:p>
      </dgm:t>
    </dgm:pt>
    <dgm:pt modelId="{C22858B8-555F-9E48-860B-841F1548B9BF}" type="parTrans" cxnId="{935578C4-E7A4-0F41-B2CC-8EB9491486F8}">
      <dgm:prSet/>
      <dgm:spPr/>
      <dgm:t>
        <a:bodyPr/>
        <a:lstStyle/>
        <a:p>
          <a:endParaRPr lang="en-US"/>
        </a:p>
      </dgm:t>
    </dgm:pt>
    <dgm:pt modelId="{7E3BCDBB-0A59-C74E-97DB-63FDAE82954D}" type="sibTrans" cxnId="{935578C4-E7A4-0F41-B2CC-8EB9491486F8}">
      <dgm:prSet/>
      <dgm:spPr/>
      <dgm:t>
        <a:bodyPr/>
        <a:lstStyle/>
        <a:p>
          <a:endParaRPr lang="en-US"/>
        </a:p>
      </dgm:t>
    </dgm:pt>
    <dgm:pt modelId="{91271169-0AFC-DE4B-8AC9-A91FEED8AE1F}">
      <dgm:prSet/>
      <dgm:spPr/>
      <dgm:t>
        <a:bodyPr/>
        <a:lstStyle/>
        <a:p>
          <a:pPr rtl="0"/>
          <a:r>
            <a:rPr lang="en-US" dirty="0"/>
            <a:t>Privileged instructions</a:t>
          </a:r>
        </a:p>
      </dgm:t>
    </dgm:pt>
    <dgm:pt modelId="{2B42B865-B071-6A4C-B298-E4885E4E631A}" type="parTrans" cxnId="{DB0CEECF-0037-4C41-BE4C-624B659A1DAF}">
      <dgm:prSet/>
      <dgm:spPr/>
      <dgm:t>
        <a:bodyPr/>
        <a:lstStyle/>
        <a:p>
          <a:endParaRPr lang="en-US"/>
        </a:p>
      </dgm:t>
    </dgm:pt>
    <dgm:pt modelId="{E92463EB-0EE3-604C-96B3-B5BFB1BA60FB}" type="sibTrans" cxnId="{DB0CEECF-0037-4C41-BE4C-624B659A1DAF}">
      <dgm:prSet/>
      <dgm:spPr/>
      <dgm:t>
        <a:bodyPr/>
        <a:lstStyle/>
        <a:p>
          <a:endParaRPr lang="en-US"/>
        </a:p>
      </dgm:t>
    </dgm:pt>
    <dgm:pt modelId="{E3EB5B32-DAE8-084B-9C55-4E15A60723ED}">
      <dgm:prSet/>
      <dgm:spPr/>
      <dgm:t>
        <a:bodyPr/>
        <a:lstStyle/>
        <a:p>
          <a:pPr rtl="0"/>
          <a:r>
            <a:rPr lang="en-US" dirty="0"/>
            <a:t>can only be executed by the monitor</a:t>
          </a:r>
        </a:p>
      </dgm:t>
    </dgm:pt>
    <dgm:pt modelId="{7A268D61-5057-B149-BE7B-AA3EE351397C}" type="parTrans" cxnId="{30322F38-77BC-7941-A149-9689B60C4338}">
      <dgm:prSet/>
      <dgm:spPr/>
      <dgm:t>
        <a:bodyPr/>
        <a:lstStyle/>
        <a:p>
          <a:endParaRPr lang="en-US"/>
        </a:p>
      </dgm:t>
    </dgm:pt>
    <dgm:pt modelId="{DBA2282E-AB01-9D46-83F3-EF32BDAD296B}" type="sibTrans" cxnId="{30322F38-77BC-7941-A149-9689B60C4338}">
      <dgm:prSet/>
      <dgm:spPr/>
      <dgm:t>
        <a:bodyPr/>
        <a:lstStyle/>
        <a:p>
          <a:endParaRPr lang="en-US"/>
        </a:p>
      </dgm:t>
    </dgm:pt>
    <dgm:pt modelId="{262BBE38-279B-314A-BA9C-D727BB0FDC92}">
      <dgm:prSet/>
      <dgm:spPr/>
      <dgm:t>
        <a:bodyPr/>
        <a:lstStyle/>
        <a:p>
          <a:pPr rtl="0"/>
          <a:r>
            <a:rPr lang="en-US" dirty="0"/>
            <a:t>Interrupts</a:t>
          </a:r>
        </a:p>
      </dgm:t>
    </dgm:pt>
    <dgm:pt modelId="{3B2FF056-FCC8-8D4F-994A-A01D63DA5CD9}" type="parTrans" cxnId="{C9F28926-672C-F64D-B018-B5F0F5D79E34}">
      <dgm:prSet/>
      <dgm:spPr/>
      <dgm:t>
        <a:bodyPr/>
        <a:lstStyle/>
        <a:p>
          <a:endParaRPr lang="en-US"/>
        </a:p>
      </dgm:t>
    </dgm:pt>
    <dgm:pt modelId="{2F7DE086-CAD4-A24B-AD21-148FD7FF13A3}" type="sibTrans" cxnId="{C9F28926-672C-F64D-B018-B5F0F5D79E34}">
      <dgm:prSet/>
      <dgm:spPr/>
      <dgm:t>
        <a:bodyPr/>
        <a:lstStyle/>
        <a:p>
          <a:endParaRPr lang="en-US"/>
        </a:p>
      </dgm:t>
    </dgm:pt>
    <dgm:pt modelId="{286E021D-AAE7-3045-85D5-5E61BC0DEF81}">
      <dgm:prSet/>
      <dgm:spPr/>
      <dgm:t>
        <a:bodyPr/>
        <a:lstStyle/>
        <a:p>
          <a:pPr rtl="0"/>
          <a:r>
            <a:rPr lang="en-US" dirty="0"/>
            <a:t>gives monitor more flexibility in controlling user programs</a:t>
          </a:r>
        </a:p>
      </dgm:t>
    </dgm:pt>
    <dgm:pt modelId="{A77A0EA1-2CB3-7D44-86D0-19696DAF5113}" type="parTrans" cxnId="{9926E97F-5B57-8342-A5F8-094907E9E425}">
      <dgm:prSet/>
      <dgm:spPr/>
      <dgm:t>
        <a:bodyPr/>
        <a:lstStyle/>
        <a:p>
          <a:endParaRPr lang="en-US"/>
        </a:p>
      </dgm:t>
    </dgm:pt>
    <dgm:pt modelId="{B67E2129-EF89-8A48-A57C-7C56BA199FF7}" type="sibTrans" cxnId="{9926E97F-5B57-8342-A5F8-094907E9E425}">
      <dgm:prSet/>
      <dgm:spPr/>
      <dgm:t>
        <a:bodyPr/>
        <a:lstStyle/>
        <a:p>
          <a:endParaRPr lang="en-US"/>
        </a:p>
      </dgm:t>
    </dgm:pt>
    <dgm:pt modelId="{67E7C6A6-13EF-714B-B10A-4FB9F6CDFFE7}" type="pres">
      <dgm:prSet presAssocID="{2D7151B0-83C3-794C-A7E2-D21129B208D7}" presName="linear" presStyleCnt="0">
        <dgm:presLayoutVars>
          <dgm:dir/>
          <dgm:animLvl val="lvl"/>
          <dgm:resizeHandles val="exact"/>
        </dgm:presLayoutVars>
      </dgm:prSet>
      <dgm:spPr/>
    </dgm:pt>
    <dgm:pt modelId="{A9843400-7960-4E4F-9E66-CEFCFC5239A0}" type="pres">
      <dgm:prSet presAssocID="{E168AA11-920C-F54C-B7DB-C5951AA2D585}" presName="parentLin" presStyleCnt="0"/>
      <dgm:spPr/>
    </dgm:pt>
    <dgm:pt modelId="{296822B1-67B9-3946-B9B5-9AFC9B76B1DD}" type="pres">
      <dgm:prSet presAssocID="{E168AA11-920C-F54C-B7DB-C5951AA2D585}" presName="parentLeftMargin" presStyleLbl="node1" presStyleIdx="0" presStyleCnt="4"/>
      <dgm:spPr/>
    </dgm:pt>
    <dgm:pt modelId="{149ADC22-A787-BD43-AE53-1E5F9F0EF60D}" type="pres">
      <dgm:prSet presAssocID="{E168AA11-920C-F54C-B7DB-C5951AA2D585}" presName="parentText" presStyleLbl="node1" presStyleIdx="0" presStyleCnt="4">
        <dgm:presLayoutVars>
          <dgm:chMax val="0"/>
          <dgm:bulletEnabled val="1"/>
        </dgm:presLayoutVars>
      </dgm:prSet>
      <dgm:spPr/>
    </dgm:pt>
    <dgm:pt modelId="{9390032A-177B-F847-A182-AF71BCAFBE8E}" type="pres">
      <dgm:prSet presAssocID="{E168AA11-920C-F54C-B7DB-C5951AA2D585}" presName="negativeSpace" presStyleCnt="0"/>
      <dgm:spPr/>
    </dgm:pt>
    <dgm:pt modelId="{E16CAC94-6033-ED45-9937-89B21B10E203}" type="pres">
      <dgm:prSet presAssocID="{E168AA11-920C-F54C-B7DB-C5951AA2D585}" presName="childText" presStyleLbl="conFgAcc1" presStyleIdx="0" presStyleCnt="4">
        <dgm:presLayoutVars>
          <dgm:bulletEnabled val="1"/>
        </dgm:presLayoutVars>
      </dgm:prSet>
      <dgm:spPr/>
    </dgm:pt>
    <dgm:pt modelId="{2D930EDF-A178-4B42-B854-012114ED6F5F}" type="pres">
      <dgm:prSet presAssocID="{F75CB714-0475-A247-A48A-0DB700B76C4A}" presName="spaceBetweenRectangles" presStyleCnt="0"/>
      <dgm:spPr/>
    </dgm:pt>
    <dgm:pt modelId="{93E8F457-8658-3E40-B98A-F49742498160}" type="pres">
      <dgm:prSet presAssocID="{3C55AC7B-1880-3346-A9F5-9D14FE371C13}" presName="parentLin" presStyleCnt="0"/>
      <dgm:spPr/>
    </dgm:pt>
    <dgm:pt modelId="{111B7E38-12E6-374B-B02A-3E9484792A81}" type="pres">
      <dgm:prSet presAssocID="{3C55AC7B-1880-3346-A9F5-9D14FE371C13}" presName="parentLeftMargin" presStyleLbl="node1" presStyleIdx="0" presStyleCnt="4"/>
      <dgm:spPr/>
    </dgm:pt>
    <dgm:pt modelId="{EFED6759-161A-0247-881A-8697555D7731}" type="pres">
      <dgm:prSet presAssocID="{3C55AC7B-1880-3346-A9F5-9D14FE371C13}" presName="parentText" presStyleLbl="node1" presStyleIdx="1" presStyleCnt="4">
        <dgm:presLayoutVars>
          <dgm:chMax val="0"/>
          <dgm:bulletEnabled val="1"/>
        </dgm:presLayoutVars>
      </dgm:prSet>
      <dgm:spPr/>
    </dgm:pt>
    <dgm:pt modelId="{FC9C8137-B0AD-D14F-B352-7066C95D9CB5}" type="pres">
      <dgm:prSet presAssocID="{3C55AC7B-1880-3346-A9F5-9D14FE371C13}" presName="negativeSpace" presStyleCnt="0"/>
      <dgm:spPr/>
    </dgm:pt>
    <dgm:pt modelId="{C121F52B-3C08-654C-83AE-2EAF2AB55D38}" type="pres">
      <dgm:prSet presAssocID="{3C55AC7B-1880-3346-A9F5-9D14FE371C13}" presName="childText" presStyleLbl="conFgAcc1" presStyleIdx="1" presStyleCnt="4">
        <dgm:presLayoutVars>
          <dgm:bulletEnabled val="1"/>
        </dgm:presLayoutVars>
      </dgm:prSet>
      <dgm:spPr/>
    </dgm:pt>
    <dgm:pt modelId="{DCFCEA22-975D-9343-ACAC-4DF0C3753744}" type="pres">
      <dgm:prSet presAssocID="{D422DDD9-FDCA-AB4A-8586-DE5C835334E3}" presName="spaceBetweenRectangles" presStyleCnt="0"/>
      <dgm:spPr/>
    </dgm:pt>
    <dgm:pt modelId="{A00CDB56-F37A-DF49-A4D3-E01D3B8D6DCE}" type="pres">
      <dgm:prSet presAssocID="{91271169-0AFC-DE4B-8AC9-A91FEED8AE1F}" presName="parentLin" presStyleCnt="0"/>
      <dgm:spPr/>
    </dgm:pt>
    <dgm:pt modelId="{09C3FAAE-8F88-9747-B07C-EC9FCDDEA243}" type="pres">
      <dgm:prSet presAssocID="{91271169-0AFC-DE4B-8AC9-A91FEED8AE1F}" presName="parentLeftMargin" presStyleLbl="node1" presStyleIdx="1" presStyleCnt="4"/>
      <dgm:spPr/>
    </dgm:pt>
    <dgm:pt modelId="{F1A4EEB2-F42C-DC47-9AAD-66A3C8EDB4FF}" type="pres">
      <dgm:prSet presAssocID="{91271169-0AFC-DE4B-8AC9-A91FEED8AE1F}" presName="parentText" presStyleLbl="node1" presStyleIdx="2" presStyleCnt="4">
        <dgm:presLayoutVars>
          <dgm:chMax val="0"/>
          <dgm:bulletEnabled val="1"/>
        </dgm:presLayoutVars>
      </dgm:prSet>
      <dgm:spPr/>
    </dgm:pt>
    <dgm:pt modelId="{D84CF245-23B4-8149-82F3-961FAE282666}" type="pres">
      <dgm:prSet presAssocID="{91271169-0AFC-DE4B-8AC9-A91FEED8AE1F}" presName="negativeSpace" presStyleCnt="0"/>
      <dgm:spPr/>
    </dgm:pt>
    <dgm:pt modelId="{5DD7CB04-61EF-8749-9728-DC4AEA3DB611}" type="pres">
      <dgm:prSet presAssocID="{91271169-0AFC-DE4B-8AC9-A91FEED8AE1F}" presName="childText" presStyleLbl="conFgAcc1" presStyleIdx="2" presStyleCnt="4">
        <dgm:presLayoutVars>
          <dgm:bulletEnabled val="1"/>
        </dgm:presLayoutVars>
      </dgm:prSet>
      <dgm:spPr/>
    </dgm:pt>
    <dgm:pt modelId="{D31626AE-EE24-F348-9CB9-6B38BB82C065}" type="pres">
      <dgm:prSet presAssocID="{E92463EB-0EE3-604C-96B3-B5BFB1BA60FB}" presName="spaceBetweenRectangles" presStyleCnt="0"/>
      <dgm:spPr/>
    </dgm:pt>
    <dgm:pt modelId="{CBCC4874-7EAF-4E40-83CC-1D1C21485996}" type="pres">
      <dgm:prSet presAssocID="{262BBE38-279B-314A-BA9C-D727BB0FDC92}" presName="parentLin" presStyleCnt="0"/>
      <dgm:spPr/>
    </dgm:pt>
    <dgm:pt modelId="{DCC88935-A0C0-8A43-9BAD-3C89B397511F}" type="pres">
      <dgm:prSet presAssocID="{262BBE38-279B-314A-BA9C-D727BB0FDC92}" presName="parentLeftMargin" presStyleLbl="node1" presStyleIdx="2" presStyleCnt="4"/>
      <dgm:spPr/>
    </dgm:pt>
    <dgm:pt modelId="{80D85195-02CD-764C-97FD-8C9D668486D7}" type="pres">
      <dgm:prSet presAssocID="{262BBE38-279B-314A-BA9C-D727BB0FDC92}" presName="parentText" presStyleLbl="node1" presStyleIdx="3" presStyleCnt="4">
        <dgm:presLayoutVars>
          <dgm:chMax val="0"/>
          <dgm:bulletEnabled val="1"/>
        </dgm:presLayoutVars>
      </dgm:prSet>
      <dgm:spPr/>
    </dgm:pt>
    <dgm:pt modelId="{4807788D-684F-934E-99CD-351AF075FD2C}" type="pres">
      <dgm:prSet presAssocID="{262BBE38-279B-314A-BA9C-D727BB0FDC92}" presName="negativeSpace" presStyleCnt="0"/>
      <dgm:spPr/>
    </dgm:pt>
    <dgm:pt modelId="{7A96011C-FD4C-4E48-A721-EBACBA9C917E}" type="pres">
      <dgm:prSet presAssocID="{262BBE38-279B-314A-BA9C-D727BB0FDC92}" presName="childText" presStyleLbl="conFgAcc1" presStyleIdx="3" presStyleCnt="4">
        <dgm:presLayoutVars>
          <dgm:bulletEnabled val="1"/>
        </dgm:presLayoutVars>
      </dgm:prSet>
      <dgm:spPr/>
    </dgm:pt>
  </dgm:ptLst>
  <dgm:cxnLst>
    <dgm:cxn modelId="{E41F4A20-25D7-6049-B731-2FD60920E3A6}" srcId="{2D7151B0-83C3-794C-A7E2-D21129B208D7}" destId="{E168AA11-920C-F54C-B7DB-C5951AA2D585}" srcOrd="0" destOrd="0" parTransId="{F1036FCF-F430-704B-9E6B-F3162B4934A4}" sibTransId="{F75CB714-0475-A247-A48A-0DB700B76C4A}"/>
    <dgm:cxn modelId="{C9F28926-672C-F64D-B018-B5F0F5D79E34}" srcId="{2D7151B0-83C3-794C-A7E2-D21129B208D7}" destId="{262BBE38-279B-314A-BA9C-D727BB0FDC92}" srcOrd="3" destOrd="0" parTransId="{3B2FF056-FCC8-8D4F-994A-A01D63DA5CD9}" sibTransId="{2F7DE086-CAD4-A24B-AD21-148FD7FF13A3}"/>
    <dgm:cxn modelId="{C9365B28-F5FE-8749-AE4D-B93729A9999C}" type="presOf" srcId="{91271169-0AFC-DE4B-8AC9-A91FEED8AE1F}" destId="{F1A4EEB2-F42C-DC47-9AAD-66A3C8EDB4FF}" srcOrd="1" destOrd="0" presId="urn:microsoft.com/office/officeart/2005/8/layout/list1"/>
    <dgm:cxn modelId="{30322F38-77BC-7941-A149-9689B60C4338}" srcId="{91271169-0AFC-DE4B-8AC9-A91FEED8AE1F}" destId="{E3EB5B32-DAE8-084B-9C55-4E15A60723ED}" srcOrd="0" destOrd="0" parTransId="{7A268D61-5057-B149-BE7B-AA3EE351397C}" sibTransId="{DBA2282E-AB01-9D46-83F3-EF32BDAD296B}"/>
    <dgm:cxn modelId="{57A35C60-BAB0-E942-A55B-33947DF510A3}" type="presOf" srcId="{2D7151B0-83C3-794C-A7E2-D21129B208D7}" destId="{67E7C6A6-13EF-714B-B10A-4FB9F6CDFFE7}" srcOrd="0" destOrd="0" presId="urn:microsoft.com/office/officeart/2005/8/layout/list1"/>
    <dgm:cxn modelId="{49A3FB69-6BDA-234A-A14A-5C302DD3F34D}" type="presOf" srcId="{91271169-0AFC-DE4B-8AC9-A91FEED8AE1F}" destId="{09C3FAAE-8F88-9747-B07C-EC9FCDDEA243}" srcOrd="0" destOrd="0" presId="urn:microsoft.com/office/officeart/2005/8/layout/list1"/>
    <dgm:cxn modelId="{66099A6E-6178-434C-97C6-94D84B4D3C2C}" type="presOf" srcId="{286E021D-AAE7-3045-85D5-5E61BC0DEF81}" destId="{7A96011C-FD4C-4E48-A721-EBACBA9C917E}" srcOrd="0" destOrd="0" presId="urn:microsoft.com/office/officeart/2005/8/layout/list1"/>
    <dgm:cxn modelId="{23025154-3D2C-044F-8963-6EF03F73400E}" type="presOf" srcId="{84FE2259-F5AC-9044-B8EB-8A19BA1733A8}" destId="{E16CAC94-6033-ED45-9937-89B21B10E203}" srcOrd="0" destOrd="0" presId="urn:microsoft.com/office/officeart/2005/8/layout/list1"/>
    <dgm:cxn modelId="{80B60059-425E-9B4B-A1B4-669D145CA82B}" type="presOf" srcId="{3C55AC7B-1880-3346-A9F5-9D14FE371C13}" destId="{111B7E38-12E6-374B-B02A-3E9484792A81}" srcOrd="0" destOrd="0" presId="urn:microsoft.com/office/officeart/2005/8/layout/list1"/>
    <dgm:cxn modelId="{45AD767A-C98F-694C-9ED7-ED7D89F35B1B}" type="presOf" srcId="{262BBE38-279B-314A-BA9C-D727BB0FDC92}" destId="{DCC88935-A0C0-8A43-9BAD-3C89B397511F}" srcOrd="0" destOrd="0" presId="urn:microsoft.com/office/officeart/2005/8/layout/list1"/>
    <dgm:cxn modelId="{8C64537F-DF8A-4A4A-B849-09575FAF6906}" type="presOf" srcId="{38C5B09A-C990-BA43-A557-1F98A71B0347}" destId="{C121F52B-3C08-654C-83AE-2EAF2AB55D38}" srcOrd="0" destOrd="0" presId="urn:microsoft.com/office/officeart/2005/8/layout/list1"/>
    <dgm:cxn modelId="{9926E97F-5B57-8342-A5F8-094907E9E425}" srcId="{262BBE38-279B-314A-BA9C-D727BB0FDC92}" destId="{286E021D-AAE7-3045-85D5-5E61BC0DEF81}" srcOrd="0" destOrd="0" parTransId="{A77A0EA1-2CB3-7D44-86D0-19696DAF5113}" sibTransId="{B67E2129-EF89-8A48-A57C-7C56BA199FF7}"/>
    <dgm:cxn modelId="{8011BC84-6C39-BE43-862D-38BB608E1E94}" type="presOf" srcId="{E168AA11-920C-F54C-B7DB-C5951AA2D585}" destId="{296822B1-67B9-3946-B9B5-9AFC9B76B1DD}" srcOrd="0" destOrd="0" presId="urn:microsoft.com/office/officeart/2005/8/layout/list1"/>
    <dgm:cxn modelId="{09554A93-09B6-D047-861E-3DBC30E408AB}" type="presOf" srcId="{E168AA11-920C-F54C-B7DB-C5951AA2D585}" destId="{149ADC22-A787-BD43-AE53-1E5F9F0EF60D}" srcOrd="1" destOrd="0" presId="urn:microsoft.com/office/officeart/2005/8/layout/list1"/>
    <dgm:cxn modelId="{1B19FFA6-539C-F54F-96EE-69F16551E422}" srcId="{2D7151B0-83C3-794C-A7E2-D21129B208D7}" destId="{3C55AC7B-1880-3346-A9F5-9D14FE371C13}" srcOrd="1" destOrd="0" parTransId="{DA4122A3-D505-944E-B831-76E0E97F5E1A}" sibTransId="{D422DDD9-FDCA-AB4A-8586-DE5C835334E3}"/>
    <dgm:cxn modelId="{868306BA-8CCA-1C43-BD53-8B6AD97319B8}" srcId="{E168AA11-920C-F54C-B7DB-C5951AA2D585}" destId="{84FE2259-F5AC-9044-B8EB-8A19BA1733A8}" srcOrd="0" destOrd="0" parTransId="{0DB568A9-7598-704F-9A1B-A7B019083813}" sibTransId="{2415265B-BCAA-BE49-8909-3AE41F1CEA1E}"/>
    <dgm:cxn modelId="{7E11F4C1-A6D5-E141-BB67-D7A948F3AD34}" type="presOf" srcId="{E3EB5B32-DAE8-084B-9C55-4E15A60723ED}" destId="{5DD7CB04-61EF-8749-9728-DC4AEA3DB611}" srcOrd="0" destOrd="0" presId="urn:microsoft.com/office/officeart/2005/8/layout/list1"/>
    <dgm:cxn modelId="{935578C4-E7A4-0F41-B2CC-8EB9491486F8}" srcId="{3C55AC7B-1880-3346-A9F5-9D14FE371C13}" destId="{38C5B09A-C990-BA43-A557-1F98A71B0347}" srcOrd="0" destOrd="0" parTransId="{C22858B8-555F-9E48-860B-841F1548B9BF}" sibTransId="{7E3BCDBB-0A59-C74E-97DB-63FDAE82954D}"/>
    <dgm:cxn modelId="{4E6D85CE-302E-BA4C-9FCE-B6445D5CF6CA}" type="presOf" srcId="{3C55AC7B-1880-3346-A9F5-9D14FE371C13}" destId="{EFED6759-161A-0247-881A-8697555D7731}" srcOrd="1" destOrd="0" presId="urn:microsoft.com/office/officeart/2005/8/layout/list1"/>
    <dgm:cxn modelId="{DB0CEECF-0037-4C41-BE4C-624B659A1DAF}" srcId="{2D7151B0-83C3-794C-A7E2-D21129B208D7}" destId="{91271169-0AFC-DE4B-8AC9-A91FEED8AE1F}" srcOrd="2" destOrd="0" parTransId="{2B42B865-B071-6A4C-B298-E4885E4E631A}" sibTransId="{E92463EB-0EE3-604C-96B3-B5BFB1BA60FB}"/>
    <dgm:cxn modelId="{ECE497DA-E69B-D34B-AB46-25980F65898D}" type="presOf" srcId="{262BBE38-279B-314A-BA9C-D727BB0FDC92}" destId="{80D85195-02CD-764C-97FD-8C9D668486D7}" srcOrd="1" destOrd="0" presId="urn:microsoft.com/office/officeart/2005/8/layout/list1"/>
    <dgm:cxn modelId="{28D4C49C-F8A3-3446-B26E-F191C47E2DCA}" type="presParOf" srcId="{67E7C6A6-13EF-714B-B10A-4FB9F6CDFFE7}" destId="{A9843400-7960-4E4F-9E66-CEFCFC5239A0}" srcOrd="0" destOrd="0" presId="urn:microsoft.com/office/officeart/2005/8/layout/list1"/>
    <dgm:cxn modelId="{21CA7546-47BE-8E48-A994-436FD9DC063B}" type="presParOf" srcId="{A9843400-7960-4E4F-9E66-CEFCFC5239A0}" destId="{296822B1-67B9-3946-B9B5-9AFC9B76B1DD}" srcOrd="0" destOrd="0" presId="urn:microsoft.com/office/officeart/2005/8/layout/list1"/>
    <dgm:cxn modelId="{2E21B6BD-A3BB-8545-A8F6-5A80753CF35A}" type="presParOf" srcId="{A9843400-7960-4E4F-9E66-CEFCFC5239A0}" destId="{149ADC22-A787-BD43-AE53-1E5F9F0EF60D}" srcOrd="1" destOrd="0" presId="urn:microsoft.com/office/officeart/2005/8/layout/list1"/>
    <dgm:cxn modelId="{E12CB786-CF3F-BD4E-9EFE-345CA9B16B07}" type="presParOf" srcId="{67E7C6A6-13EF-714B-B10A-4FB9F6CDFFE7}" destId="{9390032A-177B-F847-A182-AF71BCAFBE8E}" srcOrd="1" destOrd="0" presId="urn:microsoft.com/office/officeart/2005/8/layout/list1"/>
    <dgm:cxn modelId="{3AD14C62-C079-684B-B0C4-8925AA81CB93}" type="presParOf" srcId="{67E7C6A6-13EF-714B-B10A-4FB9F6CDFFE7}" destId="{E16CAC94-6033-ED45-9937-89B21B10E203}" srcOrd="2" destOrd="0" presId="urn:microsoft.com/office/officeart/2005/8/layout/list1"/>
    <dgm:cxn modelId="{D85FCC9D-39B8-F448-8F2F-B639A543E94B}" type="presParOf" srcId="{67E7C6A6-13EF-714B-B10A-4FB9F6CDFFE7}" destId="{2D930EDF-A178-4B42-B854-012114ED6F5F}" srcOrd="3" destOrd="0" presId="urn:microsoft.com/office/officeart/2005/8/layout/list1"/>
    <dgm:cxn modelId="{99F3F39A-1F21-734E-979C-899DB2364828}" type="presParOf" srcId="{67E7C6A6-13EF-714B-B10A-4FB9F6CDFFE7}" destId="{93E8F457-8658-3E40-B98A-F49742498160}" srcOrd="4" destOrd="0" presId="urn:microsoft.com/office/officeart/2005/8/layout/list1"/>
    <dgm:cxn modelId="{D84B2969-37AE-2F45-B361-FC2E12D98293}" type="presParOf" srcId="{93E8F457-8658-3E40-B98A-F49742498160}" destId="{111B7E38-12E6-374B-B02A-3E9484792A81}" srcOrd="0" destOrd="0" presId="urn:microsoft.com/office/officeart/2005/8/layout/list1"/>
    <dgm:cxn modelId="{1AC5925A-F473-E74B-BE05-B96192025652}" type="presParOf" srcId="{93E8F457-8658-3E40-B98A-F49742498160}" destId="{EFED6759-161A-0247-881A-8697555D7731}" srcOrd="1" destOrd="0" presId="urn:microsoft.com/office/officeart/2005/8/layout/list1"/>
    <dgm:cxn modelId="{E207216B-FBBD-1D43-87AA-6B974C93E2E4}" type="presParOf" srcId="{67E7C6A6-13EF-714B-B10A-4FB9F6CDFFE7}" destId="{FC9C8137-B0AD-D14F-B352-7066C95D9CB5}" srcOrd="5" destOrd="0" presId="urn:microsoft.com/office/officeart/2005/8/layout/list1"/>
    <dgm:cxn modelId="{F7000289-8C24-2A4E-A831-186352DBA273}" type="presParOf" srcId="{67E7C6A6-13EF-714B-B10A-4FB9F6CDFFE7}" destId="{C121F52B-3C08-654C-83AE-2EAF2AB55D38}" srcOrd="6" destOrd="0" presId="urn:microsoft.com/office/officeart/2005/8/layout/list1"/>
    <dgm:cxn modelId="{4EE924BC-AF6A-DE4F-8319-779360B56E9D}" type="presParOf" srcId="{67E7C6A6-13EF-714B-B10A-4FB9F6CDFFE7}" destId="{DCFCEA22-975D-9343-ACAC-4DF0C3753744}" srcOrd="7" destOrd="0" presId="urn:microsoft.com/office/officeart/2005/8/layout/list1"/>
    <dgm:cxn modelId="{86C27372-68EC-B744-A3A2-6A4987C737A0}" type="presParOf" srcId="{67E7C6A6-13EF-714B-B10A-4FB9F6CDFFE7}" destId="{A00CDB56-F37A-DF49-A4D3-E01D3B8D6DCE}" srcOrd="8" destOrd="0" presId="urn:microsoft.com/office/officeart/2005/8/layout/list1"/>
    <dgm:cxn modelId="{BE77A76F-DD20-3D4F-B060-F8F8A50FF92C}" type="presParOf" srcId="{A00CDB56-F37A-DF49-A4D3-E01D3B8D6DCE}" destId="{09C3FAAE-8F88-9747-B07C-EC9FCDDEA243}" srcOrd="0" destOrd="0" presId="urn:microsoft.com/office/officeart/2005/8/layout/list1"/>
    <dgm:cxn modelId="{7ED4B2B8-CAE9-5B43-B1FC-CEDFE0E648AF}" type="presParOf" srcId="{A00CDB56-F37A-DF49-A4D3-E01D3B8D6DCE}" destId="{F1A4EEB2-F42C-DC47-9AAD-66A3C8EDB4FF}" srcOrd="1" destOrd="0" presId="urn:microsoft.com/office/officeart/2005/8/layout/list1"/>
    <dgm:cxn modelId="{69ED556E-EFED-7F4B-AB97-49AB3EB55B1D}" type="presParOf" srcId="{67E7C6A6-13EF-714B-B10A-4FB9F6CDFFE7}" destId="{D84CF245-23B4-8149-82F3-961FAE282666}" srcOrd="9" destOrd="0" presId="urn:microsoft.com/office/officeart/2005/8/layout/list1"/>
    <dgm:cxn modelId="{12509060-B562-EF4D-8A16-2693185B23B6}" type="presParOf" srcId="{67E7C6A6-13EF-714B-B10A-4FB9F6CDFFE7}" destId="{5DD7CB04-61EF-8749-9728-DC4AEA3DB611}" srcOrd="10" destOrd="0" presId="urn:microsoft.com/office/officeart/2005/8/layout/list1"/>
    <dgm:cxn modelId="{377FE1F1-F733-6042-B5E9-861D04E11321}" type="presParOf" srcId="{67E7C6A6-13EF-714B-B10A-4FB9F6CDFFE7}" destId="{D31626AE-EE24-F348-9CB9-6B38BB82C065}" srcOrd="11" destOrd="0" presId="urn:microsoft.com/office/officeart/2005/8/layout/list1"/>
    <dgm:cxn modelId="{D139584F-C0D6-F747-B328-8B430A0B5903}" type="presParOf" srcId="{67E7C6A6-13EF-714B-B10A-4FB9F6CDFFE7}" destId="{CBCC4874-7EAF-4E40-83CC-1D1C21485996}" srcOrd="12" destOrd="0" presId="urn:microsoft.com/office/officeart/2005/8/layout/list1"/>
    <dgm:cxn modelId="{9690C2F9-551C-9546-B4F4-5AB32946B355}" type="presParOf" srcId="{CBCC4874-7EAF-4E40-83CC-1D1C21485996}" destId="{DCC88935-A0C0-8A43-9BAD-3C89B397511F}" srcOrd="0" destOrd="0" presId="urn:microsoft.com/office/officeart/2005/8/layout/list1"/>
    <dgm:cxn modelId="{3B43613C-69AF-3C4D-8D73-9AA5B569D5E7}" type="presParOf" srcId="{CBCC4874-7EAF-4E40-83CC-1D1C21485996}" destId="{80D85195-02CD-764C-97FD-8C9D668486D7}" srcOrd="1" destOrd="0" presId="urn:microsoft.com/office/officeart/2005/8/layout/list1"/>
    <dgm:cxn modelId="{4717AB40-5612-FB47-8B67-9B236A81E985}" type="presParOf" srcId="{67E7C6A6-13EF-714B-B10A-4FB9F6CDFFE7}" destId="{4807788D-684F-934E-99CD-351AF075FD2C}" srcOrd="13" destOrd="0" presId="urn:microsoft.com/office/officeart/2005/8/layout/list1"/>
    <dgm:cxn modelId="{F66F47B9-FC6C-8149-B999-BAE00D5FFC99}" type="presParOf" srcId="{67E7C6A6-13EF-714B-B10A-4FB9F6CDFFE7}" destId="{7A96011C-FD4C-4E48-A721-EBACBA9C917E}" srcOrd="14"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2D33217E-0BA9-1741-9BC9-D46EA55AF191}" type="doc">
      <dgm:prSet loTypeId="urn:microsoft.com/office/officeart/2005/8/layout/hList6" loCatId="list" qsTypeId="urn:microsoft.com/office/officeart/2005/8/quickstyle/simple4" qsCatId="simple" csTypeId="urn:microsoft.com/office/officeart/2005/8/colors/accent1_2" csCatId="accent1"/>
      <dgm:spPr/>
      <dgm:t>
        <a:bodyPr/>
        <a:lstStyle/>
        <a:p>
          <a:endParaRPr lang="en-US"/>
        </a:p>
      </dgm:t>
    </dgm:pt>
    <dgm:pt modelId="{65151A8C-E5F1-E84A-8D59-9577CB8EDE1C}">
      <dgm:prSet/>
      <dgm:spPr/>
      <dgm:t>
        <a:bodyPr/>
        <a:lstStyle/>
        <a:p>
          <a:pPr rtl="0"/>
          <a:r>
            <a:rPr lang="en-US" dirty="0"/>
            <a:t>User Mode</a:t>
          </a:r>
        </a:p>
      </dgm:t>
    </dgm:pt>
    <dgm:pt modelId="{5C70AA69-59F5-A447-B129-D3692DAB33CE}" type="parTrans" cxnId="{B7A1762C-4E00-1348-93C6-AC5611E7371A}">
      <dgm:prSet/>
      <dgm:spPr/>
      <dgm:t>
        <a:bodyPr/>
        <a:lstStyle/>
        <a:p>
          <a:endParaRPr lang="en-US"/>
        </a:p>
      </dgm:t>
    </dgm:pt>
    <dgm:pt modelId="{859E7ADA-F317-EC45-A3AA-9D0E80B4BF8B}" type="sibTrans" cxnId="{B7A1762C-4E00-1348-93C6-AC5611E7371A}">
      <dgm:prSet/>
      <dgm:spPr/>
      <dgm:t>
        <a:bodyPr/>
        <a:lstStyle/>
        <a:p>
          <a:endParaRPr lang="en-US"/>
        </a:p>
      </dgm:t>
    </dgm:pt>
    <dgm:pt modelId="{7DCB2BB2-725D-AB4D-8742-9C675046D766}">
      <dgm:prSet/>
      <dgm:spPr/>
      <dgm:t>
        <a:bodyPr/>
        <a:lstStyle/>
        <a:p>
          <a:pPr rtl="0"/>
          <a:r>
            <a:rPr lang="en-US" dirty="0"/>
            <a:t>user program executes in user mode </a:t>
          </a:r>
        </a:p>
      </dgm:t>
    </dgm:pt>
    <dgm:pt modelId="{056F9CD2-FFE5-7640-A9C8-E5B1CC9BCBB7}" type="parTrans" cxnId="{8CA977E5-2336-0244-B6D7-5FEB6EAF7666}">
      <dgm:prSet/>
      <dgm:spPr/>
      <dgm:t>
        <a:bodyPr/>
        <a:lstStyle/>
        <a:p>
          <a:endParaRPr lang="en-US"/>
        </a:p>
      </dgm:t>
    </dgm:pt>
    <dgm:pt modelId="{D4FF9F22-952A-7946-9831-9D5AF1B599CD}" type="sibTrans" cxnId="{8CA977E5-2336-0244-B6D7-5FEB6EAF7666}">
      <dgm:prSet/>
      <dgm:spPr/>
      <dgm:t>
        <a:bodyPr/>
        <a:lstStyle/>
        <a:p>
          <a:endParaRPr lang="en-US"/>
        </a:p>
      </dgm:t>
    </dgm:pt>
    <dgm:pt modelId="{F34AEFB7-B7EE-0540-AA61-DCE568FF95ED}">
      <dgm:prSet/>
      <dgm:spPr/>
      <dgm:t>
        <a:bodyPr/>
        <a:lstStyle/>
        <a:p>
          <a:pPr rtl="0"/>
          <a:r>
            <a:rPr lang="en-US" dirty="0"/>
            <a:t>certain areas of memory are protected from user access</a:t>
          </a:r>
        </a:p>
      </dgm:t>
    </dgm:pt>
    <dgm:pt modelId="{E57D61B8-B54D-8C43-B41E-3E45B93ACA17}" type="parTrans" cxnId="{1A0049D4-AD30-6F4E-BA8B-45446C5AF2E4}">
      <dgm:prSet/>
      <dgm:spPr/>
      <dgm:t>
        <a:bodyPr/>
        <a:lstStyle/>
        <a:p>
          <a:endParaRPr lang="en-US"/>
        </a:p>
      </dgm:t>
    </dgm:pt>
    <dgm:pt modelId="{3FD3279B-0950-9742-99D3-96EEBBEF92D5}" type="sibTrans" cxnId="{1A0049D4-AD30-6F4E-BA8B-45446C5AF2E4}">
      <dgm:prSet/>
      <dgm:spPr/>
      <dgm:t>
        <a:bodyPr/>
        <a:lstStyle/>
        <a:p>
          <a:endParaRPr lang="en-US"/>
        </a:p>
      </dgm:t>
    </dgm:pt>
    <dgm:pt modelId="{A5DFD8D0-15EC-5345-B0D6-66229A227EC8}">
      <dgm:prSet/>
      <dgm:spPr/>
      <dgm:t>
        <a:bodyPr/>
        <a:lstStyle/>
        <a:p>
          <a:pPr rtl="0"/>
          <a:r>
            <a:rPr lang="en-US" dirty="0"/>
            <a:t>certain instructions may not be executed</a:t>
          </a:r>
        </a:p>
      </dgm:t>
    </dgm:pt>
    <dgm:pt modelId="{49E45765-8C20-0944-87A6-CCAB3F931C15}" type="parTrans" cxnId="{A1905759-3725-7B4C-AB71-0D8959DBE3AA}">
      <dgm:prSet/>
      <dgm:spPr/>
      <dgm:t>
        <a:bodyPr/>
        <a:lstStyle/>
        <a:p>
          <a:endParaRPr lang="en-US"/>
        </a:p>
      </dgm:t>
    </dgm:pt>
    <dgm:pt modelId="{96BB15FE-09DC-F241-A9EF-BF18CB9B5B4C}" type="sibTrans" cxnId="{A1905759-3725-7B4C-AB71-0D8959DBE3AA}">
      <dgm:prSet/>
      <dgm:spPr/>
      <dgm:t>
        <a:bodyPr/>
        <a:lstStyle/>
        <a:p>
          <a:endParaRPr lang="en-US"/>
        </a:p>
      </dgm:t>
    </dgm:pt>
    <dgm:pt modelId="{A8DD81A0-FE94-7142-8520-E6D5E4A4E957}">
      <dgm:prSet/>
      <dgm:spPr/>
      <dgm:t>
        <a:bodyPr/>
        <a:lstStyle/>
        <a:p>
          <a:pPr rtl="0"/>
          <a:r>
            <a:rPr lang="en-US" dirty="0"/>
            <a:t>Kernel Mode</a:t>
          </a:r>
        </a:p>
      </dgm:t>
    </dgm:pt>
    <dgm:pt modelId="{8413BC65-3A20-F749-B0AF-DCB34BC1E73E}" type="parTrans" cxnId="{F4BDCF99-792A-6A4D-9EAD-12F48A6A2CF6}">
      <dgm:prSet/>
      <dgm:spPr/>
      <dgm:t>
        <a:bodyPr/>
        <a:lstStyle/>
        <a:p>
          <a:endParaRPr lang="en-US"/>
        </a:p>
      </dgm:t>
    </dgm:pt>
    <dgm:pt modelId="{6F2F872C-EB3F-7346-989E-8B22174FFB8C}" type="sibTrans" cxnId="{F4BDCF99-792A-6A4D-9EAD-12F48A6A2CF6}">
      <dgm:prSet/>
      <dgm:spPr/>
      <dgm:t>
        <a:bodyPr/>
        <a:lstStyle/>
        <a:p>
          <a:endParaRPr lang="en-US"/>
        </a:p>
      </dgm:t>
    </dgm:pt>
    <dgm:pt modelId="{70D89978-F865-334F-A941-4AF766991439}">
      <dgm:prSet/>
      <dgm:spPr/>
      <dgm:t>
        <a:bodyPr/>
        <a:lstStyle/>
        <a:p>
          <a:pPr rtl="0"/>
          <a:r>
            <a:rPr lang="en-US" dirty="0"/>
            <a:t>monitor executes in kernel mode</a:t>
          </a:r>
        </a:p>
      </dgm:t>
    </dgm:pt>
    <dgm:pt modelId="{0D8A6E0B-2805-7F44-B8A9-E56E808FA4B2}" type="parTrans" cxnId="{21A20B55-DE25-E74B-BC11-03F38F4E142E}">
      <dgm:prSet/>
      <dgm:spPr/>
      <dgm:t>
        <a:bodyPr/>
        <a:lstStyle/>
        <a:p>
          <a:endParaRPr lang="en-US"/>
        </a:p>
      </dgm:t>
    </dgm:pt>
    <dgm:pt modelId="{85B34EE6-D50C-C54F-B4EB-629B50465A18}" type="sibTrans" cxnId="{21A20B55-DE25-E74B-BC11-03F38F4E142E}">
      <dgm:prSet/>
      <dgm:spPr/>
      <dgm:t>
        <a:bodyPr/>
        <a:lstStyle/>
        <a:p>
          <a:endParaRPr lang="en-US"/>
        </a:p>
      </dgm:t>
    </dgm:pt>
    <dgm:pt modelId="{23C2248C-310F-9045-A1DE-EB1A0A998144}">
      <dgm:prSet/>
      <dgm:spPr/>
      <dgm:t>
        <a:bodyPr/>
        <a:lstStyle/>
        <a:p>
          <a:pPr rtl="0"/>
          <a:r>
            <a:rPr lang="en-US" dirty="0"/>
            <a:t>privileged instructions may be executed</a:t>
          </a:r>
        </a:p>
      </dgm:t>
    </dgm:pt>
    <dgm:pt modelId="{C11CCC40-78D6-C64E-B5C1-63B25BB0FA07}" type="parTrans" cxnId="{9BF5E802-0139-0E44-88B0-B6BF0C7DA309}">
      <dgm:prSet/>
      <dgm:spPr/>
      <dgm:t>
        <a:bodyPr/>
        <a:lstStyle/>
        <a:p>
          <a:endParaRPr lang="en-US"/>
        </a:p>
      </dgm:t>
    </dgm:pt>
    <dgm:pt modelId="{81BF2CBE-26D2-0C43-B2ED-0DC9A9AAB891}" type="sibTrans" cxnId="{9BF5E802-0139-0E44-88B0-B6BF0C7DA309}">
      <dgm:prSet/>
      <dgm:spPr/>
      <dgm:t>
        <a:bodyPr/>
        <a:lstStyle/>
        <a:p>
          <a:endParaRPr lang="en-US"/>
        </a:p>
      </dgm:t>
    </dgm:pt>
    <dgm:pt modelId="{7E6F021F-0CB0-124B-A677-644B0E074CAA}">
      <dgm:prSet/>
      <dgm:spPr/>
      <dgm:t>
        <a:bodyPr/>
        <a:lstStyle/>
        <a:p>
          <a:pPr rtl="0"/>
          <a:r>
            <a:rPr lang="en-US" dirty="0"/>
            <a:t>protected areas of memory may be accessed</a:t>
          </a:r>
        </a:p>
      </dgm:t>
    </dgm:pt>
    <dgm:pt modelId="{714DAF6C-70BD-A742-867A-169968D2E7E5}" type="parTrans" cxnId="{C82D3699-53F9-2E4F-8543-552FE5594A84}">
      <dgm:prSet/>
      <dgm:spPr/>
      <dgm:t>
        <a:bodyPr/>
        <a:lstStyle/>
        <a:p>
          <a:endParaRPr lang="en-US"/>
        </a:p>
      </dgm:t>
    </dgm:pt>
    <dgm:pt modelId="{76738D4F-9AE5-5D42-80D1-2A9725D5F6E7}" type="sibTrans" cxnId="{C82D3699-53F9-2E4F-8543-552FE5594A84}">
      <dgm:prSet/>
      <dgm:spPr/>
      <dgm:t>
        <a:bodyPr/>
        <a:lstStyle/>
        <a:p>
          <a:endParaRPr lang="en-US"/>
        </a:p>
      </dgm:t>
    </dgm:pt>
    <dgm:pt modelId="{BCDE8873-8877-4847-9033-32C067255720}" type="pres">
      <dgm:prSet presAssocID="{2D33217E-0BA9-1741-9BC9-D46EA55AF191}" presName="Name0" presStyleCnt="0">
        <dgm:presLayoutVars>
          <dgm:dir/>
          <dgm:resizeHandles val="exact"/>
        </dgm:presLayoutVars>
      </dgm:prSet>
      <dgm:spPr/>
    </dgm:pt>
    <dgm:pt modelId="{92A33E13-DCDF-E341-9AC4-85F30FCF821E}" type="pres">
      <dgm:prSet presAssocID="{65151A8C-E5F1-E84A-8D59-9577CB8EDE1C}" presName="node" presStyleLbl="node1" presStyleIdx="0" presStyleCnt="2">
        <dgm:presLayoutVars>
          <dgm:bulletEnabled val="1"/>
        </dgm:presLayoutVars>
      </dgm:prSet>
      <dgm:spPr/>
    </dgm:pt>
    <dgm:pt modelId="{95A7415E-FDDB-BF42-95CF-3D91DCBD136B}" type="pres">
      <dgm:prSet presAssocID="{859E7ADA-F317-EC45-A3AA-9D0E80B4BF8B}" presName="sibTrans" presStyleCnt="0"/>
      <dgm:spPr/>
    </dgm:pt>
    <dgm:pt modelId="{B00B1CAD-B259-2E45-8456-48DD193C9431}" type="pres">
      <dgm:prSet presAssocID="{A8DD81A0-FE94-7142-8520-E6D5E4A4E957}" presName="node" presStyleLbl="node1" presStyleIdx="1" presStyleCnt="2">
        <dgm:presLayoutVars>
          <dgm:bulletEnabled val="1"/>
        </dgm:presLayoutVars>
      </dgm:prSet>
      <dgm:spPr/>
    </dgm:pt>
  </dgm:ptLst>
  <dgm:cxnLst>
    <dgm:cxn modelId="{9BF5E802-0139-0E44-88B0-B6BF0C7DA309}" srcId="{A8DD81A0-FE94-7142-8520-E6D5E4A4E957}" destId="{23C2248C-310F-9045-A1DE-EB1A0A998144}" srcOrd="1" destOrd="0" parTransId="{C11CCC40-78D6-C64E-B5C1-63B25BB0FA07}" sibTransId="{81BF2CBE-26D2-0C43-B2ED-0DC9A9AAB891}"/>
    <dgm:cxn modelId="{E999431D-555E-5245-BFE4-8A63F70AD90B}" type="presOf" srcId="{7E6F021F-0CB0-124B-A677-644B0E074CAA}" destId="{B00B1CAD-B259-2E45-8456-48DD193C9431}" srcOrd="0" destOrd="3" presId="urn:microsoft.com/office/officeart/2005/8/layout/hList6"/>
    <dgm:cxn modelId="{B7A1762C-4E00-1348-93C6-AC5611E7371A}" srcId="{2D33217E-0BA9-1741-9BC9-D46EA55AF191}" destId="{65151A8C-E5F1-E84A-8D59-9577CB8EDE1C}" srcOrd="0" destOrd="0" parTransId="{5C70AA69-59F5-A447-B129-D3692DAB33CE}" sibTransId="{859E7ADA-F317-EC45-A3AA-9D0E80B4BF8B}"/>
    <dgm:cxn modelId="{7E5F4739-C0B5-7347-95F3-1F0DFC293E7A}" type="presOf" srcId="{A8DD81A0-FE94-7142-8520-E6D5E4A4E957}" destId="{B00B1CAD-B259-2E45-8456-48DD193C9431}" srcOrd="0" destOrd="0" presId="urn:microsoft.com/office/officeart/2005/8/layout/hList6"/>
    <dgm:cxn modelId="{16D5224A-9ED7-664E-A9B0-FB7731089F3F}" type="presOf" srcId="{23C2248C-310F-9045-A1DE-EB1A0A998144}" destId="{B00B1CAD-B259-2E45-8456-48DD193C9431}" srcOrd="0" destOrd="2" presId="urn:microsoft.com/office/officeart/2005/8/layout/hList6"/>
    <dgm:cxn modelId="{F22CE56C-F876-4A4B-8B67-7EDEA20314E7}" type="presOf" srcId="{A5DFD8D0-15EC-5345-B0D6-66229A227EC8}" destId="{92A33E13-DCDF-E341-9AC4-85F30FCF821E}" srcOrd="0" destOrd="3" presId="urn:microsoft.com/office/officeart/2005/8/layout/hList6"/>
    <dgm:cxn modelId="{9A381D51-8EFB-6641-A8CF-EF11DAD4EA76}" type="presOf" srcId="{7DCB2BB2-725D-AB4D-8742-9C675046D766}" destId="{92A33E13-DCDF-E341-9AC4-85F30FCF821E}" srcOrd="0" destOrd="1" presId="urn:microsoft.com/office/officeart/2005/8/layout/hList6"/>
    <dgm:cxn modelId="{21A20B55-DE25-E74B-BC11-03F38F4E142E}" srcId="{A8DD81A0-FE94-7142-8520-E6D5E4A4E957}" destId="{70D89978-F865-334F-A941-4AF766991439}" srcOrd="0" destOrd="0" parTransId="{0D8A6E0B-2805-7F44-B8A9-E56E808FA4B2}" sibTransId="{85B34EE6-D50C-C54F-B4EB-629B50465A18}"/>
    <dgm:cxn modelId="{A1905759-3725-7B4C-AB71-0D8959DBE3AA}" srcId="{65151A8C-E5F1-E84A-8D59-9577CB8EDE1C}" destId="{A5DFD8D0-15EC-5345-B0D6-66229A227EC8}" srcOrd="2" destOrd="0" parTransId="{49E45765-8C20-0944-87A6-CCAB3F931C15}" sibTransId="{96BB15FE-09DC-F241-A9EF-BF18CB9B5B4C}"/>
    <dgm:cxn modelId="{0CCF4282-5470-2844-9339-7280897DF6F9}" type="presOf" srcId="{2D33217E-0BA9-1741-9BC9-D46EA55AF191}" destId="{BCDE8873-8877-4847-9033-32C067255720}" srcOrd="0" destOrd="0" presId="urn:microsoft.com/office/officeart/2005/8/layout/hList6"/>
    <dgm:cxn modelId="{C82D3699-53F9-2E4F-8543-552FE5594A84}" srcId="{A8DD81A0-FE94-7142-8520-E6D5E4A4E957}" destId="{7E6F021F-0CB0-124B-A677-644B0E074CAA}" srcOrd="2" destOrd="0" parTransId="{714DAF6C-70BD-A742-867A-169968D2E7E5}" sibTransId="{76738D4F-9AE5-5D42-80D1-2A9725D5F6E7}"/>
    <dgm:cxn modelId="{F4BDCF99-792A-6A4D-9EAD-12F48A6A2CF6}" srcId="{2D33217E-0BA9-1741-9BC9-D46EA55AF191}" destId="{A8DD81A0-FE94-7142-8520-E6D5E4A4E957}" srcOrd="1" destOrd="0" parTransId="{8413BC65-3A20-F749-B0AF-DCB34BC1E73E}" sibTransId="{6F2F872C-EB3F-7346-989E-8B22174FFB8C}"/>
    <dgm:cxn modelId="{1A0049D4-AD30-6F4E-BA8B-45446C5AF2E4}" srcId="{65151A8C-E5F1-E84A-8D59-9577CB8EDE1C}" destId="{F34AEFB7-B7EE-0540-AA61-DCE568FF95ED}" srcOrd="1" destOrd="0" parTransId="{E57D61B8-B54D-8C43-B41E-3E45B93ACA17}" sibTransId="{3FD3279B-0950-9742-99D3-96EEBBEF92D5}"/>
    <dgm:cxn modelId="{5D4309DF-B615-A74A-9835-2D82D7DB808E}" type="presOf" srcId="{70D89978-F865-334F-A941-4AF766991439}" destId="{B00B1CAD-B259-2E45-8456-48DD193C9431}" srcOrd="0" destOrd="1" presId="urn:microsoft.com/office/officeart/2005/8/layout/hList6"/>
    <dgm:cxn modelId="{FBA987E3-6481-0E47-B854-AEC20EB8E5B0}" type="presOf" srcId="{65151A8C-E5F1-E84A-8D59-9577CB8EDE1C}" destId="{92A33E13-DCDF-E341-9AC4-85F30FCF821E}" srcOrd="0" destOrd="0" presId="urn:microsoft.com/office/officeart/2005/8/layout/hList6"/>
    <dgm:cxn modelId="{8CA977E5-2336-0244-B6D7-5FEB6EAF7666}" srcId="{65151A8C-E5F1-E84A-8D59-9577CB8EDE1C}" destId="{7DCB2BB2-725D-AB4D-8742-9C675046D766}" srcOrd="0" destOrd="0" parTransId="{056F9CD2-FFE5-7640-A9C8-E5B1CC9BCBB7}" sibTransId="{D4FF9F22-952A-7946-9831-9D5AF1B599CD}"/>
    <dgm:cxn modelId="{D5A5C5E9-BC98-9C41-9A84-D102D7C0415C}" type="presOf" srcId="{F34AEFB7-B7EE-0540-AA61-DCE568FF95ED}" destId="{92A33E13-DCDF-E341-9AC4-85F30FCF821E}" srcOrd="0" destOrd="2" presId="urn:microsoft.com/office/officeart/2005/8/layout/hList6"/>
    <dgm:cxn modelId="{38691C63-E03C-7C4E-BB4E-37CA3D0B5494}" type="presParOf" srcId="{BCDE8873-8877-4847-9033-32C067255720}" destId="{92A33E13-DCDF-E341-9AC4-85F30FCF821E}" srcOrd="0" destOrd="0" presId="urn:microsoft.com/office/officeart/2005/8/layout/hList6"/>
    <dgm:cxn modelId="{B41E27CA-9E9C-6149-8AAA-6D7A77D4CD9C}" type="presParOf" srcId="{BCDE8873-8877-4847-9033-32C067255720}" destId="{95A7415E-FDDB-BF42-95CF-3D91DCBD136B}" srcOrd="1" destOrd="0" presId="urn:microsoft.com/office/officeart/2005/8/layout/hList6"/>
    <dgm:cxn modelId="{F4B6BC09-516B-D14F-A728-AF5398C45ADB}" type="presParOf" srcId="{BCDE8873-8877-4847-9033-32C067255720}" destId="{B00B1CAD-B259-2E45-8456-48DD193C9431}" srcOrd="2" destOrd="0" presId="urn:microsoft.com/office/officeart/2005/8/layout/hList6"/>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6EACCD92-B1BC-0A42-953B-F3E640C7BD29}" type="doc">
      <dgm:prSet loTypeId="urn:microsoft.com/office/officeart/2005/8/layout/arrow2" loCatId="process" qsTypeId="urn:microsoft.com/office/officeart/2005/8/quickstyle/simple4" qsCatId="simple" csTypeId="urn:microsoft.com/office/officeart/2005/8/colors/accent1_2" csCatId="accent1" phldr="1"/>
      <dgm:spPr/>
    </dgm:pt>
    <dgm:pt modelId="{38FC8F8D-C424-8146-9E56-AD1DDF760111}">
      <dgm:prSet phldrT="[Text]" custT="1"/>
      <dgm:spPr/>
      <dgm:t>
        <a:bodyPr/>
        <a:lstStyle/>
        <a:p>
          <a:r>
            <a:rPr lang="en-NZ" sz="1800" dirty="0"/>
            <a:t>Serial Processing</a:t>
          </a:r>
          <a:endParaRPr lang="en-US" sz="1800" dirty="0"/>
        </a:p>
      </dgm:t>
    </dgm:pt>
    <dgm:pt modelId="{D0A62D74-7E0B-B242-8B35-D7A6B1083D31}" type="parTrans" cxnId="{7D3C728B-F740-AC43-9F3A-C47B814E5089}">
      <dgm:prSet/>
      <dgm:spPr/>
      <dgm:t>
        <a:bodyPr/>
        <a:lstStyle/>
        <a:p>
          <a:endParaRPr lang="en-US"/>
        </a:p>
      </dgm:t>
    </dgm:pt>
    <dgm:pt modelId="{4BF9B6E4-5CE0-7C40-ACE9-2C6A5EA145F7}" type="sibTrans" cxnId="{7D3C728B-F740-AC43-9F3A-C47B814E5089}">
      <dgm:prSet/>
      <dgm:spPr/>
      <dgm:t>
        <a:bodyPr/>
        <a:lstStyle/>
        <a:p>
          <a:endParaRPr lang="en-US"/>
        </a:p>
      </dgm:t>
    </dgm:pt>
    <dgm:pt modelId="{D9810BAD-2715-BF45-BF3B-6AB8E45EE25A}">
      <dgm:prSet custT="1"/>
      <dgm:spPr/>
      <dgm:t>
        <a:bodyPr/>
        <a:lstStyle/>
        <a:p>
          <a:r>
            <a:rPr lang="en-NZ" sz="1800" dirty="0"/>
            <a:t>Simple Batch Systems</a:t>
          </a:r>
        </a:p>
      </dgm:t>
    </dgm:pt>
    <dgm:pt modelId="{A7494285-C8ED-F248-AEC8-913A1E2E837E}" type="parTrans" cxnId="{1DE82A49-0AB5-0347-85E5-B4E74FB74FCA}">
      <dgm:prSet/>
      <dgm:spPr/>
      <dgm:t>
        <a:bodyPr/>
        <a:lstStyle/>
        <a:p>
          <a:endParaRPr lang="en-US"/>
        </a:p>
      </dgm:t>
    </dgm:pt>
    <dgm:pt modelId="{3253F9A0-6251-A642-AE74-6B9C371975BC}" type="sibTrans" cxnId="{1DE82A49-0AB5-0347-85E5-B4E74FB74FCA}">
      <dgm:prSet/>
      <dgm:spPr/>
      <dgm:t>
        <a:bodyPr/>
        <a:lstStyle/>
        <a:p>
          <a:endParaRPr lang="en-US"/>
        </a:p>
      </dgm:t>
    </dgm:pt>
    <dgm:pt modelId="{A66F7EE8-B277-D248-99D3-4CD126540C8A}">
      <dgm:prSet custT="1"/>
      <dgm:spPr/>
      <dgm:t>
        <a:bodyPr/>
        <a:lstStyle/>
        <a:p>
          <a:r>
            <a:rPr lang="en-NZ" sz="1800" b="1" dirty="0">
              <a:solidFill>
                <a:srgbClr val="FF0000"/>
              </a:solidFill>
            </a:rPr>
            <a:t>Multiprogrammed Batch Systems</a:t>
          </a:r>
        </a:p>
      </dgm:t>
    </dgm:pt>
    <dgm:pt modelId="{38AC00E7-9EEB-AA46-92D7-B69F40E88CB4}" type="parTrans" cxnId="{451DF095-1C94-234D-A748-F8277292FC1F}">
      <dgm:prSet/>
      <dgm:spPr/>
      <dgm:t>
        <a:bodyPr/>
        <a:lstStyle/>
        <a:p>
          <a:endParaRPr lang="en-US"/>
        </a:p>
      </dgm:t>
    </dgm:pt>
    <dgm:pt modelId="{F51F151C-E8E6-534A-A204-713718F1E875}" type="sibTrans" cxnId="{451DF095-1C94-234D-A748-F8277292FC1F}">
      <dgm:prSet/>
      <dgm:spPr/>
      <dgm:t>
        <a:bodyPr/>
        <a:lstStyle/>
        <a:p>
          <a:endParaRPr lang="en-US"/>
        </a:p>
      </dgm:t>
    </dgm:pt>
    <dgm:pt modelId="{9386885E-542C-A045-80DD-541DAB382580}">
      <dgm:prSet custT="1"/>
      <dgm:spPr/>
      <dgm:t>
        <a:bodyPr/>
        <a:lstStyle/>
        <a:p>
          <a:r>
            <a:rPr lang="en-NZ" sz="1800" dirty="0"/>
            <a:t>Time Sharing Systems</a:t>
          </a:r>
        </a:p>
      </dgm:t>
    </dgm:pt>
    <dgm:pt modelId="{568757CA-AC16-7F43-B8F6-583978CFEC40}" type="parTrans" cxnId="{049F5EB9-BDD5-B249-B755-3016A45FC8DA}">
      <dgm:prSet/>
      <dgm:spPr/>
      <dgm:t>
        <a:bodyPr/>
        <a:lstStyle/>
        <a:p>
          <a:endParaRPr lang="en-US"/>
        </a:p>
      </dgm:t>
    </dgm:pt>
    <dgm:pt modelId="{B3B68821-6B75-224A-99DE-9B3A4C5EF08C}" type="sibTrans" cxnId="{049F5EB9-BDD5-B249-B755-3016A45FC8DA}">
      <dgm:prSet/>
      <dgm:spPr/>
      <dgm:t>
        <a:bodyPr/>
        <a:lstStyle/>
        <a:p>
          <a:endParaRPr lang="en-US"/>
        </a:p>
      </dgm:t>
    </dgm:pt>
    <dgm:pt modelId="{094A77E0-A09E-2B4F-9792-0313B70CB70F}" type="pres">
      <dgm:prSet presAssocID="{6EACCD92-B1BC-0A42-953B-F3E640C7BD29}" presName="arrowDiagram" presStyleCnt="0">
        <dgm:presLayoutVars>
          <dgm:chMax val="5"/>
          <dgm:dir/>
          <dgm:resizeHandles val="exact"/>
        </dgm:presLayoutVars>
      </dgm:prSet>
      <dgm:spPr/>
    </dgm:pt>
    <dgm:pt modelId="{7274B0A6-A780-AC4D-A192-A17A96D7D56B}" type="pres">
      <dgm:prSet presAssocID="{6EACCD92-B1BC-0A42-953B-F3E640C7BD29}" presName="arrow" presStyleLbl="bgShp" presStyleIdx="0" presStyleCnt="1"/>
      <dgm:spPr>
        <a:ln>
          <a:solidFill>
            <a:schemeClr val="accent1">
              <a:lumMod val="75000"/>
            </a:schemeClr>
          </a:solidFill>
        </a:ln>
      </dgm:spPr>
    </dgm:pt>
    <dgm:pt modelId="{AC30B1C0-E642-C343-9491-3D29EF5B9ACA}" type="pres">
      <dgm:prSet presAssocID="{6EACCD92-B1BC-0A42-953B-F3E640C7BD29}" presName="arrowDiagram4" presStyleCnt="0"/>
      <dgm:spPr/>
    </dgm:pt>
    <dgm:pt modelId="{14244A61-2F42-FE4C-B4AE-14F538A72BD4}" type="pres">
      <dgm:prSet presAssocID="{38FC8F8D-C424-8146-9E56-AD1DDF760111}" presName="bullet4a" presStyleLbl="node1" presStyleIdx="0" presStyleCnt="4"/>
      <dgm:spPr/>
    </dgm:pt>
    <dgm:pt modelId="{68990ADE-EECC-A843-9CB8-385F4DCE6884}" type="pres">
      <dgm:prSet presAssocID="{38FC8F8D-C424-8146-9E56-AD1DDF760111}" presName="textBox4a" presStyleLbl="revTx" presStyleIdx="0" presStyleCnt="4" custScaleY="51143">
        <dgm:presLayoutVars>
          <dgm:bulletEnabled val="1"/>
        </dgm:presLayoutVars>
      </dgm:prSet>
      <dgm:spPr/>
    </dgm:pt>
    <dgm:pt modelId="{9AA8AB03-D64A-C342-B37C-4CCC9DA9EB94}" type="pres">
      <dgm:prSet presAssocID="{D9810BAD-2715-BF45-BF3B-6AB8E45EE25A}" presName="bullet4b" presStyleLbl="node1" presStyleIdx="1" presStyleCnt="4"/>
      <dgm:spPr/>
    </dgm:pt>
    <dgm:pt modelId="{CD842123-1D21-A749-9096-4D7D760BAAD9}" type="pres">
      <dgm:prSet presAssocID="{D9810BAD-2715-BF45-BF3B-6AB8E45EE25A}" presName="textBox4b" presStyleLbl="revTx" presStyleIdx="1" presStyleCnt="4" custScaleY="39942" custLinFactNeighborX="-4726" custLinFactNeighborY="-3817">
        <dgm:presLayoutVars>
          <dgm:bulletEnabled val="1"/>
        </dgm:presLayoutVars>
      </dgm:prSet>
      <dgm:spPr/>
    </dgm:pt>
    <dgm:pt modelId="{36778976-587A-8042-87A9-FC1C9FD954F8}" type="pres">
      <dgm:prSet presAssocID="{A66F7EE8-B277-D248-99D3-4CD126540C8A}" presName="bullet4c" presStyleLbl="node1" presStyleIdx="2" presStyleCnt="4"/>
      <dgm:spPr/>
    </dgm:pt>
    <dgm:pt modelId="{D9519E44-3DC2-2543-B587-8A3BE587954F}" type="pres">
      <dgm:prSet presAssocID="{A66F7EE8-B277-D248-99D3-4CD126540C8A}" presName="textBox4c" presStyleLbl="revTx" presStyleIdx="2" presStyleCnt="4" custScaleX="143550" custScaleY="26063" custLinFactNeighborX="-6990" custLinFactNeighborY="-16934">
        <dgm:presLayoutVars>
          <dgm:bulletEnabled val="1"/>
        </dgm:presLayoutVars>
      </dgm:prSet>
      <dgm:spPr/>
    </dgm:pt>
    <dgm:pt modelId="{6C5317EB-E0BB-C646-8AC7-1B8FB3CE6475}" type="pres">
      <dgm:prSet presAssocID="{9386885E-542C-A045-80DD-541DAB382580}" presName="bullet4d" presStyleLbl="node1" presStyleIdx="3" presStyleCnt="4"/>
      <dgm:spPr/>
    </dgm:pt>
    <dgm:pt modelId="{9DBEC3F6-5D1C-984A-A8A3-A5F0342491D8}" type="pres">
      <dgm:prSet presAssocID="{9386885E-542C-A045-80DD-541DAB382580}" presName="textBox4d" presStyleLbl="revTx" presStyleIdx="3" presStyleCnt="4" custScaleX="86877" custScaleY="31888" custLinFactNeighborX="-17456" custLinFactNeighborY="-17576">
        <dgm:presLayoutVars>
          <dgm:bulletEnabled val="1"/>
        </dgm:presLayoutVars>
      </dgm:prSet>
      <dgm:spPr/>
    </dgm:pt>
  </dgm:ptLst>
  <dgm:cxnLst>
    <dgm:cxn modelId="{3E17B52C-3B06-9A45-8584-9180A0C1BA59}" type="presOf" srcId="{A66F7EE8-B277-D248-99D3-4CD126540C8A}" destId="{D9519E44-3DC2-2543-B587-8A3BE587954F}" srcOrd="0" destOrd="0" presId="urn:microsoft.com/office/officeart/2005/8/layout/arrow2"/>
    <dgm:cxn modelId="{1098CD43-3096-BD47-8C93-BE8058CF148F}" type="presOf" srcId="{D9810BAD-2715-BF45-BF3B-6AB8E45EE25A}" destId="{CD842123-1D21-A749-9096-4D7D760BAAD9}" srcOrd="0" destOrd="0" presId="urn:microsoft.com/office/officeart/2005/8/layout/arrow2"/>
    <dgm:cxn modelId="{1DE82A49-0AB5-0347-85E5-B4E74FB74FCA}" srcId="{6EACCD92-B1BC-0A42-953B-F3E640C7BD29}" destId="{D9810BAD-2715-BF45-BF3B-6AB8E45EE25A}" srcOrd="1" destOrd="0" parTransId="{A7494285-C8ED-F248-AEC8-913A1E2E837E}" sibTransId="{3253F9A0-6251-A642-AE74-6B9C371975BC}"/>
    <dgm:cxn modelId="{7D3C728B-F740-AC43-9F3A-C47B814E5089}" srcId="{6EACCD92-B1BC-0A42-953B-F3E640C7BD29}" destId="{38FC8F8D-C424-8146-9E56-AD1DDF760111}" srcOrd="0" destOrd="0" parTransId="{D0A62D74-7E0B-B242-8B35-D7A6B1083D31}" sibTransId="{4BF9B6E4-5CE0-7C40-ACE9-2C6A5EA145F7}"/>
    <dgm:cxn modelId="{C067DF8D-A81E-9E43-A8DD-02D5C2A61521}" type="presOf" srcId="{38FC8F8D-C424-8146-9E56-AD1DDF760111}" destId="{68990ADE-EECC-A843-9CB8-385F4DCE6884}" srcOrd="0" destOrd="0" presId="urn:microsoft.com/office/officeart/2005/8/layout/arrow2"/>
    <dgm:cxn modelId="{451DF095-1C94-234D-A748-F8277292FC1F}" srcId="{6EACCD92-B1BC-0A42-953B-F3E640C7BD29}" destId="{A66F7EE8-B277-D248-99D3-4CD126540C8A}" srcOrd="2" destOrd="0" parTransId="{38AC00E7-9EEB-AA46-92D7-B69F40E88CB4}" sibTransId="{F51F151C-E8E6-534A-A204-713718F1E875}"/>
    <dgm:cxn modelId="{A2D78A9C-6247-FA4B-8F51-CF2E89D0314E}" type="presOf" srcId="{6EACCD92-B1BC-0A42-953B-F3E640C7BD29}" destId="{094A77E0-A09E-2B4F-9792-0313B70CB70F}" srcOrd="0" destOrd="0" presId="urn:microsoft.com/office/officeart/2005/8/layout/arrow2"/>
    <dgm:cxn modelId="{049F5EB9-BDD5-B249-B755-3016A45FC8DA}" srcId="{6EACCD92-B1BC-0A42-953B-F3E640C7BD29}" destId="{9386885E-542C-A045-80DD-541DAB382580}" srcOrd="3" destOrd="0" parTransId="{568757CA-AC16-7F43-B8F6-583978CFEC40}" sibTransId="{B3B68821-6B75-224A-99DE-9B3A4C5EF08C}"/>
    <dgm:cxn modelId="{C60BA0FC-7A21-7742-8D6D-2BDD77849218}" type="presOf" srcId="{9386885E-542C-A045-80DD-541DAB382580}" destId="{9DBEC3F6-5D1C-984A-A8A3-A5F0342491D8}" srcOrd="0" destOrd="0" presId="urn:microsoft.com/office/officeart/2005/8/layout/arrow2"/>
    <dgm:cxn modelId="{46527C7F-AD19-654B-8049-936FB0BB1089}" type="presParOf" srcId="{094A77E0-A09E-2B4F-9792-0313B70CB70F}" destId="{7274B0A6-A780-AC4D-A192-A17A96D7D56B}" srcOrd="0" destOrd="0" presId="urn:microsoft.com/office/officeart/2005/8/layout/arrow2"/>
    <dgm:cxn modelId="{847C3373-70A5-1249-BA32-96D85E38ED12}" type="presParOf" srcId="{094A77E0-A09E-2B4F-9792-0313B70CB70F}" destId="{AC30B1C0-E642-C343-9491-3D29EF5B9ACA}" srcOrd="1" destOrd="0" presId="urn:microsoft.com/office/officeart/2005/8/layout/arrow2"/>
    <dgm:cxn modelId="{2589D7C4-5754-F443-AF55-E833CB97E3B6}" type="presParOf" srcId="{AC30B1C0-E642-C343-9491-3D29EF5B9ACA}" destId="{14244A61-2F42-FE4C-B4AE-14F538A72BD4}" srcOrd="0" destOrd="0" presId="urn:microsoft.com/office/officeart/2005/8/layout/arrow2"/>
    <dgm:cxn modelId="{DCB3901E-6D9E-BB49-AA70-0398A4AB7AD5}" type="presParOf" srcId="{AC30B1C0-E642-C343-9491-3D29EF5B9ACA}" destId="{68990ADE-EECC-A843-9CB8-385F4DCE6884}" srcOrd="1" destOrd="0" presId="urn:microsoft.com/office/officeart/2005/8/layout/arrow2"/>
    <dgm:cxn modelId="{F88F0E2D-7C58-9949-9774-10884A5650A2}" type="presParOf" srcId="{AC30B1C0-E642-C343-9491-3D29EF5B9ACA}" destId="{9AA8AB03-D64A-C342-B37C-4CCC9DA9EB94}" srcOrd="2" destOrd="0" presId="urn:microsoft.com/office/officeart/2005/8/layout/arrow2"/>
    <dgm:cxn modelId="{4B8DD314-032A-6B47-B2DB-2862EB78707A}" type="presParOf" srcId="{AC30B1C0-E642-C343-9491-3D29EF5B9ACA}" destId="{CD842123-1D21-A749-9096-4D7D760BAAD9}" srcOrd="3" destOrd="0" presId="urn:microsoft.com/office/officeart/2005/8/layout/arrow2"/>
    <dgm:cxn modelId="{A33190B4-80C4-C34A-A93A-C56AF89424ED}" type="presParOf" srcId="{AC30B1C0-E642-C343-9491-3D29EF5B9ACA}" destId="{36778976-587A-8042-87A9-FC1C9FD954F8}" srcOrd="4" destOrd="0" presId="urn:microsoft.com/office/officeart/2005/8/layout/arrow2"/>
    <dgm:cxn modelId="{B3BF463C-A526-BC4C-B31D-7702EF0A6A73}" type="presParOf" srcId="{AC30B1C0-E642-C343-9491-3D29EF5B9ACA}" destId="{D9519E44-3DC2-2543-B587-8A3BE587954F}" srcOrd="5" destOrd="0" presId="urn:microsoft.com/office/officeart/2005/8/layout/arrow2"/>
    <dgm:cxn modelId="{7EF211CC-4E58-D349-9A1C-21EB30F85E98}" type="presParOf" srcId="{AC30B1C0-E642-C343-9491-3D29EF5B9ACA}" destId="{6C5317EB-E0BB-C646-8AC7-1B8FB3CE6475}" srcOrd="6" destOrd="0" presId="urn:microsoft.com/office/officeart/2005/8/layout/arrow2"/>
    <dgm:cxn modelId="{6EA5EE19-B83B-9B4D-B222-76DA85BACAE3}" type="presParOf" srcId="{AC30B1C0-E642-C343-9491-3D29EF5B9ACA}" destId="{9DBEC3F6-5D1C-984A-A8A3-A5F0342491D8}" srcOrd="7" destOrd="0" presId="urn:microsoft.com/office/officeart/2005/8/layout/arrow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6EACCD92-B1BC-0A42-953B-F3E640C7BD29}" type="doc">
      <dgm:prSet loTypeId="urn:microsoft.com/office/officeart/2005/8/layout/arrow2" loCatId="process" qsTypeId="urn:microsoft.com/office/officeart/2005/8/quickstyle/simple4" qsCatId="simple" csTypeId="urn:microsoft.com/office/officeart/2005/8/colors/accent1_2" csCatId="accent1" phldr="1"/>
      <dgm:spPr/>
    </dgm:pt>
    <dgm:pt modelId="{38FC8F8D-C424-8146-9E56-AD1DDF760111}">
      <dgm:prSet phldrT="[Text]" custT="1"/>
      <dgm:spPr/>
      <dgm:t>
        <a:bodyPr/>
        <a:lstStyle/>
        <a:p>
          <a:r>
            <a:rPr lang="en-NZ" sz="1800" dirty="0"/>
            <a:t>Serial Processing</a:t>
          </a:r>
          <a:endParaRPr lang="en-US" sz="1800" dirty="0"/>
        </a:p>
      </dgm:t>
    </dgm:pt>
    <dgm:pt modelId="{D0A62D74-7E0B-B242-8B35-D7A6B1083D31}" type="parTrans" cxnId="{7D3C728B-F740-AC43-9F3A-C47B814E5089}">
      <dgm:prSet/>
      <dgm:spPr/>
      <dgm:t>
        <a:bodyPr/>
        <a:lstStyle/>
        <a:p>
          <a:endParaRPr lang="en-US"/>
        </a:p>
      </dgm:t>
    </dgm:pt>
    <dgm:pt modelId="{4BF9B6E4-5CE0-7C40-ACE9-2C6A5EA145F7}" type="sibTrans" cxnId="{7D3C728B-F740-AC43-9F3A-C47B814E5089}">
      <dgm:prSet/>
      <dgm:spPr/>
      <dgm:t>
        <a:bodyPr/>
        <a:lstStyle/>
        <a:p>
          <a:endParaRPr lang="en-US"/>
        </a:p>
      </dgm:t>
    </dgm:pt>
    <dgm:pt modelId="{D9810BAD-2715-BF45-BF3B-6AB8E45EE25A}">
      <dgm:prSet custT="1"/>
      <dgm:spPr/>
      <dgm:t>
        <a:bodyPr/>
        <a:lstStyle/>
        <a:p>
          <a:r>
            <a:rPr lang="en-NZ" sz="1800" dirty="0"/>
            <a:t>Simple Batch Systems</a:t>
          </a:r>
        </a:p>
      </dgm:t>
    </dgm:pt>
    <dgm:pt modelId="{A7494285-C8ED-F248-AEC8-913A1E2E837E}" type="parTrans" cxnId="{1DE82A49-0AB5-0347-85E5-B4E74FB74FCA}">
      <dgm:prSet/>
      <dgm:spPr/>
      <dgm:t>
        <a:bodyPr/>
        <a:lstStyle/>
        <a:p>
          <a:endParaRPr lang="en-US"/>
        </a:p>
      </dgm:t>
    </dgm:pt>
    <dgm:pt modelId="{3253F9A0-6251-A642-AE74-6B9C371975BC}" type="sibTrans" cxnId="{1DE82A49-0AB5-0347-85E5-B4E74FB74FCA}">
      <dgm:prSet/>
      <dgm:spPr/>
      <dgm:t>
        <a:bodyPr/>
        <a:lstStyle/>
        <a:p>
          <a:endParaRPr lang="en-US"/>
        </a:p>
      </dgm:t>
    </dgm:pt>
    <dgm:pt modelId="{A66F7EE8-B277-D248-99D3-4CD126540C8A}">
      <dgm:prSet custT="1"/>
      <dgm:spPr/>
      <dgm:t>
        <a:bodyPr/>
        <a:lstStyle/>
        <a:p>
          <a:r>
            <a:rPr lang="en-NZ" sz="1800" dirty="0"/>
            <a:t>Multiprogrammed Batch Systems</a:t>
          </a:r>
        </a:p>
      </dgm:t>
    </dgm:pt>
    <dgm:pt modelId="{38AC00E7-9EEB-AA46-92D7-B69F40E88CB4}" type="parTrans" cxnId="{451DF095-1C94-234D-A748-F8277292FC1F}">
      <dgm:prSet/>
      <dgm:spPr/>
      <dgm:t>
        <a:bodyPr/>
        <a:lstStyle/>
        <a:p>
          <a:endParaRPr lang="en-US"/>
        </a:p>
      </dgm:t>
    </dgm:pt>
    <dgm:pt modelId="{F51F151C-E8E6-534A-A204-713718F1E875}" type="sibTrans" cxnId="{451DF095-1C94-234D-A748-F8277292FC1F}">
      <dgm:prSet/>
      <dgm:spPr/>
      <dgm:t>
        <a:bodyPr/>
        <a:lstStyle/>
        <a:p>
          <a:endParaRPr lang="en-US"/>
        </a:p>
      </dgm:t>
    </dgm:pt>
    <dgm:pt modelId="{9386885E-542C-A045-80DD-541DAB382580}">
      <dgm:prSet custT="1"/>
      <dgm:spPr/>
      <dgm:t>
        <a:bodyPr/>
        <a:lstStyle/>
        <a:p>
          <a:r>
            <a:rPr lang="en-NZ" sz="1800" b="1" dirty="0">
              <a:solidFill>
                <a:srgbClr val="FF0000"/>
              </a:solidFill>
            </a:rPr>
            <a:t>Time Sharing Systems</a:t>
          </a:r>
        </a:p>
      </dgm:t>
    </dgm:pt>
    <dgm:pt modelId="{568757CA-AC16-7F43-B8F6-583978CFEC40}" type="parTrans" cxnId="{049F5EB9-BDD5-B249-B755-3016A45FC8DA}">
      <dgm:prSet/>
      <dgm:spPr/>
      <dgm:t>
        <a:bodyPr/>
        <a:lstStyle/>
        <a:p>
          <a:endParaRPr lang="en-US"/>
        </a:p>
      </dgm:t>
    </dgm:pt>
    <dgm:pt modelId="{B3B68821-6B75-224A-99DE-9B3A4C5EF08C}" type="sibTrans" cxnId="{049F5EB9-BDD5-B249-B755-3016A45FC8DA}">
      <dgm:prSet/>
      <dgm:spPr/>
      <dgm:t>
        <a:bodyPr/>
        <a:lstStyle/>
        <a:p>
          <a:endParaRPr lang="en-US"/>
        </a:p>
      </dgm:t>
    </dgm:pt>
    <dgm:pt modelId="{094A77E0-A09E-2B4F-9792-0313B70CB70F}" type="pres">
      <dgm:prSet presAssocID="{6EACCD92-B1BC-0A42-953B-F3E640C7BD29}" presName="arrowDiagram" presStyleCnt="0">
        <dgm:presLayoutVars>
          <dgm:chMax val="5"/>
          <dgm:dir/>
          <dgm:resizeHandles val="exact"/>
        </dgm:presLayoutVars>
      </dgm:prSet>
      <dgm:spPr/>
    </dgm:pt>
    <dgm:pt modelId="{7274B0A6-A780-AC4D-A192-A17A96D7D56B}" type="pres">
      <dgm:prSet presAssocID="{6EACCD92-B1BC-0A42-953B-F3E640C7BD29}" presName="arrow" presStyleLbl="bgShp" presStyleIdx="0" presStyleCnt="1"/>
      <dgm:spPr>
        <a:ln>
          <a:solidFill>
            <a:schemeClr val="accent1">
              <a:lumMod val="75000"/>
            </a:schemeClr>
          </a:solidFill>
        </a:ln>
      </dgm:spPr>
    </dgm:pt>
    <dgm:pt modelId="{AC30B1C0-E642-C343-9491-3D29EF5B9ACA}" type="pres">
      <dgm:prSet presAssocID="{6EACCD92-B1BC-0A42-953B-F3E640C7BD29}" presName="arrowDiagram4" presStyleCnt="0"/>
      <dgm:spPr/>
    </dgm:pt>
    <dgm:pt modelId="{14244A61-2F42-FE4C-B4AE-14F538A72BD4}" type="pres">
      <dgm:prSet presAssocID="{38FC8F8D-C424-8146-9E56-AD1DDF760111}" presName="bullet4a" presStyleLbl="node1" presStyleIdx="0" presStyleCnt="4"/>
      <dgm:spPr/>
    </dgm:pt>
    <dgm:pt modelId="{68990ADE-EECC-A843-9CB8-385F4DCE6884}" type="pres">
      <dgm:prSet presAssocID="{38FC8F8D-C424-8146-9E56-AD1DDF760111}" presName="textBox4a" presStyleLbl="revTx" presStyleIdx="0" presStyleCnt="4" custScaleY="51143">
        <dgm:presLayoutVars>
          <dgm:bulletEnabled val="1"/>
        </dgm:presLayoutVars>
      </dgm:prSet>
      <dgm:spPr/>
    </dgm:pt>
    <dgm:pt modelId="{9AA8AB03-D64A-C342-B37C-4CCC9DA9EB94}" type="pres">
      <dgm:prSet presAssocID="{D9810BAD-2715-BF45-BF3B-6AB8E45EE25A}" presName="bullet4b" presStyleLbl="node1" presStyleIdx="1" presStyleCnt="4"/>
      <dgm:spPr/>
    </dgm:pt>
    <dgm:pt modelId="{CD842123-1D21-A749-9096-4D7D760BAAD9}" type="pres">
      <dgm:prSet presAssocID="{D9810BAD-2715-BF45-BF3B-6AB8E45EE25A}" presName="textBox4b" presStyleLbl="revTx" presStyleIdx="1" presStyleCnt="4" custScaleY="39942" custLinFactNeighborX="-4726" custLinFactNeighborY="-3817">
        <dgm:presLayoutVars>
          <dgm:bulletEnabled val="1"/>
        </dgm:presLayoutVars>
      </dgm:prSet>
      <dgm:spPr/>
    </dgm:pt>
    <dgm:pt modelId="{36778976-587A-8042-87A9-FC1C9FD954F8}" type="pres">
      <dgm:prSet presAssocID="{A66F7EE8-B277-D248-99D3-4CD126540C8A}" presName="bullet4c" presStyleLbl="node1" presStyleIdx="2" presStyleCnt="4"/>
      <dgm:spPr/>
    </dgm:pt>
    <dgm:pt modelId="{D9519E44-3DC2-2543-B587-8A3BE587954F}" type="pres">
      <dgm:prSet presAssocID="{A66F7EE8-B277-D248-99D3-4CD126540C8A}" presName="textBox4c" presStyleLbl="revTx" presStyleIdx="2" presStyleCnt="4" custScaleX="143550" custScaleY="26063" custLinFactNeighborX="-6990" custLinFactNeighborY="-16934">
        <dgm:presLayoutVars>
          <dgm:bulletEnabled val="1"/>
        </dgm:presLayoutVars>
      </dgm:prSet>
      <dgm:spPr/>
    </dgm:pt>
    <dgm:pt modelId="{6C5317EB-E0BB-C646-8AC7-1B8FB3CE6475}" type="pres">
      <dgm:prSet presAssocID="{9386885E-542C-A045-80DD-541DAB382580}" presName="bullet4d" presStyleLbl="node1" presStyleIdx="3" presStyleCnt="4"/>
      <dgm:spPr/>
    </dgm:pt>
    <dgm:pt modelId="{9DBEC3F6-5D1C-984A-A8A3-A5F0342491D8}" type="pres">
      <dgm:prSet presAssocID="{9386885E-542C-A045-80DD-541DAB382580}" presName="textBox4d" presStyleLbl="revTx" presStyleIdx="3" presStyleCnt="4" custScaleX="86877" custScaleY="31888" custLinFactNeighborX="-17456" custLinFactNeighborY="-17576">
        <dgm:presLayoutVars>
          <dgm:bulletEnabled val="1"/>
        </dgm:presLayoutVars>
      </dgm:prSet>
      <dgm:spPr/>
    </dgm:pt>
  </dgm:ptLst>
  <dgm:cxnLst>
    <dgm:cxn modelId="{3E17B52C-3B06-9A45-8584-9180A0C1BA59}" type="presOf" srcId="{A66F7EE8-B277-D248-99D3-4CD126540C8A}" destId="{D9519E44-3DC2-2543-B587-8A3BE587954F}" srcOrd="0" destOrd="0" presId="urn:microsoft.com/office/officeart/2005/8/layout/arrow2"/>
    <dgm:cxn modelId="{1098CD43-3096-BD47-8C93-BE8058CF148F}" type="presOf" srcId="{D9810BAD-2715-BF45-BF3B-6AB8E45EE25A}" destId="{CD842123-1D21-A749-9096-4D7D760BAAD9}" srcOrd="0" destOrd="0" presId="urn:microsoft.com/office/officeart/2005/8/layout/arrow2"/>
    <dgm:cxn modelId="{1DE82A49-0AB5-0347-85E5-B4E74FB74FCA}" srcId="{6EACCD92-B1BC-0A42-953B-F3E640C7BD29}" destId="{D9810BAD-2715-BF45-BF3B-6AB8E45EE25A}" srcOrd="1" destOrd="0" parTransId="{A7494285-C8ED-F248-AEC8-913A1E2E837E}" sibTransId="{3253F9A0-6251-A642-AE74-6B9C371975BC}"/>
    <dgm:cxn modelId="{7D3C728B-F740-AC43-9F3A-C47B814E5089}" srcId="{6EACCD92-B1BC-0A42-953B-F3E640C7BD29}" destId="{38FC8F8D-C424-8146-9E56-AD1DDF760111}" srcOrd="0" destOrd="0" parTransId="{D0A62D74-7E0B-B242-8B35-D7A6B1083D31}" sibTransId="{4BF9B6E4-5CE0-7C40-ACE9-2C6A5EA145F7}"/>
    <dgm:cxn modelId="{C067DF8D-A81E-9E43-A8DD-02D5C2A61521}" type="presOf" srcId="{38FC8F8D-C424-8146-9E56-AD1DDF760111}" destId="{68990ADE-EECC-A843-9CB8-385F4DCE6884}" srcOrd="0" destOrd="0" presId="urn:microsoft.com/office/officeart/2005/8/layout/arrow2"/>
    <dgm:cxn modelId="{451DF095-1C94-234D-A748-F8277292FC1F}" srcId="{6EACCD92-B1BC-0A42-953B-F3E640C7BD29}" destId="{A66F7EE8-B277-D248-99D3-4CD126540C8A}" srcOrd="2" destOrd="0" parTransId="{38AC00E7-9EEB-AA46-92D7-B69F40E88CB4}" sibTransId="{F51F151C-E8E6-534A-A204-713718F1E875}"/>
    <dgm:cxn modelId="{A2D78A9C-6247-FA4B-8F51-CF2E89D0314E}" type="presOf" srcId="{6EACCD92-B1BC-0A42-953B-F3E640C7BD29}" destId="{094A77E0-A09E-2B4F-9792-0313B70CB70F}" srcOrd="0" destOrd="0" presId="urn:microsoft.com/office/officeart/2005/8/layout/arrow2"/>
    <dgm:cxn modelId="{049F5EB9-BDD5-B249-B755-3016A45FC8DA}" srcId="{6EACCD92-B1BC-0A42-953B-F3E640C7BD29}" destId="{9386885E-542C-A045-80DD-541DAB382580}" srcOrd="3" destOrd="0" parTransId="{568757CA-AC16-7F43-B8F6-583978CFEC40}" sibTransId="{B3B68821-6B75-224A-99DE-9B3A4C5EF08C}"/>
    <dgm:cxn modelId="{C60BA0FC-7A21-7742-8D6D-2BDD77849218}" type="presOf" srcId="{9386885E-542C-A045-80DD-541DAB382580}" destId="{9DBEC3F6-5D1C-984A-A8A3-A5F0342491D8}" srcOrd="0" destOrd="0" presId="urn:microsoft.com/office/officeart/2005/8/layout/arrow2"/>
    <dgm:cxn modelId="{46527C7F-AD19-654B-8049-936FB0BB1089}" type="presParOf" srcId="{094A77E0-A09E-2B4F-9792-0313B70CB70F}" destId="{7274B0A6-A780-AC4D-A192-A17A96D7D56B}" srcOrd="0" destOrd="0" presId="urn:microsoft.com/office/officeart/2005/8/layout/arrow2"/>
    <dgm:cxn modelId="{847C3373-70A5-1249-BA32-96D85E38ED12}" type="presParOf" srcId="{094A77E0-A09E-2B4F-9792-0313B70CB70F}" destId="{AC30B1C0-E642-C343-9491-3D29EF5B9ACA}" srcOrd="1" destOrd="0" presId="urn:microsoft.com/office/officeart/2005/8/layout/arrow2"/>
    <dgm:cxn modelId="{2589D7C4-5754-F443-AF55-E833CB97E3B6}" type="presParOf" srcId="{AC30B1C0-E642-C343-9491-3D29EF5B9ACA}" destId="{14244A61-2F42-FE4C-B4AE-14F538A72BD4}" srcOrd="0" destOrd="0" presId="urn:microsoft.com/office/officeart/2005/8/layout/arrow2"/>
    <dgm:cxn modelId="{DCB3901E-6D9E-BB49-AA70-0398A4AB7AD5}" type="presParOf" srcId="{AC30B1C0-E642-C343-9491-3D29EF5B9ACA}" destId="{68990ADE-EECC-A843-9CB8-385F4DCE6884}" srcOrd="1" destOrd="0" presId="urn:microsoft.com/office/officeart/2005/8/layout/arrow2"/>
    <dgm:cxn modelId="{F88F0E2D-7C58-9949-9774-10884A5650A2}" type="presParOf" srcId="{AC30B1C0-E642-C343-9491-3D29EF5B9ACA}" destId="{9AA8AB03-D64A-C342-B37C-4CCC9DA9EB94}" srcOrd="2" destOrd="0" presId="urn:microsoft.com/office/officeart/2005/8/layout/arrow2"/>
    <dgm:cxn modelId="{4B8DD314-032A-6B47-B2DB-2862EB78707A}" type="presParOf" srcId="{AC30B1C0-E642-C343-9491-3D29EF5B9ACA}" destId="{CD842123-1D21-A749-9096-4D7D760BAAD9}" srcOrd="3" destOrd="0" presId="urn:microsoft.com/office/officeart/2005/8/layout/arrow2"/>
    <dgm:cxn modelId="{A33190B4-80C4-C34A-A93A-C56AF89424ED}" type="presParOf" srcId="{AC30B1C0-E642-C343-9491-3D29EF5B9ACA}" destId="{36778976-587A-8042-87A9-FC1C9FD954F8}" srcOrd="4" destOrd="0" presId="urn:microsoft.com/office/officeart/2005/8/layout/arrow2"/>
    <dgm:cxn modelId="{B3BF463C-A526-BC4C-B31D-7702EF0A6A73}" type="presParOf" srcId="{AC30B1C0-E642-C343-9491-3D29EF5B9ACA}" destId="{D9519E44-3DC2-2543-B587-8A3BE587954F}" srcOrd="5" destOrd="0" presId="urn:microsoft.com/office/officeart/2005/8/layout/arrow2"/>
    <dgm:cxn modelId="{7EF211CC-4E58-D349-9A1C-21EB30F85E98}" type="presParOf" srcId="{AC30B1C0-E642-C343-9491-3D29EF5B9ACA}" destId="{6C5317EB-E0BB-C646-8AC7-1B8FB3CE6475}" srcOrd="6" destOrd="0" presId="urn:microsoft.com/office/officeart/2005/8/layout/arrow2"/>
    <dgm:cxn modelId="{6EA5EE19-B83B-9B4D-B222-76DA85BACAE3}" type="presParOf" srcId="{AC30B1C0-E642-C343-9491-3D29EF5B9ACA}" destId="{9DBEC3F6-5D1C-984A-A8A3-A5F0342491D8}" srcOrd="7" destOrd="0" presId="urn:microsoft.com/office/officeart/2005/8/layout/arrow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2855130A-29F0-F642-9E61-612068599FA0}" type="doc">
      <dgm:prSet loTypeId="urn:microsoft.com/office/officeart/2005/8/layout/arrow4" loCatId="relationship" qsTypeId="urn:microsoft.com/office/officeart/2005/8/quickstyle/simple4" qsCatId="simple" csTypeId="urn:microsoft.com/office/officeart/2005/8/colors/accent1_2" csCatId="accent1" phldr="1"/>
      <dgm:spPr/>
      <dgm:t>
        <a:bodyPr/>
        <a:lstStyle/>
        <a:p>
          <a:endParaRPr lang="en-US"/>
        </a:p>
      </dgm:t>
    </dgm:pt>
    <dgm:pt modelId="{A24F98F6-36FD-D04C-8704-4CEB5FEA9904}">
      <dgm:prSet phldrT="[Text]"/>
      <dgm:spPr/>
      <dgm:t>
        <a:bodyPr/>
        <a:lstStyle/>
        <a:p>
          <a:r>
            <a:rPr lang="en-NZ" dirty="0"/>
            <a:t>Major advances in development include:</a:t>
          </a:r>
          <a:endParaRPr lang="en-US" dirty="0"/>
        </a:p>
      </dgm:t>
    </dgm:pt>
    <dgm:pt modelId="{D616917C-FDE8-564E-96B2-34255CC5FE55}" type="parTrans" cxnId="{CC7462AA-0345-3441-85A6-77FAE5A6E1E9}">
      <dgm:prSet/>
      <dgm:spPr/>
      <dgm:t>
        <a:bodyPr/>
        <a:lstStyle/>
        <a:p>
          <a:endParaRPr lang="en-US"/>
        </a:p>
      </dgm:t>
    </dgm:pt>
    <dgm:pt modelId="{7BC2E810-41DE-0B4C-BE4B-9870E5701CA1}" type="sibTrans" cxnId="{CC7462AA-0345-3441-85A6-77FAE5A6E1E9}">
      <dgm:prSet/>
      <dgm:spPr/>
      <dgm:t>
        <a:bodyPr/>
        <a:lstStyle/>
        <a:p>
          <a:endParaRPr lang="en-US"/>
        </a:p>
      </dgm:t>
    </dgm:pt>
    <dgm:pt modelId="{523756CB-372E-4D49-B7DF-B245FB249AD9}">
      <dgm:prSet/>
      <dgm:spPr/>
      <dgm:t>
        <a:bodyPr/>
        <a:lstStyle/>
        <a:p>
          <a:r>
            <a:rPr lang="en-NZ" b="1" dirty="0">
              <a:solidFill>
                <a:schemeClr val="accent3">
                  <a:lumMod val="75000"/>
                </a:schemeClr>
              </a:solidFill>
            </a:rPr>
            <a:t>memory management</a:t>
          </a:r>
        </a:p>
      </dgm:t>
    </dgm:pt>
    <dgm:pt modelId="{B358F5FF-44D2-5D4D-8049-20CA308DC74E}" type="parTrans" cxnId="{7B6518F6-FB94-164F-9AC2-F91FDA0105D3}">
      <dgm:prSet/>
      <dgm:spPr/>
      <dgm:t>
        <a:bodyPr/>
        <a:lstStyle/>
        <a:p>
          <a:endParaRPr lang="en-US"/>
        </a:p>
      </dgm:t>
    </dgm:pt>
    <dgm:pt modelId="{603F579B-206C-BF44-9242-058274272965}" type="sibTrans" cxnId="{7B6518F6-FB94-164F-9AC2-F91FDA0105D3}">
      <dgm:prSet/>
      <dgm:spPr/>
      <dgm:t>
        <a:bodyPr/>
        <a:lstStyle/>
        <a:p>
          <a:endParaRPr lang="en-US"/>
        </a:p>
      </dgm:t>
    </dgm:pt>
    <dgm:pt modelId="{FF245EE7-C83E-5B47-8A3E-136648D8D292}">
      <dgm:prSet/>
      <dgm:spPr/>
      <dgm:t>
        <a:bodyPr/>
        <a:lstStyle/>
        <a:p>
          <a:r>
            <a:rPr lang="en-NZ" b="1" dirty="0">
              <a:solidFill>
                <a:schemeClr val="accent3">
                  <a:lumMod val="75000"/>
                </a:schemeClr>
              </a:solidFill>
            </a:rPr>
            <a:t>information protection and security</a:t>
          </a:r>
        </a:p>
      </dgm:t>
    </dgm:pt>
    <dgm:pt modelId="{3564378D-3B82-AC4D-A525-481C451026E1}" type="parTrans" cxnId="{30FDEFA1-D49A-9A4A-88EE-B0FD05429983}">
      <dgm:prSet/>
      <dgm:spPr/>
      <dgm:t>
        <a:bodyPr/>
        <a:lstStyle/>
        <a:p>
          <a:endParaRPr lang="en-US"/>
        </a:p>
      </dgm:t>
    </dgm:pt>
    <dgm:pt modelId="{BBE9E839-7438-944F-96C9-347593A304BC}" type="sibTrans" cxnId="{30FDEFA1-D49A-9A4A-88EE-B0FD05429983}">
      <dgm:prSet/>
      <dgm:spPr/>
      <dgm:t>
        <a:bodyPr/>
        <a:lstStyle/>
        <a:p>
          <a:endParaRPr lang="en-US"/>
        </a:p>
      </dgm:t>
    </dgm:pt>
    <dgm:pt modelId="{95CDE5FE-57B7-064B-A8F4-8EFABE9E6465}">
      <dgm:prSet/>
      <dgm:spPr/>
      <dgm:t>
        <a:bodyPr/>
        <a:lstStyle/>
        <a:p>
          <a:r>
            <a:rPr lang="en-NZ" b="1" dirty="0">
              <a:solidFill>
                <a:schemeClr val="accent3">
                  <a:lumMod val="75000"/>
                </a:schemeClr>
              </a:solidFill>
            </a:rPr>
            <a:t>scheduling and resource management</a:t>
          </a:r>
        </a:p>
      </dgm:t>
    </dgm:pt>
    <dgm:pt modelId="{09BDD069-77EA-BF4E-A941-32A0DF3B9362}" type="parTrans" cxnId="{019A10A6-3034-D440-968F-98DC29A00C9C}">
      <dgm:prSet/>
      <dgm:spPr/>
      <dgm:t>
        <a:bodyPr/>
        <a:lstStyle/>
        <a:p>
          <a:endParaRPr lang="en-US"/>
        </a:p>
      </dgm:t>
    </dgm:pt>
    <dgm:pt modelId="{E82831B4-AD52-364B-AAF4-E5688CC0740A}" type="sibTrans" cxnId="{019A10A6-3034-D440-968F-98DC29A00C9C}">
      <dgm:prSet/>
      <dgm:spPr/>
      <dgm:t>
        <a:bodyPr/>
        <a:lstStyle/>
        <a:p>
          <a:endParaRPr lang="en-US"/>
        </a:p>
      </dgm:t>
    </dgm:pt>
    <dgm:pt modelId="{809B340C-6BC8-AD4E-AC8A-CED78DE84919}">
      <dgm:prSet phldrT="[Text]"/>
      <dgm:spPr/>
      <dgm:t>
        <a:bodyPr/>
        <a:lstStyle/>
        <a:p>
          <a:r>
            <a:rPr lang="en-NZ" b="1" dirty="0">
              <a:solidFill>
                <a:schemeClr val="accent3">
                  <a:lumMod val="75000"/>
                </a:schemeClr>
              </a:solidFill>
            </a:rPr>
            <a:t>processes</a:t>
          </a:r>
          <a:endParaRPr lang="en-US" b="1" dirty="0">
            <a:solidFill>
              <a:schemeClr val="accent3">
                <a:lumMod val="75000"/>
              </a:schemeClr>
            </a:solidFill>
          </a:endParaRPr>
        </a:p>
      </dgm:t>
    </dgm:pt>
    <dgm:pt modelId="{4450FEEC-FD5F-E94B-8FA2-1FCED69CE33E}" type="parTrans" cxnId="{DCC3A39C-D581-7E40-8642-BD0764128616}">
      <dgm:prSet/>
      <dgm:spPr/>
      <dgm:t>
        <a:bodyPr/>
        <a:lstStyle/>
        <a:p>
          <a:endParaRPr lang="en-US"/>
        </a:p>
      </dgm:t>
    </dgm:pt>
    <dgm:pt modelId="{544654C9-7587-B94C-B2C9-3094E981ABBD}" type="sibTrans" cxnId="{DCC3A39C-D581-7E40-8642-BD0764128616}">
      <dgm:prSet/>
      <dgm:spPr/>
      <dgm:t>
        <a:bodyPr/>
        <a:lstStyle/>
        <a:p>
          <a:endParaRPr lang="en-US"/>
        </a:p>
      </dgm:t>
    </dgm:pt>
    <dgm:pt modelId="{70258A1D-64C8-F147-BFF2-67185B356AEB}" type="pres">
      <dgm:prSet presAssocID="{2855130A-29F0-F642-9E61-612068599FA0}" presName="compositeShape" presStyleCnt="0">
        <dgm:presLayoutVars>
          <dgm:chMax val="2"/>
          <dgm:dir/>
          <dgm:resizeHandles val="exact"/>
        </dgm:presLayoutVars>
      </dgm:prSet>
      <dgm:spPr/>
    </dgm:pt>
    <dgm:pt modelId="{23F7FC10-09A1-3847-BFBC-2B58715396DE}" type="pres">
      <dgm:prSet presAssocID="{A24F98F6-36FD-D04C-8704-4CEB5FEA9904}" presName="upArrow" presStyleLbl="node1" presStyleIdx="0" presStyleCnt="1"/>
      <dgm:spPr>
        <a:solidFill>
          <a:schemeClr val="bg1"/>
        </a:solidFill>
        <a:ln>
          <a:solidFill>
            <a:schemeClr val="accent6">
              <a:alpha val="90000"/>
            </a:schemeClr>
          </a:solidFill>
        </a:ln>
        <a:effectLst>
          <a:glow rad="190500">
            <a:schemeClr val="accent6">
              <a:alpha val="75000"/>
            </a:schemeClr>
          </a:glow>
          <a:softEdge rad="38100"/>
        </a:effectLst>
      </dgm:spPr>
    </dgm:pt>
    <dgm:pt modelId="{034B72AF-7DDE-9145-BEBA-D89E86DFBE7E}" type="pres">
      <dgm:prSet presAssocID="{A24F98F6-36FD-D04C-8704-4CEB5FEA9904}" presName="upArrowText" presStyleLbl="revTx" presStyleIdx="0" presStyleCnt="1">
        <dgm:presLayoutVars>
          <dgm:chMax val="0"/>
          <dgm:bulletEnabled val="1"/>
        </dgm:presLayoutVars>
      </dgm:prSet>
      <dgm:spPr/>
    </dgm:pt>
  </dgm:ptLst>
  <dgm:cxnLst>
    <dgm:cxn modelId="{64B24E0B-0D10-8246-9ABF-4D42F5141945}" type="presOf" srcId="{809B340C-6BC8-AD4E-AC8A-CED78DE84919}" destId="{034B72AF-7DDE-9145-BEBA-D89E86DFBE7E}" srcOrd="0" destOrd="1" presId="urn:microsoft.com/office/officeart/2005/8/layout/arrow4"/>
    <dgm:cxn modelId="{423C3E25-28EE-7E43-B1D3-54BFE8AE4E16}" type="presOf" srcId="{A24F98F6-36FD-D04C-8704-4CEB5FEA9904}" destId="{034B72AF-7DDE-9145-BEBA-D89E86DFBE7E}" srcOrd="0" destOrd="0" presId="urn:microsoft.com/office/officeart/2005/8/layout/arrow4"/>
    <dgm:cxn modelId="{8601854C-1B4D-7548-BC58-9C7DD7C30FC8}" type="presOf" srcId="{523756CB-372E-4D49-B7DF-B245FB249AD9}" destId="{034B72AF-7DDE-9145-BEBA-D89E86DFBE7E}" srcOrd="0" destOrd="2" presId="urn:microsoft.com/office/officeart/2005/8/layout/arrow4"/>
    <dgm:cxn modelId="{926AB292-EAA2-5948-9377-25F2BED18CEB}" type="presOf" srcId="{FF245EE7-C83E-5B47-8A3E-136648D8D292}" destId="{034B72AF-7DDE-9145-BEBA-D89E86DFBE7E}" srcOrd="0" destOrd="3" presId="urn:microsoft.com/office/officeart/2005/8/layout/arrow4"/>
    <dgm:cxn modelId="{DCC3A39C-D581-7E40-8642-BD0764128616}" srcId="{A24F98F6-36FD-D04C-8704-4CEB5FEA9904}" destId="{809B340C-6BC8-AD4E-AC8A-CED78DE84919}" srcOrd="0" destOrd="0" parTransId="{4450FEEC-FD5F-E94B-8FA2-1FCED69CE33E}" sibTransId="{544654C9-7587-B94C-B2C9-3094E981ABBD}"/>
    <dgm:cxn modelId="{30FDEFA1-D49A-9A4A-88EE-B0FD05429983}" srcId="{A24F98F6-36FD-D04C-8704-4CEB5FEA9904}" destId="{FF245EE7-C83E-5B47-8A3E-136648D8D292}" srcOrd="2" destOrd="0" parTransId="{3564378D-3B82-AC4D-A525-481C451026E1}" sibTransId="{BBE9E839-7438-944F-96C9-347593A304BC}"/>
    <dgm:cxn modelId="{019A10A6-3034-D440-968F-98DC29A00C9C}" srcId="{A24F98F6-36FD-D04C-8704-4CEB5FEA9904}" destId="{95CDE5FE-57B7-064B-A8F4-8EFABE9E6465}" srcOrd="3" destOrd="0" parTransId="{09BDD069-77EA-BF4E-A941-32A0DF3B9362}" sibTransId="{E82831B4-AD52-364B-AAF4-E5688CC0740A}"/>
    <dgm:cxn modelId="{C820F7A8-7E2E-4D40-8C99-0F61D8F69FE0}" type="presOf" srcId="{95CDE5FE-57B7-064B-A8F4-8EFABE9E6465}" destId="{034B72AF-7DDE-9145-BEBA-D89E86DFBE7E}" srcOrd="0" destOrd="4" presId="urn:microsoft.com/office/officeart/2005/8/layout/arrow4"/>
    <dgm:cxn modelId="{CC7462AA-0345-3441-85A6-77FAE5A6E1E9}" srcId="{2855130A-29F0-F642-9E61-612068599FA0}" destId="{A24F98F6-36FD-D04C-8704-4CEB5FEA9904}" srcOrd="0" destOrd="0" parTransId="{D616917C-FDE8-564E-96B2-34255CC5FE55}" sibTransId="{7BC2E810-41DE-0B4C-BE4B-9870E5701CA1}"/>
    <dgm:cxn modelId="{181165EC-03D2-D049-8812-9D584D343C21}" type="presOf" srcId="{2855130A-29F0-F642-9E61-612068599FA0}" destId="{70258A1D-64C8-F147-BFF2-67185B356AEB}" srcOrd="0" destOrd="0" presId="urn:microsoft.com/office/officeart/2005/8/layout/arrow4"/>
    <dgm:cxn modelId="{7B6518F6-FB94-164F-9AC2-F91FDA0105D3}" srcId="{A24F98F6-36FD-D04C-8704-4CEB5FEA9904}" destId="{523756CB-372E-4D49-B7DF-B245FB249AD9}" srcOrd="1" destOrd="0" parTransId="{B358F5FF-44D2-5D4D-8049-20CA308DC74E}" sibTransId="{603F579B-206C-BF44-9242-058274272965}"/>
    <dgm:cxn modelId="{656B6D29-E03E-074B-93D9-64B6CC15B355}" type="presParOf" srcId="{70258A1D-64C8-F147-BFF2-67185B356AEB}" destId="{23F7FC10-09A1-3847-BFBC-2B58715396DE}" srcOrd="0" destOrd="0" presId="urn:microsoft.com/office/officeart/2005/8/layout/arrow4"/>
    <dgm:cxn modelId="{093B0B57-4D9E-8241-8BAE-9D8591359DC4}" type="presParOf" srcId="{70258A1D-64C8-F147-BFF2-67185B356AEB}" destId="{034B72AF-7DDE-9145-BEBA-D89E86DFBE7E}" srcOrd="1" destOrd="0" presId="urn:microsoft.com/office/officeart/2005/8/layout/arrow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60CD640B-1ED1-E545-8C95-FC3B3A514613}" type="doc">
      <dgm:prSet loTypeId="urn:microsoft.com/office/officeart/2005/8/layout/lProcess2" loCatId="list" qsTypeId="urn:microsoft.com/office/officeart/2005/8/quickstyle/simple4" qsCatId="simple" csTypeId="urn:microsoft.com/office/officeart/2005/8/colors/accent1_2" csCatId="accent1" phldr="1"/>
      <dgm:spPr/>
      <dgm:t>
        <a:bodyPr/>
        <a:lstStyle/>
        <a:p>
          <a:endParaRPr lang="en-US"/>
        </a:p>
      </dgm:t>
    </dgm:pt>
    <dgm:pt modelId="{9C62BB11-5FF5-7445-973A-9CD6D2EC382F}">
      <dgm:prSet phldrT="[Text]" custT="1"/>
      <dgm:spPr/>
      <dgm:t>
        <a:bodyPr/>
        <a:lstStyle/>
        <a:p>
          <a:r>
            <a:rPr lang="en-US" sz="2600" dirty="0"/>
            <a:t>A </a:t>
          </a:r>
          <a:r>
            <a:rPr lang="en-US" sz="2600" i="1" dirty="0">
              <a:solidFill>
                <a:schemeClr val="accent1"/>
              </a:solidFill>
            </a:rPr>
            <a:t>process</a:t>
          </a:r>
          <a:r>
            <a:rPr lang="en-US" sz="2600" i="1" dirty="0"/>
            <a:t> </a:t>
          </a:r>
          <a:r>
            <a:rPr lang="en-US" sz="2600" dirty="0"/>
            <a:t>can be defined as:</a:t>
          </a:r>
        </a:p>
      </dgm:t>
    </dgm:pt>
    <dgm:pt modelId="{56F10605-F79F-3041-939F-8CE6A5D80164}" type="parTrans" cxnId="{D466C52E-900F-EA41-BFDD-0839C8F58BC7}">
      <dgm:prSet/>
      <dgm:spPr/>
      <dgm:t>
        <a:bodyPr/>
        <a:lstStyle/>
        <a:p>
          <a:endParaRPr lang="en-US"/>
        </a:p>
      </dgm:t>
    </dgm:pt>
    <dgm:pt modelId="{FAB5343E-48E2-874A-BC00-971D7E2412A5}" type="sibTrans" cxnId="{D466C52E-900F-EA41-BFDD-0839C8F58BC7}">
      <dgm:prSet/>
      <dgm:spPr/>
      <dgm:t>
        <a:bodyPr/>
        <a:lstStyle/>
        <a:p>
          <a:endParaRPr lang="en-US"/>
        </a:p>
      </dgm:t>
    </dgm:pt>
    <dgm:pt modelId="{95CBCD0F-6E16-1344-9F14-F981E96C6989}">
      <dgm:prSet custT="1"/>
      <dgm:spPr/>
      <dgm:t>
        <a:bodyPr/>
        <a:lstStyle/>
        <a:p>
          <a:r>
            <a:rPr lang="en-US" sz="1800" dirty="0">
              <a:solidFill>
                <a:schemeClr val="bg1"/>
              </a:solidFill>
            </a:rPr>
            <a:t>a program in execution</a:t>
          </a:r>
        </a:p>
      </dgm:t>
    </dgm:pt>
    <dgm:pt modelId="{EF05AB83-83E2-184A-B52C-5034A4B5B55A}" type="parTrans" cxnId="{63BB4037-112A-6840-A694-03E1BACE8C3E}">
      <dgm:prSet/>
      <dgm:spPr/>
      <dgm:t>
        <a:bodyPr/>
        <a:lstStyle/>
        <a:p>
          <a:endParaRPr lang="en-US"/>
        </a:p>
      </dgm:t>
    </dgm:pt>
    <dgm:pt modelId="{BFF519C2-BCDD-724D-BEC6-BF3130017AB8}" type="sibTrans" cxnId="{63BB4037-112A-6840-A694-03E1BACE8C3E}">
      <dgm:prSet/>
      <dgm:spPr/>
      <dgm:t>
        <a:bodyPr/>
        <a:lstStyle/>
        <a:p>
          <a:endParaRPr lang="en-US"/>
        </a:p>
      </dgm:t>
    </dgm:pt>
    <dgm:pt modelId="{4CA4B62F-7C46-3B41-A492-185F51A757D3}">
      <dgm:prSet custT="1"/>
      <dgm:spPr>
        <a:solidFill>
          <a:schemeClr val="accent6"/>
        </a:solidFill>
      </dgm:spPr>
      <dgm:t>
        <a:bodyPr/>
        <a:lstStyle/>
        <a:p>
          <a:r>
            <a:rPr lang="en-US" sz="1800" dirty="0">
              <a:solidFill>
                <a:schemeClr val="bg1"/>
              </a:solidFill>
            </a:rPr>
            <a:t>an instance of a running program</a:t>
          </a:r>
        </a:p>
      </dgm:t>
    </dgm:pt>
    <dgm:pt modelId="{143A724B-3349-C447-AB09-A6D7BE18F189}" type="parTrans" cxnId="{6B4DBA37-4F7C-804F-933F-319552022C65}">
      <dgm:prSet/>
      <dgm:spPr/>
      <dgm:t>
        <a:bodyPr/>
        <a:lstStyle/>
        <a:p>
          <a:endParaRPr lang="en-US"/>
        </a:p>
      </dgm:t>
    </dgm:pt>
    <dgm:pt modelId="{AFD4CA3E-8735-644F-9FF2-F62A60485800}" type="sibTrans" cxnId="{6B4DBA37-4F7C-804F-933F-319552022C65}">
      <dgm:prSet/>
      <dgm:spPr/>
      <dgm:t>
        <a:bodyPr/>
        <a:lstStyle/>
        <a:p>
          <a:endParaRPr lang="en-US"/>
        </a:p>
      </dgm:t>
    </dgm:pt>
    <dgm:pt modelId="{E4785D30-E0FF-1843-A381-4F0D089C2F66}">
      <dgm:prSet custT="1"/>
      <dgm:spPr>
        <a:solidFill>
          <a:schemeClr val="accent2">
            <a:lumMod val="75000"/>
          </a:schemeClr>
        </a:solidFill>
      </dgm:spPr>
      <dgm:t>
        <a:bodyPr/>
        <a:lstStyle/>
        <a:p>
          <a:r>
            <a:rPr lang="en-US" sz="1800" dirty="0">
              <a:solidFill>
                <a:schemeClr val="bg1"/>
              </a:solidFill>
            </a:rPr>
            <a:t>the entity that can be assigned to, and executed on, a processor</a:t>
          </a:r>
        </a:p>
      </dgm:t>
    </dgm:pt>
    <dgm:pt modelId="{B8046299-320D-A946-ACB6-3DB16AF4F31C}" type="parTrans" cxnId="{908EF44B-F8E8-1C41-96CA-7B1DB06D29DB}">
      <dgm:prSet/>
      <dgm:spPr/>
      <dgm:t>
        <a:bodyPr/>
        <a:lstStyle/>
        <a:p>
          <a:endParaRPr lang="en-US"/>
        </a:p>
      </dgm:t>
    </dgm:pt>
    <dgm:pt modelId="{9BBD65EA-C84E-3342-BFEF-54D109D2AF54}" type="sibTrans" cxnId="{908EF44B-F8E8-1C41-96CA-7B1DB06D29DB}">
      <dgm:prSet/>
      <dgm:spPr/>
      <dgm:t>
        <a:bodyPr/>
        <a:lstStyle/>
        <a:p>
          <a:endParaRPr lang="en-US"/>
        </a:p>
      </dgm:t>
    </dgm:pt>
    <dgm:pt modelId="{5C59D184-E519-A141-B217-726CFCF69A53}">
      <dgm:prSet custT="1"/>
      <dgm:spPr>
        <a:solidFill>
          <a:schemeClr val="accent3">
            <a:lumMod val="75000"/>
          </a:schemeClr>
        </a:solidFill>
      </dgm:spPr>
      <dgm:t>
        <a:bodyPr/>
        <a:lstStyle/>
        <a:p>
          <a:r>
            <a:rPr lang="en-NZ" sz="1800" dirty="0">
              <a:solidFill>
                <a:schemeClr val="bg1"/>
              </a:solidFill>
            </a:rPr>
            <a:t>a unit of activity characterized by a single sequential thread of execution, a current state, and an associated set of system resources</a:t>
          </a:r>
          <a:endParaRPr lang="en-US" sz="1800" dirty="0">
            <a:solidFill>
              <a:schemeClr val="bg1"/>
            </a:solidFill>
          </a:endParaRPr>
        </a:p>
      </dgm:t>
    </dgm:pt>
    <dgm:pt modelId="{DA118F64-06A3-2E42-A162-CBF13C8F721F}" type="parTrans" cxnId="{DAD2B452-4B92-D946-BF47-B8B744F79DB3}">
      <dgm:prSet/>
      <dgm:spPr/>
      <dgm:t>
        <a:bodyPr/>
        <a:lstStyle/>
        <a:p>
          <a:endParaRPr lang="en-US"/>
        </a:p>
      </dgm:t>
    </dgm:pt>
    <dgm:pt modelId="{BA26C5EB-C056-0148-87C5-8714C3E0BABC}" type="sibTrans" cxnId="{DAD2B452-4B92-D946-BF47-B8B744F79DB3}">
      <dgm:prSet/>
      <dgm:spPr/>
      <dgm:t>
        <a:bodyPr/>
        <a:lstStyle/>
        <a:p>
          <a:endParaRPr lang="en-US"/>
        </a:p>
      </dgm:t>
    </dgm:pt>
    <dgm:pt modelId="{AA498229-2F44-AB4B-B8FF-9E8F57E7E1DB}" type="pres">
      <dgm:prSet presAssocID="{60CD640B-1ED1-E545-8C95-FC3B3A514613}" presName="theList" presStyleCnt="0">
        <dgm:presLayoutVars>
          <dgm:dir/>
          <dgm:animLvl val="lvl"/>
          <dgm:resizeHandles val="exact"/>
        </dgm:presLayoutVars>
      </dgm:prSet>
      <dgm:spPr/>
    </dgm:pt>
    <dgm:pt modelId="{3C5569B6-FD0B-C64E-ABFD-09FBCA665F0A}" type="pres">
      <dgm:prSet presAssocID="{9C62BB11-5FF5-7445-973A-9CD6D2EC382F}" presName="compNode" presStyleCnt="0"/>
      <dgm:spPr/>
    </dgm:pt>
    <dgm:pt modelId="{0CB26FD4-9907-2748-832C-F91F21C962A7}" type="pres">
      <dgm:prSet presAssocID="{9C62BB11-5FF5-7445-973A-9CD6D2EC382F}" presName="aNode" presStyleLbl="bgShp" presStyleIdx="0" presStyleCnt="1" custLinFactNeighborX="-2528" custLinFactNeighborY="-34091"/>
      <dgm:spPr/>
    </dgm:pt>
    <dgm:pt modelId="{723B4B6B-62E8-DD4A-8861-DC96C6708683}" type="pres">
      <dgm:prSet presAssocID="{9C62BB11-5FF5-7445-973A-9CD6D2EC382F}" presName="textNode" presStyleLbl="bgShp" presStyleIdx="0" presStyleCnt="1"/>
      <dgm:spPr/>
    </dgm:pt>
    <dgm:pt modelId="{CFB91E46-5524-5243-9298-3630DCA76CF4}" type="pres">
      <dgm:prSet presAssocID="{9C62BB11-5FF5-7445-973A-9CD6D2EC382F}" presName="compChildNode" presStyleCnt="0"/>
      <dgm:spPr/>
    </dgm:pt>
    <dgm:pt modelId="{5D51FDE5-4109-FF46-A900-15DEE9CCE2FF}" type="pres">
      <dgm:prSet presAssocID="{9C62BB11-5FF5-7445-973A-9CD6D2EC382F}" presName="theInnerList" presStyleCnt="0"/>
      <dgm:spPr/>
    </dgm:pt>
    <dgm:pt modelId="{9F6B7AC7-BCB3-4244-B25A-23CDDD94424B}" type="pres">
      <dgm:prSet presAssocID="{95CBCD0F-6E16-1344-9F14-F981E96C6989}" presName="childNode" presStyleLbl="node1" presStyleIdx="0" presStyleCnt="4" custScaleX="102373" custScaleY="174300" custLinFactNeighborX="0" custLinFactNeighborY="-42530">
        <dgm:presLayoutVars>
          <dgm:bulletEnabled val="1"/>
        </dgm:presLayoutVars>
      </dgm:prSet>
      <dgm:spPr/>
    </dgm:pt>
    <dgm:pt modelId="{33827AAA-650F-0443-AF63-677E041DFFDE}" type="pres">
      <dgm:prSet presAssocID="{95CBCD0F-6E16-1344-9F14-F981E96C6989}" presName="aSpace2" presStyleCnt="0"/>
      <dgm:spPr/>
    </dgm:pt>
    <dgm:pt modelId="{F3F77B7A-035D-B349-9DB8-48C9B0CD4D14}" type="pres">
      <dgm:prSet presAssocID="{4CA4B62F-7C46-3B41-A492-185F51A757D3}" presName="childNode" presStyleLbl="node1" presStyleIdx="1" presStyleCnt="4" custScaleX="104900" custScaleY="202192" custLinFactY="-23462" custLinFactNeighborX="0" custLinFactNeighborY="-100000">
        <dgm:presLayoutVars>
          <dgm:bulletEnabled val="1"/>
        </dgm:presLayoutVars>
      </dgm:prSet>
      <dgm:spPr/>
    </dgm:pt>
    <dgm:pt modelId="{95524E04-5C95-6D4A-A6D7-ED6AADF51D29}" type="pres">
      <dgm:prSet presAssocID="{4CA4B62F-7C46-3B41-A492-185F51A757D3}" presName="aSpace2" presStyleCnt="0"/>
      <dgm:spPr/>
    </dgm:pt>
    <dgm:pt modelId="{3F65BAAA-18B9-4047-82A7-7018E03752A1}" type="pres">
      <dgm:prSet presAssocID="{E4785D30-E0FF-1843-A381-4F0D089C2F66}" presName="childNode" presStyleLbl="node1" presStyleIdx="2" presStyleCnt="4" custScaleX="115011" custScaleY="240947" custLinFactY="-42566" custLinFactNeighborX="0" custLinFactNeighborY="-100000">
        <dgm:presLayoutVars>
          <dgm:bulletEnabled val="1"/>
        </dgm:presLayoutVars>
      </dgm:prSet>
      <dgm:spPr/>
    </dgm:pt>
    <dgm:pt modelId="{F01004BC-7CAF-1148-9C7F-8A4B94046671}" type="pres">
      <dgm:prSet presAssocID="{E4785D30-E0FF-1843-A381-4F0D089C2F66}" presName="aSpace2" presStyleCnt="0"/>
      <dgm:spPr/>
    </dgm:pt>
    <dgm:pt modelId="{A82AB75B-5168-3348-B180-A3053A31EAEA}" type="pres">
      <dgm:prSet presAssocID="{5C59D184-E519-A141-B217-726CFCF69A53}" presName="childNode" presStyleLbl="node1" presStyleIdx="3" presStyleCnt="4" custScaleX="125122" custScaleY="236131" custLinFactY="-56703" custLinFactNeighborX="0" custLinFactNeighborY="-100000">
        <dgm:presLayoutVars>
          <dgm:bulletEnabled val="1"/>
        </dgm:presLayoutVars>
      </dgm:prSet>
      <dgm:spPr/>
    </dgm:pt>
  </dgm:ptLst>
  <dgm:cxnLst>
    <dgm:cxn modelId="{973F1000-596F-7D48-BCC8-6D9046AB6034}" type="presOf" srcId="{5C59D184-E519-A141-B217-726CFCF69A53}" destId="{A82AB75B-5168-3348-B180-A3053A31EAEA}" srcOrd="0" destOrd="0" presId="urn:microsoft.com/office/officeart/2005/8/layout/lProcess2"/>
    <dgm:cxn modelId="{3263340F-8F88-3349-84AD-9CF7260031B4}" type="presOf" srcId="{9C62BB11-5FF5-7445-973A-9CD6D2EC382F}" destId="{0CB26FD4-9907-2748-832C-F91F21C962A7}" srcOrd="0" destOrd="0" presId="urn:microsoft.com/office/officeart/2005/8/layout/lProcess2"/>
    <dgm:cxn modelId="{735A3F12-10EE-ED47-8541-0F9849EEB686}" type="presOf" srcId="{9C62BB11-5FF5-7445-973A-9CD6D2EC382F}" destId="{723B4B6B-62E8-DD4A-8861-DC96C6708683}" srcOrd="1" destOrd="0" presId="urn:microsoft.com/office/officeart/2005/8/layout/lProcess2"/>
    <dgm:cxn modelId="{D466C52E-900F-EA41-BFDD-0839C8F58BC7}" srcId="{60CD640B-1ED1-E545-8C95-FC3B3A514613}" destId="{9C62BB11-5FF5-7445-973A-9CD6D2EC382F}" srcOrd="0" destOrd="0" parTransId="{56F10605-F79F-3041-939F-8CE6A5D80164}" sibTransId="{FAB5343E-48E2-874A-BC00-971D7E2412A5}"/>
    <dgm:cxn modelId="{63BB4037-112A-6840-A694-03E1BACE8C3E}" srcId="{9C62BB11-5FF5-7445-973A-9CD6D2EC382F}" destId="{95CBCD0F-6E16-1344-9F14-F981E96C6989}" srcOrd="0" destOrd="0" parTransId="{EF05AB83-83E2-184A-B52C-5034A4B5B55A}" sibTransId="{BFF519C2-BCDD-724D-BEC6-BF3130017AB8}"/>
    <dgm:cxn modelId="{6B4DBA37-4F7C-804F-933F-319552022C65}" srcId="{9C62BB11-5FF5-7445-973A-9CD6D2EC382F}" destId="{4CA4B62F-7C46-3B41-A492-185F51A757D3}" srcOrd="1" destOrd="0" parTransId="{143A724B-3349-C447-AB09-A6D7BE18F189}" sibTransId="{AFD4CA3E-8735-644F-9FF2-F62A60485800}"/>
    <dgm:cxn modelId="{E400583B-458F-5640-A0A0-36815301231A}" type="presOf" srcId="{4CA4B62F-7C46-3B41-A492-185F51A757D3}" destId="{F3F77B7A-035D-B349-9DB8-48C9B0CD4D14}" srcOrd="0" destOrd="0" presId="urn:microsoft.com/office/officeart/2005/8/layout/lProcess2"/>
    <dgm:cxn modelId="{CE84A345-0D29-754A-A01E-D3846FFE3C3F}" type="presOf" srcId="{95CBCD0F-6E16-1344-9F14-F981E96C6989}" destId="{9F6B7AC7-BCB3-4244-B25A-23CDDD94424B}" srcOrd="0" destOrd="0" presId="urn:microsoft.com/office/officeart/2005/8/layout/lProcess2"/>
    <dgm:cxn modelId="{908EF44B-F8E8-1C41-96CA-7B1DB06D29DB}" srcId="{9C62BB11-5FF5-7445-973A-9CD6D2EC382F}" destId="{E4785D30-E0FF-1843-A381-4F0D089C2F66}" srcOrd="2" destOrd="0" parTransId="{B8046299-320D-A946-ACB6-3DB16AF4F31C}" sibTransId="{9BBD65EA-C84E-3342-BFEF-54D109D2AF54}"/>
    <dgm:cxn modelId="{DAD2B452-4B92-D946-BF47-B8B744F79DB3}" srcId="{9C62BB11-5FF5-7445-973A-9CD6D2EC382F}" destId="{5C59D184-E519-A141-B217-726CFCF69A53}" srcOrd="3" destOrd="0" parTransId="{DA118F64-06A3-2E42-A162-CBF13C8F721F}" sibTransId="{BA26C5EB-C056-0148-87C5-8714C3E0BABC}"/>
    <dgm:cxn modelId="{D3D8EB54-146F-4347-9349-161A6B341FEA}" type="presOf" srcId="{60CD640B-1ED1-E545-8C95-FC3B3A514613}" destId="{AA498229-2F44-AB4B-B8FF-9E8F57E7E1DB}" srcOrd="0" destOrd="0" presId="urn:microsoft.com/office/officeart/2005/8/layout/lProcess2"/>
    <dgm:cxn modelId="{8D924FA3-5920-B643-B1CB-2120551B63A5}" type="presOf" srcId="{E4785D30-E0FF-1843-A381-4F0D089C2F66}" destId="{3F65BAAA-18B9-4047-82A7-7018E03752A1}" srcOrd="0" destOrd="0" presId="urn:microsoft.com/office/officeart/2005/8/layout/lProcess2"/>
    <dgm:cxn modelId="{70895E5F-7FFC-8E4C-8D54-A758AE61183F}" type="presParOf" srcId="{AA498229-2F44-AB4B-B8FF-9E8F57E7E1DB}" destId="{3C5569B6-FD0B-C64E-ABFD-09FBCA665F0A}" srcOrd="0" destOrd="0" presId="urn:microsoft.com/office/officeart/2005/8/layout/lProcess2"/>
    <dgm:cxn modelId="{E27D7651-7228-EA4A-9D51-FD9A42A931AA}" type="presParOf" srcId="{3C5569B6-FD0B-C64E-ABFD-09FBCA665F0A}" destId="{0CB26FD4-9907-2748-832C-F91F21C962A7}" srcOrd="0" destOrd="0" presId="urn:microsoft.com/office/officeart/2005/8/layout/lProcess2"/>
    <dgm:cxn modelId="{2DC6FD2B-760E-9E41-A078-53378CEBADA7}" type="presParOf" srcId="{3C5569B6-FD0B-C64E-ABFD-09FBCA665F0A}" destId="{723B4B6B-62E8-DD4A-8861-DC96C6708683}" srcOrd="1" destOrd="0" presId="urn:microsoft.com/office/officeart/2005/8/layout/lProcess2"/>
    <dgm:cxn modelId="{7F8009B7-C665-7340-9DEA-F237A411ADA0}" type="presParOf" srcId="{3C5569B6-FD0B-C64E-ABFD-09FBCA665F0A}" destId="{CFB91E46-5524-5243-9298-3630DCA76CF4}" srcOrd="2" destOrd="0" presId="urn:microsoft.com/office/officeart/2005/8/layout/lProcess2"/>
    <dgm:cxn modelId="{FE0DC388-AD7F-B341-8B57-7A4165E68326}" type="presParOf" srcId="{CFB91E46-5524-5243-9298-3630DCA76CF4}" destId="{5D51FDE5-4109-FF46-A900-15DEE9CCE2FF}" srcOrd="0" destOrd="0" presId="urn:microsoft.com/office/officeart/2005/8/layout/lProcess2"/>
    <dgm:cxn modelId="{B2000F17-B41A-7849-88E8-2CA0DA5F9314}" type="presParOf" srcId="{5D51FDE5-4109-FF46-A900-15DEE9CCE2FF}" destId="{9F6B7AC7-BCB3-4244-B25A-23CDDD94424B}" srcOrd="0" destOrd="0" presId="urn:microsoft.com/office/officeart/2005/8/layout/lProcess2"/>
    <dgm:cxn modelId="{88584D81-BA7E-9F42-B722-6A08D7BB4F02}" type="presParOf" srcId="{5D51FDE5-4109-FF46-A900-15DEE9CCE2FF}" destId="{33827AAA-650F-0443-AF63-677E041DFFDE}" srcOrd="1" destOrd="0" presId="urn:microsoft.com/office/officeart/2005/8/layout/lProcess2"/>
    <dgm:cxn modelId="{E165D6F4-6BA2-444F-AA91-85669C34975E}" type="presParOf" srcId="{5D51FDE5-4109-FF46-A900-15DEE9CCE2FF}" destId="{F3F77B7A-035D-B349-9DB8-48C9B0CD4D14}" srcOrd="2" destOrd="0" presId="urn:microsoft.com/office/officeart/2005/8/layout/lProcess2"/>
    <dgm:cxn modelId="{7C8AB816-6304-B647-98F2-7EF8E95511B7}" type="presParOf" srcId="{5D51FDE5-4109-FF46-A900-15DEE9CCE2FF}" destId="{95524E04-5C95-6D4A-A6D7-ED6AADF51D29}" srcOrd="3" destOrd="0" presId="urn:microsoft.com/office/officeart/2005/8/layout/lProcess2"/>
    <dgm:cxn modelId="{98A3E909-9371-794C-BEB7-165FA28A268A}" type="presParOf" srcId="{5D51FDE5-4109-FF46-A900-15DEE9CCE2FF}" destId="{3F65BAAA-18B9-4047-82A7-7018E03752A1}" srcOrd="4" destOrd="0" presId="urn:microsoft.com/office/officeart/2005/8/layout/lProcess2"/>
    <dgm:cxn modelId="{CECC3173-AD32-A543-9D3A-4D50CF5547DD}" type="presParOf" srcId="{5D51FDE5-4109-FF46-A900-15DEE9CCE2FF}" destId="{F01004BC-7CAF-1148-9C7F-8A4B94046671}" srcOrd="5" destOrd="0" presId="urn:microsoft.com/office/officeart/2005/8/layout/lProcess2"/>
    <dgm:cxn modelId="{9A38A8EB-542F-9B4A-BDA3-893DB7A7386C}" type="presParOf" srcId="{5D51FDE5-4109-FF46-A900-15DEE9CCE2FF}" destId="{A82AB75B-5168-3348-B180-A3053A31EAEA}" srcOrd="6" destOrd="0" presId="urn:microsoft.com/office/officeart/2005/8/layout/lProcess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1DB64831-39A6-FB4C-A523-F5E3B9751DA1}" type="doc">
      <dgm:prSet loTypeId="urn:microsoft.com/office/officeart/2005/8/layout/list1" loCatId="list" qsTypeId="urn:microsoft.com/office/officeart/2005/8/quickstyle/simple4" qsCatId="simple" csTypeId="urn:microsoft.com/office/officeart/2005/8/colors/accent1_2" csCatId="accent1" phldr="1"/>
      <dgm:spPr/>
      <dgm:t>
        <a:bodyPr/>
        <a:lstStyle/>
        <a:p>
          <a:endParaRPr lang="en-US"/>
        </a:p>
      </dgm:t>
    </dgm:pt>
    <dgm:pt modelId="{090C1A0A-C26D-D14F-8596-B5F3B36BD3BF}">
      <dgm:prSet phldrT="[Text]" custT="1"/>
      <dgm:spPr/>
      <dgm:t>
        <a:bodyPr/>
        <a:lstStyle/>
        <a:p>
          <a:r>
            <a:rPr lang="en-US" sz="1800" dirty="0"/>
            <a:t>utilization (e.g. multiprogramming batch operation)</a:t>
          </a:r>
        </a:p>
      </dgm:t>
    </dgm:pt>
    <dgm:pt modelId="{6ED5D5D4-7F03-9B46-A760-DEDD371E9C38}" type="parTrans" cxnId="{072DC3B1-9105-E642-B250-A05A84572AE6}">
      <dgm:prSet/>
      <dgm:spPr/>
      <dgm:t>
        <a:bodyPr/>
        <a:lstStyle/>
        <a:p>
          <a:endParaRPr lang="en-US"/>
        </a:p>
      </dgm:t>
    </dgm:pt>
    <dgm:pt modelId="{819FE901-AE43-8E44-B500-DE7D1B5A3CEE}" type="sibTrans" cxnId="{072DC3B1-9105-E642-B250-A05A84572AE6}">
      <dgm:prSet/>
      <dgm:spPr/>
      <dgm:t>
        <a:bodyPr/>
        <a:lstStyle/>
        <a:p>
          <a:endParaRPr lang="en-US"/>
        </a:p>
      </dgm:t>
    </dgm:pt>
    <dgm:pt modelId="{A861B948-FADD-F049-9021-E112D39A70C3}">
      <dgm:prSet custT="1"/>
      <dgm:spPr/>
      <dgm:t>
        <a:bodyPr/>
        <a:lstStyle/>
        <a:p>
          <a:r>
            <a:rPr lang="en-US" sz="1800" dirty="0"/>
            <a:t>processor is switched among the various programs residing in main memory</a:t>
          </a:r>
        </a:p>
      </dgm:t>
    </dgm:pt>
    <dgm:pt modelId="{E7FEEB4C-00D7-0F4D-BCE9-F0D511CB898E}" type="parTrans" cxnId="{01C21743-68F0-1440-A634-FA44F3E31905}">
      <dgm:prSet/>
      <dgm:spPr/>
      <dgm:t>
        <a:bodyPr/>
        <a:lstStyle/>
        <a:p>
          <a:endParaRPr lang="en-US"/>
        </a:p>
      </dgm:t>
    </dgm:pt>
    <dgm:pt modelId="{7072DCA2-6C0C-004D-BFFC-C79F9E83A169}" type="sibTrans" cxnId="{01C21743-68F0-1440-A634-FA44F3E31905}">
      <dgm:prSet/>
      <dgm:spPr/>
      <dgm:t>
        <a:bodyPr/>
        <a:lstStyle/>
        <a:p>
          <a:endParaRPr lang="en-US"/>
        </a:p>
      </dgm:t>
    </dgm:pt>
    <dgm:pt modelId="{7AC27B81-B188-3E47-8705-81041E0FC3E0}">
      <dgm:prSet custT="1"/>
      <dgm:spPr/>
      <dgm:t>
        <a:bodyPr/>
        <a:lstStyle/>
        <a:p>
          <a:r>
            <a:rPr lang="en-US" sz="1800" dirty="0"/>
            <a:t>responsiveness (e.g. time sharing)</a:t>
          </a:r>
        </a:p>
      </dgm:t>
    </dgm:pt>
    <dgm:pt modelId="{D7EF37F5-3D53-4E40-904A-9F17B7D02362}" type="parTrans" cxnId="{D7C025BF-80F4-A946-B860-1EC135D1BC8B}">
      <dgm:prSet/>
      <dgm:spPr/>
      <dgm:t>
        <a:bodyPr/>
        <a:lstStyle/>
        <a:p>
          <a:endParaRPr lang="en-US"/>
        </a:p>
      </dgm:t>
    </dgm:pt>
    <dgm:pt modelId="{603AAE72-C019-334E-8F2E-205C975EB218}" type="sibTrans" cxnId="{D7C025BF-80F4-A946-B860-1EC135D1BC8B}">
      <dgm:prSet/>
      <dgm:spPr/>
      <dgm:t>
        <a:bodyPr/>
        <a:lstStyle/>
        <a:p>
          <a:endParaRPr lang="en-US"/>
        </a:p>
      </dgm:t>
    </dgm:pt>
    <dgm:pt modelId="{691904B2-8C8C-9E48-8963-C4E4A346B2D7}">
      <dgm:prSet custT="1"/>
      <dgm:spPr/>
      <dgm:t>
        <a:bodyPr/>
        <a:lstStyle/>
        <a:p>
          <a:r>
            <a:rPr lang="en-US" sz="1800" dirty="0"/>
            <a:t>be responsive to the individual user but be able to support many users simultaneously</a:t>
          </a:r>
        </a:p>
      </dgm:t>
    </dgm:pt>
    <dgm:pt modelId="{0968DDFD-1996-BC44-983C-E4BA4151C7EF}" type="parTrans" cxnId="{64087701-C20D-1441-996A-CB5B2B3C3FDD}">
      <dgm:prSet/>
      <dgm:spPr/>
      <dgm:t>
        <a:bodyPr/>
        <a:lstStyle/>
        <a:p>
          <a:endParaRPr lang="en-US"/>
        </a:p>
      </dgm:t>
    </dgm:pt>
    <dgm:pt modelId="{46105771-6ADF-D947-BEF5-92A1F7734EB5}" type="sibTrans" cxnId="{64087701-C20D-1441-996A-CB5B2B3C3FDD}">
      <dgm:prSet/>
      <dgm:spPr/>
      <dgm:t>
        <a:bodyPr/>
        <a:lstStyle/>
        <a:p>
          <a:endParaRPr lang="en-US"/>
        </a:p>
      </dgm:t>
    </dgm:pt>
    <dgm:pt modelId="{D902A58C-EFD2-8042-8EDA-A0048E155FFA}">
      <dgm:prSet custT="1"/>
      <dgm:spPr/>
      <dgm:t>
        <a:bodyPr/>
        <a:lstStyle/>
        <a:p>
          <a:r>
            <a:rPr lang="en-US" sz="1800" dirty="0"/>
            <a:t>priority (e.g. real-time transaction systems)</a:t>
          </a:r>
        </a:p>
      </dgm:t>
    </dgm:pt>
    <dgm:pt modelId="{A31C1E0D-0762-3448-9F73-7DF2B4D47AAE}" type="parTrans" cxnId="{062E594F-6ED6-9242-BDA7-263C3BDD4C74}">
      <dgm:prSet/>
      <dgm:spPr/>
      <dgm:t>
        <a:bodyPr/>
        <a:lstStyle/>
        <a:p>
          <a:endParaRPr lang="en-US"/>
        </a:p>
      </dgm:t>
    </dgm:pt>
    <dgm:pt modelId="{E9AF713B-294C-1747-ACFB-8F1C11F212D5}" type="sibTrans" cxnId="{062E594F-6ED6-9242-BDA7-263C3BDD4C74}">
      <dgm:prSet/>
      <dgm:spPr/>
      <dgm:t>
        <a:bodyPr/>
        <a:lstStyle/>
        <a:p>
          <a:endParaRPr lang="en-US"/>
        </a:p>
      </dgm:t>
    </dgm:pt>
    <dgm:pt modelId="{C68CCDAE-7D91-4B48-BF77-F04382F40DB1}">
      <dgm:prSet custT="1"/>
      <dgm:spPr/>
      <dgm:t>
        <a:bodyPr/>
        <a:lstStyle/>
        <a:p>
          <a:r>
            <a:rPr lang="en-US" sz="1800" dirty="0"/>
            <a:t>a number of users are entering queries or updates against a database</a:t>
          </a:r>
        </a:p>
      </dgm:t>
    </dgm:pt>
    <dgm:pt modelId="{7C0169C0-7C2E-A548-B1C3-E39E55953B65}" type="parTrans" cxnId="{A390C873-0E3A-A74D-97D1-E2B97818038F}">
      <dgm:prSet/>
      <dgm:spPr/>
      <dgm:t>
        <a:bodyPr/>
        <a:lstStyle/>
        <a:p>
          <a:endParaRPr lang="en-US"/>
        </a:p>
      </dgm:t>
    </dgm:pt>
    <dgm:pt modelId="{159750F5-3324-A442-BB0E-FC4EF4D6206A}" type="sibTrans" cxnId="{A390C873-0E3A-A74D-97D1-E2B97818038F}">
      <dgm:prSet/>
      <dgm:spPr/>
      <dgm:t>
        <a:bodyPr/>
        <a:lstStyle/>
        <a:p>
          <a:endParaRPr lang="en-US"/>
        </a:p>
      </dgm:t>
    </dgm:pt>
    <dgm:pt modelId="{1A010248-F548-F346-8ADB-96035AED7299}" type="pres">
      <dgm:prSet presAssocID="{1DB64831-39A6-FB4C-A523-F5E3B9751DA1}" presName="linear" presStyleCnt="0">
        <dgm:presLayoutVars>
          <dgm:dir/>
          <dgm:animLvl val="lvl"/>
          <dgm:resizeHandles val="exact"/>
        </dgm:presLayoutVars>
      </dgm:prSet>
      <dgm:spPr/>
    </dgm:pt>
    <dgm:pt modelId="{4E3FA4B1-4A63-544B-981A-B6E7C0776C04}" type="pres">
      <dgm:prSet presAssocID="{090C1A0A-C26D-D14F-8596-B5F3B36BD3BF}" presName="parentLin" presStyleCnt="0"/>
      <dgm:spPr/>
    </dgm:pt>
    <dgm:pt modelId="{65288267-EAE4-DE4C-96DB-BAF08CE94DC5}" type="pres">
      <dgm:prSet presAssocID="{090C1A0A-C26D-D14F-8596-B5F3B36BD3BF}" presName="parentLeftMargin" presStyleLbl="node1" presStyleIdx="0" presStyleCnt="3"/>
      <dgm:spPr/>
    </dgm:pt>
    <dgm:pt modelId="{82E57853-70E3-7A46-AADA-BF7731AC4DC4}" type="pres">
      <dgm:prSet presAssocID="{090C1A0A-C26D-D14F-8596-B5F3B36BD3BF}" presName="parentText" presStyleLbl="node1" presStyleIdx="0" presStyleCnt="3">
        <dgm:presLayoutVars>
          <dgm:chMax val="0"/>
          <dgm:bulletEnabled val="1"/>
        </dgm:presLayoutVars>
      </dgm:prSet>
      <dgm:spPr/>
    </dgm:pt>
    <dgm:pt modelId="{EB2F4767-EA6E-BB40-808A-A791F3816C7B}" type="pres">
      <dgm:prSet presAssocID="{090C1A0A-C26D-D14F-8596-B5F3B36BD3BF}" presName="negativeSpace" presStyleCnt="0"/>
      <dgm:spPr/>
    </dgm:pt>
    <dgm:pt modelId="{064606FB-5D20-144B-B501-E8786E822E20}" type="pres">
      <dgm:prSet presAssocID="{090C1A0A-C26D-D14F-8596-B5F3B36BD3BF}" presName="childText" presStyleLbl="conFgAcc1" presStyleIdx="0" presStyleCnt="3">
        <dgm:presLayoutVars>
          <dgm:bulletEnabled val="1"/>
        </dgm:presLayoutVars>
      </dgm:prSet>
      <dgm:spPr/>
    </dgm:pt>
    <dgm:pt modelId="{A5334CB6-D903-FB4A-8F24-0045DA1D327F}" type="pres">
      <dgm:prSet presAssocID="{819FE901-AE43-8E44-B500-DE7D1B5A3CEE}" presName="spaceBetweenRectangles" presStyleCnt="0"/>
      <dgm:spPr/>
    </dgm:pt>
    <dgm:pt modelId="{3D0F6A07-01CB-604B-B50A-3736C0A4B19A}" type="pres">
      <dgm:prSet presAssocID="{7AC27B81-B188-3E47-8705-81041E0FC3E0}" presName="parentLin" presStyleCnt="0"/>
      <dgm:spPr/>
    </dgm:pt>
    <dgm:pt modelId="{5109884A-4A31-4945-AEDA-EC985EBE0282}" type="pres">
      <dgm:prSet presAssocID="{7AC27B81-B188-3E47-8705-81041E0FC3E0}" presName="parentLeftMargin" presStyleLbl="node1" presStyleIdx="0" presStyleCnt="3"/>
      <dgm:spPr/>
    </dgm:pt>
    <dgm:pt modelId="{AEF5B4F8-0BEB-CA45-966A-7A4B1541DFC8}" type="pres">
      <dgm:prSet presAssocID="{7AC27B81-B188-3E47-8705-81041E0FC3E0}" presName="parentText" presStyleLbl="node1" presStyleIdx="1" presStyleCnt="3">
        <dgm:presLayoutVars>
          <dgm:chMax val="0"/>
          <dgm:bulletEnabled val="1"/>
        </dgm:presLayoutVars>
      </dgm:prSet>
      <dgm:spPr/>
    </dgm:pt>
    <dgm:pt modelId="{9B2E5195-093C-5E4B-8C66-883EB1F6BE9A}" type="pres">
      <dgm:prSet presAssocID="{7AC27B81-B188-3E47-8705-81041E0FC3E0}" presName="negativeSpace" presStyleCnt="0"/>
      <dgm:spPr/>
    </dgm:pt>
    <dgm:pt modelId="{B1F670F3-D264-4046-87DC-A6F828D90574}" type="pres">
      <dgm:prSet presAssocID="{7AC27B81-B188-3E47-8705-81041E0FC3E0}" presName="childText" presStyleLbl="conFgAcc1" presStyleIdx="1" presStyleCnt="3">
        <dgm:presLayoutVars>
          <dgm:bulletEnabled val="1"/>
        </dgm:presLayoutVars>
      </dgm:prSet>
      <dgm:spPr/>
    </dgm:pt>
    <dgm:pt modelId="{6DF703D6-98F2-5249-A8A7-FB271A0E1613}" type="pres">
      <dgm:prSet presAssocID="{603AAE72-C019-334E-8F2E-205C975EB218}" presName="spaceBetweenRectangles" presStyleCnt="0"/>
      <dgm:spPr/>
    </dgm:pt>
    <dgm:pt modelId="{7170CCDA-66F4-F34B-8E49-862D3080B636}" type="pres">
      <dgm:prSet presAssocID="{D902A58C-EFD2-8042-8EDA-A0048E155FFA}" presName="parentLin" presStyleCnt="0"/>
      <dgm:spPr/>
    </dgm:pt>
    <dgm:pt modelId="{67EDB3EC-627F-AF4E-ACA6-CEE3814DEF67}" type="pres">
      <dgm:prSet presAssocID="{D902A58C-EFD2-8042-8EDA-A0048E155FFA}" presName="parentLeftMargin" presStyleLbl="node1" presStyleIdx="1" presStyleCnt="3"/>
      <dgm:spPr/>
    </dgm:pt>
    <dgm:pt modelId="{BC73B10D-3B03-D548-9EEA-CA43DC155C9C}" type="pres">
      <dgm:prSet presAssocID="{D902A58C-EFD2-8042-8EDA-A0048E155FFA}" presName="parentText" presStyleLbl="node1" presStyleIdx="2" presStyleCnt="3">
        <dgm:presLayoutVars>
          <dgm:chMax val="0"/>
          <dgm:bulletEnabled val="1"/>
        </dgm:presLayoutVars>
      </dgm:prSet>
      <dgm:spPr/>
    </dgm:pt>
    <dgm:pt modelId="{50A7113B-D3E7-0D48-8FBA-2EDED0047D9A}" type="pres">
      <dgm:prSet presAssocID="{D902A58C-EFD2-8042-8EDA-A0048E155FFA}" presName="negativeSpace" presStyleCnt="0"/>
      <dgm:spPr/>
    </dgm:pt>
    <dgm:pt modelId="{01E9E69B-17E4-D64F-8AF9-CCFECEFBC5CA}" type="pres">
      <dgm:prSet presAssocID="{D902A58C-EFD2-8042-8EDA-A0048E155FFA}" presName="childText" presStyleLbl="conFgAcc1" presStyleIdx="2" presStyleCnt="3">
        <dgm:presLayoutVars>
          <dgm:bulletEnabled val="1"/>
        </dgm:presLayoutVars>
      </dgm:prSet>
      <dgm:spPr/>
    </dgm:pt>
  </dgm:ptLst>
  <dgm:cxnLst>
    <dgm:cxn modelId="{64087701-C20D-1441-996A-CB5B2B3C3FDD}" srcId="{7AC27B81-B188-3E47-8705-81041E0FC3E0}" destId="{691904B2-8C8C-9E48-8963-C4E4A346B2D7}" srcOrd="0" destOrd="0" parTransId="{0968DDFD-1996-BC44-983C-E4BA4151C7EF}" sibTransId="{46105771-6ADF-D947-BEF5-92A1F7734EB5}"/>
    <dgm:cxn modelId="{ECE15F07-5191-C64D-919D-45BF59A686AE}" type="presOf" srcId="{C68CCDAE-7D91-4B48-BF77-F04382F40DB1}" destId="{01E9E69B-17E4-D64F-8AF9-CCFECEFBC5CA}" srcOrd="0" destOrd="0" presId="urn:microsoft.com/office/officeart/2005/8/layout/list1"/>
    <dgm:cxn modelId="{CC12E014-F591-2E42-961B-1BAF9B893160}" type="presOf" srcId="{090C1A0A-C26D-D14F-8596-B5F3B36BD3BF}" destId="{65288267-EAE4-DE4C-96DB-BAF08CE94DC5}" srcOrd="0" destOrd="0" presId="urn:microsoft.com/office/officeart/2005/8/layout/list1"/>
    <dgm:cxn modelId="{2B56842A-57F8-8240-93BE-BE623BC4FBF9}" type="presOf" srcId="{691904B2-8C8C-9E48-8963-C4E4A346B2D7}" destId="{B1F670F3-D264-4046-87DC-A6F828D90574}" srcOrd="0" destOrd="0" presId="urn:microsoft.com/office/officeart/2005/8/layout/list1"/>
    <dgm:cxn modelId="{F6E36B35-3192-3F4C-89C1-38C55DE20621}" type="presOf" srcId="{1DB64831-39A6-FB4C-A523-F5E3B9751DA1}" destId="{1A010248-F548-F346-8ADB-96035AED7299}" srcOrd="0" destOrd="0" presId="urn:microsoft.com/office/officeart/2005/8/layout/list1"/>
    <dgm:cxn modelId="{01C21743-68F0-1440-A634-FA44F3E31905}" srcId="{090C1A0A-C26D-D14F-8596-B5F3B36BD3BF}" destId="{A861B948-FADD-F049-9021-E112D39A70C3}" srcOrd="0" destOrd="0" parTransId="{E7FEEB4C-00D7-0F4D-BCE9-F0D511CB898E}" sibTransId="{7072DCA2-6C0C-004D-BFFC-C79F9E83A169}"/>
    <dgm:cxn modelId="{062E594F-6ED6-9242-BDA7-263C3BDD4C74}" srcId="{1DB64831-39A6-FB4C-A523-F5E3B9751DA1}" destId="{D902A58C-EFD2-8042-8EDA-A0048E155FFA}" srcOrd="2" destOrd="0" parTransId="{A31C1E0D-0762-3448-9F73-7DF2B4D47AAE}" sibTransId="{E9AF713B-294C-1747-ACFB-8F1C11F212D5}"/>
    <dgm:cxn modelId="{A390C873-0E3A-A74D-97D1-E2B97818038F}" srcId="{D902A58C-EFD2-8042-8EDA-A0048E155FFA}" destId="{C68CCDAE-7D91-4B48-BF77-F04382F40DB1}" srcOrd="0" destOrd="0" parTransId="{7C0169C0-7C2E-A548-B1C3-E39E55953B65}" sibTransId="{159750F5-3324-A442-BB0E-FC4EF4D6206A}"/>
    <dgm:cxn modelId="{EC2B6C82-A127-734A-AD9B-7AED2D5BFB02}" type="presOf" srcId="{7AC27B81-B188-3E47-8705-81041E0FC3E0}" destId="{5109884A-4A31-4945-AEDA-EC985EBE0282}" srcOrd="0" destOrd="0" presId="urn:microsoft.com/office/officeart/2005/8/layout/list1"/>
    <dgm:cxn modelId="{D33E718A-8591-6E4C-8A08-A30B0FFF8BCB}" type="presOf" srcId="{D902A58C-EFD2-8042-8EDA-A0048E155FFA}" destId="{67EDB3EC-627F-AF4E-ACA6-CEE3814DEF67}" srcOrd="0" destOrd="0" presId="urn:microsoft.com/office/officeart/2005/8/layout/list1"/>
    <dgm:cxn modelId="{2AFE8AA1-1916-5F48-ACFF-0FEC0EB8F6D6}" type="presOf" srcId="{090C1A0A-C26D-D14F-8596-B5F3B36BD3BF}" destId="{82E57853-70E3-7A46-AADA-BF7731AC4DC4}" srcOrd="1" destOrd="0" presId="urn:microsoft.com/office/officeart/2005/8/layout/list1"/>
    <dgm:cxn modelId="{072DC3B1-9105-E642-B250-A05A84572AE6}" srcId="{1DB64831-39A6-FB4C-A523-F5E3B9751DA1}" destId="{090C1A0A-C26D-D14F-8596-B5F3B36BD3BF}" srcOrd="0" destOrd="0" parTransId="{6ED5D5D4-7F03-9B46-A760-DEDD371E9C38}" sibTransId="{819FE901-AE43-8E44-B500-DE7D1B5A3CEE}"/>
    <dgm:cxn modelId="{D7C025BF-80F4-A946-B860-1EC135D1BC8B}" srcId="{1DB64831-39A6-FB4C-A523-F5E3B9751DA1}" destId="{7AC27B81-B188-3E47-8705-81041E0FC3E0}" srcOrd="1" destOrd="0" parTransId="{D7EF37F5-3D53-4E40-904A-9F17B7D02362}" sibTransId="{603AAE72-C019-334E-8F2E-205C975EB218}"/>
    <dgm:cxn modelId="{DC1B48CD-72BC-9549-8C4B-AA3897F4AB1C}" type="presOf" srcId="{A861B948-FADD-F049-9021-E112D39A70C3}" destId="{064606FB-5D20-144B-B501-E8786E822E20}" srcOrd="0" destOrd="0" presId="urn:microsoft.com/office/officeart/2005/8/layout/list1"/>
    <dgm:cxn modelId="{6B7AF6E9-C34C-A142-AD4C-4C0DACBE2A89}" type="presOf" srcId="{D902A58C-EFD2-8042-8EDA-A0048E155FFA}" destId="{BC73B10D-3B03-D548-9EEA-CA43DC155C9C}" srcOrd="1" destOrd="0" presId="urn:microsoft.com/office/officeart/2005/8/layout/list1"/>
    <dgm:cxn modelId="{56DE74EE-9D9E-4740-9366-8E07949D7403}" type="presOf" srcId="{7AC27B81-B188-3E47-8705-81041E0FC3E0}" destId="{AEF5B4F8-0BEB-CA45-966A-7A4B1541DFC8}" srcOrd="1" destOrd="0" presId="urn:microsoft.com/office/officeart/2005/8/layout/list1"/>
    <dgm:cxn modelId="{F92DD583-F850-1E4C-AF87-A78FD2E93DDB}" type="presParOf" srcId="{1A010248-F548-F346-8ADB-96035AED7299}" destId="{4E3FA4B1-4A63-544B-981A-B6E7C0776C04}" srcOrd="0" destOrd="0" presId="urn:microsoft.com/office/officeart/2005/8/layout/list1"/>
    <dgm:cxn modelId="{D1A9D8F4-EA9C-0E47-9551-6C47718324FE}" type="presParOf" srcId="{4E3FA4B1-4A63-544B-981A-B6E7C0776C04}" destId="{65288267-EAE4-DE4C-96DB-BAF08CE94DC5}" srcOrd="0" destOrd="0" presId="urn:microsoft.com/office/officeart/2005/8/layout/list1"/>
    <dgm:cxn modelId="{A543FBFA-4118-F942-B339-5A0E07692795}" type="presParOf" srcId="{4E3FA4B1-4A63-544B-981A-B6E7C0776C04}" destId="{82E57853-70E3-7A46-AADA-BF7731AC4DC4}" srcOrd="1" destOrd="0" presId="urn:microsoft.com/office/officeart/2005/8/layout/list1"/>
    <dgm:cxn modelId="{D533CB5F-FAF4-9749-98E8-F0A538F330E0}" type="presParOf" srcId="{1A010248-F548-F346-8ADB-96035AED7299}" destId="{EB2F4767-EA6E-BB40-808A-A791F3816C7B}" srcOrd="1" destOrd="0" presId="urn:microsoft.com/office/officeart/2005/8/layout/list1"/>
    <dgm:cxn modelId="{21205C1A-B61E-C049-9322-3207C838F740}" type="presParOf" srcId="{1A010248-F548-F346-8ADB-96035AED7299}" destId="{064606FB-5D20-144B-B501-E8786E822E20}" srcOrd="2" destOrd="0" presId="urn:microsoft.com/office/officeart/2005/8/layout/list1"/>
    <dgm:cxn modelId="{135E6390-51A3-2A43-91A8-0B9FF97EF391}" type="presParOf" srcId="{1A010248-F548-F346-8ADB-96035AED7299}" destId="{A5334CB6-D903-FB4A-8F24-0045DA1D327F}" srcOrd="3" destOrd="0" presId="urn:microsoft.com/office/officeart/2005/8/layout/list1"/>
    <dgm:cxn modelId="{EA5369AD-703D-3F46-B8AC-AB2F528C8580}" type="presParOf" srcId="{1A010248-F548-F346-8ADB-96035AED7299}" destId="{3D0F6A07-01CB-604B-B50A-3736C0A4B19A}" srcOrd="4" destOrd="0" presId="urn:microsoft.com/office/officeart/2005/8/layout/list1"/>
    <dgm:cxn modelId="{47F09664-C617-F64C-9DDD-667B5DCAD448}" type="presParOf" srcId="{3D0F6A07-01CB-604B-B50A-3736C0A4B19A}" destId="{5109884A-4A31-4945-AEDA-EC985EBE0282}" srcOrd="0" destOrd="0" presId="urn:microsoft.com/office/officeart/2005/8/layout/list1"/>
    <dgm:cxn modelId="{43E7D907-E676-2147-98C1-23347ECE62AF}" type="presParOf" srcId="{3D0F6A07-01CB-604B-B50A-3736C0A4B19A}" destId="{AEF5B4F8-0BEB-CA45-966A-7A4B1541DFC8}" srcOrd="1" destOrd="0" presId="urn:microsoft.com/office/officeart/2005/8/layout/list1"/>
    <dgm:cxn modelId="{4407763D-921E-A947-BBAF-D09DB60F701A}" type="presParOf" srcId="{1A010248-F548-F346-8ADB-96035AED7299}" destId="{9B2E5195-093C-5E4B-8C66-883EB1F6BE9A}" srcOrd="5" destOrd="0" presId="urn:microsoft.com/office/officeart/2005/8/layout/list1"/>
    <dgm:cxn modelId="{2C8061A0-CEE3-8D46-84DF-2E6E17A3BBAE}" type="presParOf" srcId="{1A010248-F548-F346-8ADB-96035AED7299}" destId="{B1F670F3-D264-4046-87DC-A6F828D90574}" srcOrd="6" destOrd="0" presId="urn:microsoft.com/office/officeart/2005/8/layout/list1"/>
    <dgm:cxn modelId="{4D031D3E-CE7C-1048-BF3A-6EFA2EA9A286}" type="presParOf" srcId="{1A010248-F548-F346-8ADB-96035AED7299}" destId="{6DF703D6-98F2-5249-A8A7-FB271A0E1613}" srcOrd="7" destOrd="0" presId="urn:microsoft.com/office/officeart/2005/8/layout/list1"/>
    <dgm:cxn modelId="{2F956D1E-619A-FE4A-B0DC-200951E054F5}" type="presParOf" srcId="{1A010248-F548-F346-8ADB-96035AED7299}" destId="{7170CCDA-66F4-F34B-8E49-862D3080B636}" srcOrd="8" destOrd="0" presId="urn:microsoft.com/office/officeart/2005/8/layout/list1"/>
    <dgm:cxn modelId="{3E3FE637-7791-DB4E-876F-49B29C130BEC}" type="presParOf" srcId="{7170CCDA-66F4-F34B-8E49-862D3080B636}" destId="{67EDB3EC-627F-AF4E-ACA6-CEE3814DEF67}" srcOrd="0" destOrd="0" presId="urn:microsoft.com/office/officeart/2005/8/layout/list1"/>
    <dgm:cxn modelId="{23D99B78-4769-6D40-966A-49953D522DB8}" type="presParOf" srcId="{7170CCDA-66F4-F34B-8E49-862D3080B636}" destId="{BC73B10D-3B03-D548-9EEA-CA43DC155C9C}" srcOrd="1" destOrd="0" presId="urn:microsoft.com/office/officeart/2005/8/layout/list1"/>
    <dgm:cxn modelId="{E034A7A8-1A62-E540-A29F-6597A72F4F40}" type="presParOf" srcId="{1A010248-F548-F346-8ADB-96035AED7299}" destId="{50A7113B-D3E7-0D48-8FBA-2EDED0047D9A}" srcOrd="9" destOrd="0" presId="urn:microsoft.com/office/officeart/2005/8/layout/list1"/>
    <dgm:cxn modelId="{E9FEE77E-7166-DA43-841E-A12F962A3EA0}" type="presParOf" srcId="{1A010248-F548-F346-8ADB-96035AED7299}" destId="{01E9E69B-17E4-D64F-8AF9-CCFECEFBC5CA}" srcOrd="10"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916AAC78-97B9-3543-8F53-ED95E1C7D771}" type="doc">
      <dgm:prSet loTypeId="urn:microsoft.com/office/officeart/2005/8/layout/hierarchy4" loCatId="hierarchy" qsTypeId="urn:microsoft.com/office/officeart/2005/8/quickstyle/simple4" qsCatId="simple" csTypeId="urn:microsoft.com/office/officeart/2005/8/colors/accent1_2" csCatId="accent1" phldr="1"/>
      <dgm:spPr/>
      <dgm:t>
        <a:bodyPr/>
        <a:lstStyle/>
        <a:p>
          <a:endParaRPr lang="en-US"/>
        </a:p>
      </dgm:t>
    </dgm:pt>
    <dgm:pt modelId="{75B34386-F0AB-CD46-84EA-8D89FCFC39BD}">
      <dgm:prSet phldrT="[Text]"/>
      <dgm:spPr/>
      <dgm:t>
        <a:bodyPr/>
        <a:lstStyle/>
        <a:p>
          <a:r>
            <a:rPr lang="en-US" dirty="0"/>
            <a:t>process isolation</a:t>
          </a:r>
        </a:p>
      </dgm:t>
    </dgm:pt>
    <dgm:pt modelId="{57DA6739-13AF-B24D-B6D0-B4668A60BF4B}" type="parTrans" cxnId="{7F362CC4-ECC9-CD44-9D58-6E2B6146DB71}">
      <dgm:prSet/>
      <dgm:spPr/>
      <dgm:t>
        <a:bodyPr/>
        <a:lstStyle/>
        <a:p>
          <a:endParaRPr lang="en-US"/>
        </a:p>
      </dgm:t>
    </dgm:pt>
    <dgm:pt modelId="{79E5EA0B-B2CC-2748-AC4F-138875C68729}" type="sibTrans" cxnId="{7F362CC4-ECC9-CD44-9D58-6E2B6146DB71}">
      <dgm:prSet/>
      <dgm:spPr/>
      <dgm:t>
        <a:bodyPr/>
        <a:lstStyle/>
        <a:p>
          <a:endParaRPr lang="en-US"/>
        </a:p>
      </dgm:t>
    </dgm:pt>
    <dgm:pt modelId="{62F64981-E47C-2F47-B840-C2EC17A82FE8}">
      <dgm:prSet/>
      <dgm:spPr/>
      <dgm:t>
        <a:bodyPr/>
        <a:lstStyle/>
        <a:p>
          <a:r>
            <a:rPr lang="en-US" dirty="0"/>
            <a:t>long-term storage</a:t>
          </a:r>
        </a:p>
      </dgm:t>
    </dgm:pt>
    <dgm:pt modelId="{EF32C7B3-B10B-CA40-A86A-92162F8861D6}" type="sibTrans" cxnId="{94AE492E-D8DD-044E-B047-87834BE1E331}">
      <dgm:prSet/>
      <dgm:spPr/>
      <dgm:t>
        <a:bodyPr/>
        <a:lstStyle/>
        <a:p>
          <a:endParaRPr lang="en-US"/>
        </a:p>
      </dgm:t>
    </dgm:pt>
    <dgm:pt modelId="{065A02B7-14B2-F941-9D22-A3CAC1C77409}" type="parTrans" cxnId="{94AE492E-D8DD-044E-B047-87834BE1E331}">
      <dgm:prSet/>
      <dgm:spPr/>
      <dgm:t>
        <a:bodyPr/>
        <a:lstStyle/>
        <a:p>
          <a:endParaRPr lang="en-US"/>
        </a:p>
      </dgm:t>
    </dgm:pt>
    <dgm:pt modelId="{755CA9AD-2300-F345-A6A2-4A43D52AFA2C}">
      <dgm:prSet/>
      <dgm:spPr>
        <a:solidFill>
          <a:schemeClr val="accent6"/>
        </a:solidFill>
      </dgm:spPr>
      <dgm:t>
        <a:bodyPr/>
        <a:lstStyle/>
        <a:p>
          <a:r>
            <a:rPr lang="en-US" dirty="0"/>
            <a:t>protection and access control</a:t>
          </a:r>
        </a:p>
      </dgm:t>
    </dgm:pt>
    <dgm:pt modelId="{3B33AB8A-BFAA-D148-9699-18DA89353B27}" type="sibTrans" cxnId="{0C81C5A5-B48B-4C49-BA7B-9745E51FA8FE}">
      <dgm:prSet/>
      <dgm:spPr/>
      <dgm:t>
        <a:bodyPr/>
        <a:lstStyle/>
        <a:p>
          <a:endParaRPr lang="en-US"/>
        </a:p>
      </dgm:t>
    </dgm:pt>
    <dgm:pt modelId="{79444687-56B4-BE42-89B6-5E68C61243A9}" type="parTrans" cxnId="{0C81C5A5-B48B-4C49-BA7B-9745E51FA8FE}">
      <dgm:prSet/>
      <dgm:spPr/>
      <dgm:t>
        <a:bodyPr/>
        <a:lstStyle/>
        <a:p>
          <a:endParaRPr lang="en-US"/>
        </a:p>
      </dgm:t>
    </dgm:pt>
    <dgm:pt modelId="{6AD32E60-30EB-5F49-8402-FEBB1BEC15FB}">
      <dgm:prSet/>
      <dgm:spPr/>
      <dgm:t>
        <a:bodyPr/>
        <a:lstStyle/>
        <a:p>
          <a:r>
            <a:rPr lang="en-US" dirty="0"/>
            <a:t>support of modular programming</a:t>
          </a:r>
        </a:p>
      </dgm:t>
    </dgm:pt>
    <dgm:pt modelId="{E5771208-8447-2F49-876E-5F704802A112}" type="sibTrans" cxnId="{51DF8080-7CAB-D046-BCF8-A72F41EC976A}">
      <dgm:prSet/>
      <dgm:spPr/>
      <dgm:t>
        <a:bodyPr/>
        <a:lstStyle/>
        <a:p>
          <a:endParaRPr lang="en-US"/>
        </a:p>
      </dgm:t>
    </dgm:pt>
    <dgm:pt modelId="{D17AC847-18A7-6242-95AF-C5A5041F1189}" type="parTrans" cxnId="{51DF8080-7CAB-D046-BCF8-A72F41EC976A}">
      <dgm:prSet/>
      <dgm:spPr/>
      <dgm:t>
        <a:bodyPr/>
        <a:lstStyle/>
        <a:p>
          <a:endParaRPr lang="en-US"/>
        </a:p>
      </dgm:t>
    </dgm:pt>
    <dgm:pt modelId="{917AD6AD-473C-6B42-9778-12D0B8634556}">
      <dgm:prSet/>
      <dgm:spPr>
        <a:solidFill>
          <a:schemeClr val="accent6"/>
        </a:solidFill>
      </dgm:spPr>
      <dgm:t>
        <a:bodyPr/>
        <a:lstStyle/>
        <a:p>
          <a:r>
            <a:rPr lang="en-US" dirty="0"/>
            <a:t>automatic allocation and management</a:t>
          </a:r>
        </a:p>
      </dgm:t>
    </dgm:pt>
    <dgm:pt modelId="{9C593880-76CB-0B4A-AF58-0D6DCF60392C}" type="sibTrans" cxnId="{A19416EE-902F-3548-9C7C-8BD8736681ED}">
      <dgm:prSet/>
      <dgm:spPr/>
      <dgm:t>
        <a:bodyPr/>
        <a:lstStyle/>
        <a:p>
          <a:endParaRPr lang="en-US"/>
        </a:p>
      </dgm:t>
    </dgm:pt>
    <dgm:pt modelId="{FB5C4788-E623-8A42-9435-061E3F472B60}" type="parTrans" cxnId="{A19416EE-902F-3548-9C7C-8BD8736681ED}">
      <dgm:prSet/>
      <dgm:spPr/>
      <dgm:t>
        <a:bodyPr/>
        <a:lstStyle/>
        <a:p>
          <a:endParaRPr lang="en-US"/>
        </a:p>
      </dgm:t>
    </dgm:pt>
    <dgm:pt modelId="{503E1B7A-35F9-7B47-BD86-19E92F7F9B5A}" type="pres">
      <dgm:prSet presAssocID="{916AAC78-97B9-3543-8F53-ED95E1C7D771}" presName="Name0" presStyleCnt="0">
        <dgm:presLayoutVars>
          <dgm:chPref val="1"/>
          <dgm:dir/>
          <dgm:animOne val="branch"/>
          <dgm:animLvl val="lvl"/>
          <dgm:resizeHandles/>
        </dgm:presLayoutVars>
      </dgm:prSet>
      <dgm:spPr/>
    </dgm:pt>
    <dgm:pt modelId="{B408F0FB-D4D3-2B4D-9EF4-F156061A0644}" type="pres">
      <dgm:prSet presAssocID="{75B34386-F0AB-CD46-84EA-8D89FCFC39BD}" presName="vertOne" presStyleCnt="0"/>
      <dgm:spPr/>
    </dgm:pt>
    <dgm:pt modelId="{4C78D5A0-86E1-7F4A-97F2-4E691D203110}" type="pres">
      <dgm:prSet presAssocID="{75B34386-F0AB-CD46-84EA-8D89FCFC39BD}" presName="txOne" presStyleLbl="node0" presStyleIdx="0" presStyleCnt="5">
        <dgm:presLayoutVars>
          <dgm:chPref val="3"/>
        </dgm:presLayoutVars>
      </dgm:prSet>
      <dgm:spPr/>
    </dgm:pt>
    <dgm:pt modelId="{E2C258D7-E993-8440-9144-E435C4247186}" type="pres">
      <dgm:prSet presAssocID="{75B34386-F0AB-CD46-84EA-8D89FCFC39BD}" presName="horzOne" presStyleCnt="0"/>
      <dgm:spPr/>
    </dgm:pt>
    <dgm:pt modelId="{5B893B37-97AF-054E-87A9-D3A5B878CE6B}" type="pres">
      <dgm:prSet presAssocID="{79E5EA0B-B2CC-2748-AC4F-138875C68729}" presName="sibSpaceOne" presStyleCnt="0"/>
      <dgm:spPr/>
    </dgm:pt>
    <dgm:pt modelId="{1B4EBE33-76BD-E346-BD81-0035938E32F4}" type="pres">
      <dgm:prSet presAssocID="{917AD6AD-473C-6B42-9778-12D0B8634556}" presName="vertOne" presStyleCnt="0"/>
      <dgm:spPr/>
    </dgm:pt>
    <dgm:pt modelId="{0F6F9771-857A-ED4D-BB66-061A66D62E92}" type="pres">
      <dgm:prSet presAssocID="{917AD6AD-473C-6B42-9778-12D0B8634556}" presName="txOne" presStyleLbl="node0" presStyleIdx="1" presStyleCnt="5">
        <dgm:presLayoutVars>
          <dgm:chPref val="3"/>
        </dgm:presLayoutVars>
      </dgm:prSet>
      <dgm:spPr/>
    </dgm:pt>
    <dgm:pt modelId="{FCF47FEA-9FF4-5245-9791-CB9813EB6E75}" type="pres">
      <dgm:prSet presAssocID="{917AD6AD-473C-6B42-9778-12D0B8634556}" presName="horzOne" presStyleCnt="0"/>
      <dgm:spPr/>
    </dgm:pt>
    <dgm:pt modelId="{CCB94D94-F9BD-614A-A861-6798F2674DF8}" type="pres">
      <dgm:prSet presAssocID="{9C593880-76CB-0B4A-AF58-0D6DCF60392C}" presName="sibSpaceOne" presStyleCnt="0"/>
      <dgm:spPr/>
    </dgm:pt>
    <dgm:pt modelId="{5C5AFF65-62A2-9744-9017-2492490F5FA4}" type="pres">
      <dgm:prSet presAssocID="{6AD32E60-30EB-5F49-8402-FEBB1BEC15FB}" presName="vertOne" presStyleCnt="0"/>
      <dgm:spPr/>
    </dgm:pt>
    <dgm:pt modelId="{1822B451-F610-B34E-B470-4405426B9598}" type="pres">
      <dgm:prSet presAssocID="{6AD32E60-30EB-5F49-8402-FEBB1BEC15FB}" presName="txOne" presStyleLbl="node0" presStyleIdx="2" presStyleCnt="5">
        <dgm:presLayoutVars>
          <dgm:chPref val="3"/>
        </dgm:presLayoutVars>
      </dgm:prSet>
      <dgm:spPr/>
    </dgm:pt>
    <dgm:pt modelId="{9B6D9530-9F04-9C44-8E40-F216645BFD20}" type="pres">
      <dgm:prSet presAssocID="{6AD32E60-30EB-5F49-8402-FEBB1BEC15FB}" presName="horzOne" presStyleCnt="0"/>
      <dgm:spPr/>
    </dgm:pt>
    <dgm:pt modelId="{85D6265E-4530-B848-AEAF-8FE6E7DD9689}" type="pres">
      <dgm:prSet presAssocID="{E5771208-8447-2F49-876E-5F704802A112}" presName="sibSpaceOne" presStyleCnt="0"/>
      <dgm:spPr/>
    </dgm:pt>
    <dgm:pt modelId="{77DBD082-B48B-1546-9D79-92347C2617E5}" type="pres">
      <dgm:prSet presAssocID="{755CA9AD-2300-F345-A6A2-4A43D52AFA2C}" presName="vertOne" presStyleCnt="0"/>
      <dgm:spPr/>
    </dgm:pt>
    <dgm:pt modelId="{687C7697-D43A-4A4A-B7E2-A030E8315BDD}" type="pres">
      <dgm:prSet presAssocID="{755CA9AD-2300-F345-A6A2-4A43D52AFA2C}" presName="txOne" presStyleLbl="node0" presStyleIdx="3" presStyleCnt="5">
        <dgm:presLayoutVars>
          <dgm:chPref val="3"/>
        </dgm:presLayoutVars>
      </dgm:prSet>
      <dgm:spPr/>
    </dgm:pt>
    <dgm:pt modelId="{2758886A-216D-1941-A641-EB90B720CDBB}" type="pres">
      <dgm:prSet presAssocID="{755CA9AD-2300-F345-A6A2-4A43D52AFA2C}" presName="horzOne" presStyleCnt="0"/>
      <dgm:spPr/>
    </dgm:pt>
    <dgm:pt modelId="{47A69202-7129-FF40-BEA5-6589D499B7A4}" type="pres">
      <dgm:prSet presAssocID="{3B33AB8A-BFAA-D148-9699-18DA89353B27}" presName="sibSpaceOne" presStyleCnt="0"/>
      <dgm:spPr/>
    </dgm:pt>
    <dgm:pt modelId="{9E64F0D3-85C3-7548-AC3B-1C1C12826CE5}" type="pres">
      <dgm:prSet presAssocID="{62F64981-E47C-2F47-B840-C2EC17A82FE8}" presName="vertOne" presStyleCnt="0"/>
      <dgm:spPr/>
    </dgm:pt>
    <dgm:pt modelId="{E23446C9-B403-3445-83E0-0F2AC82ADDC6}" type="pres">
      <dgm:prSet presAssocID="{62F64981-E47C-2F47-B840-C2EC17A82FE8}" presName="txOne" presStyleLbl="node0" presStyleIdx="4" presStyleCnt="5">
        <dgm:presLayoutVars>
          <dgm:chPref val="3"/>
        </dgm:presLayoutVars>
      </dgm:prSet>
      <dgm:spPr/>
    </dgm:pt>
    <dgm:pt modelId="{2CD281A3-AB3D-A54D-9BC6-7DE9B4F7E39B}" type="pres">
      <dgm:prSet presAssocID="{62F64981-E47C-2F47-B840-C2EC17A82FE8}" presName="horzOne" presStyleCnt="0"/>
      <dgm:spPr/>
    </dgm:pt>
  </dgm:ptLst>
  <dgm:cxnLst>
    <dgm:cxn modelId="{E5666124-9890-9A48-9230-185B265F83E5}" type="presOf" srcId="{755CA9AD-2300-F345-A6A2-4A43D52AFA2C}" destId="{687C7697-D43A-4A4A-B7E2-A030E8315BDD}" srcOrd="0" destOrd="0" presId="urn:microsoft.com/office/officeart/2005/8/layout/hierarchy4"/>
    <dgm:cxn modelId="{7E065A2B-07B3-7A4F-8DCA-C96CD4410A6B}" type="presOf" srcId="{62F64981-E47C-2F47-B840-C2EC17A82FE8}" destId="{E23446C9-B403-3445-83E0-0F2AC82ADDC6}" srcOrd="0" destOrd="0" presId="urn:microsoft.com/office/officeart/2005/8/layout/hierarchy4"/>
    <dgm:cxn modelId="{94AE492E-D8DD-044E-B047-87834BE1E331}" srcId="{916AAC78-97B9-3543-8F53-ED95E1C7D771}" destId="{62F64981-E47C-2F47-B840-C2EC17A82FE8}" srcOrd="4" destOrd="0" parTransId="{065A02B7-14B2-F941-9D22-A3CAC1C77409}" sibTransId="{EF32C7B3-B10B-CA40-A86A-92162F8861D6}"/>
    <dgm:cxn modelId="{4C8EB061-9DD0-214B-9E29-BF3083FF0F61}" type="presOf" srcId="{916AAC78-97B9-3543-8F53-ED95E1C7D771}" destId="{503E1B7A-35F9-7B47-BD86-19E92F7F9B5A}" srcOrd="0" destOrd="0" presId="urn:microsoft.com/office/officeart/2005/8/layout/hierarchy4"/>
    <dgm:cxn modelId="{C4CEE565-3C79-8844-909B-610DBBBAF1D2}" type="presOf" srcId="{6AD32E60-30EB-5F49-8402-FEBB1BEC15FB}" destId="{1822B451-F610-B34E-B470-4405426B9598}" srcOrd="0" destOrd="0" presId="urn:microsoft.com/office/officeart/2005/8/layout/hierarchy4"/>
    <dgm:cxn modelId="{51DF8080-7CAB-D046-BCF8-A72F41EC976A}" srcId="{916AAC78-97B9-3543-8F53-ED95E1C7D771}" destId="{6AD32E60-30EB-5F49-8402-FEBB1BEC15FB}" srcOrd="2" destOrd="0" parTransId="{D17AC847-18A7-6242-95AF-C5A5041F1189}" sibTransId="{E5771208-8447-2F49-876E-5F704802A112}"/>
    <dgm:cxn modelId="{0C81C5A5-B48B-4C49-BA7B-9745E51FA8FE}" srcId="{916AAC78-97B9-3543-8F53-ED95E1C7D771}" destId="{755CA9AD-2300-F345-A6A2-4A43D52AFA2C}" srcOrd="3" destOrd="0" parTransId="{79444687-56B4-BE42-89B6-5E68C61243A9}" sibTransId="{3B33AB8A-BFAA-D148-9699-18DA89353B27}"/>
    <dgm:cxn modelId="{7F362CC4-ECC9-CD44-9D58-6E2B6146DB71}" srcId="{916AAC78-97B9-3543-8F53-ED95E1C7D771}" destId="{75B34386-F0AB-CD46-84EA-8D89FCFC39BD}" srcOrd="0" destOrd="0" parTransId="{57DA6739-13AF-B24D-B6D0-B4668A60BF4B}" sibTransId="{79E5EA0B-B2CC-2748-AC4F-138875C68729}"/>
    <dgm:cxn modelId="{0FB7C2D9-643E-D043-BE9E-1F9631D70C08}" type="presOf" srcId="{917AD6AD-473C-6B42-9778-12D0B8634556}" destId="{0F6F9771-857A-ED4D-BB66-061A66D62E92}" srcOrd="0" destOrd="0" presId="urn:microsoft.com/office/officeart/2005/8/layout/hierarchy4"/>
    <dgm:cxn modelId="{C18B60EB-F04C-B747-890D-2E39DBFFA325}" type="presOf" srcId="{75B34386-F0AB-CD46-84EA-8D89FCFC39BD}" destId="{4C78D5A0-86E1-7F4A-97F2-4E691D203110}" srcOrd="0" destOrd="0" presId="urn:microsoft.com/office/officeart/2005/8/layout/hierarchy4"/>
    <dgm:cxn modelId="{A19416EE-902F-3548-9C7C-8BD8736681ED}" srcId="{916AAC78-97B9-3543-8F53-ED95E1C7D771}" destId="{917AD6AD-473C-6B42-9778-12D0B8634556}" srcOrd="1" destOrd="0" parTransId="{FB5C4788-E623-8A42-9435-061E3F472B60}" sibTransId="{9C593880-76CB-0B4A-AF58-0D6DCF60392C}"/>
    <dgm:cxn modelId="{6E2AD058-B22C-DA43-9A62-075C8ADD4C36}" type="presParOf" srcId="{503E1B7A-35F9-7B47-BD86-19E92F7F9B5A}" destId="{B408F0FB-D4D3-2B4D-9EF4-F156061A0644}" srcOrd="0" destOrd="0" presId="urn:microsoft.com/office/officeart/2005/8/layout/hierarchy4"/>
    <dgm:cxn modelId="{EE68EA3C-B2F0-FD4E-A495-2BFC687E5953}" type="presParOf" srcId="{B408F0FB-D4D3-2B4D-9EF4-F156061A0644}" destId="{4C78D5A0-86E1-7F4A-97F2-4E691D203110}" srcOrd="0" destOrd="0" presId="urn:microsoft.com/office/officeart/2005/8/layout/hierarchy4"/>
    <dgm:cxn modelId="{9C164122-B3AF-D548-8FC9-13C1ACB6B9FE}" type="presParOf" srcId="{B408F0FB-D4D3-2B4D-9EF4-F156061A0644}" destId="{E2C258D7-E993-8440-9144-E435C4247186}" srcOrd="1" destOrd="0" presId="urn:microsoft.com/office/officeart/2005/8/layout/hierarchy4"/>
    <dgm:cxn modelId="{84EAD039-26B8-6349-9108-30BBEE486E69}" type="presParOf" srcId="{503E1B7A-35F9-7B47-BD86-19E92F7F9B5A}" destId="{5B893B37-97AF-054E-87A9-D3A5B878CE6B}" srcOrd="1" destOrd="0" presId="urn:microsoft.com/office/officeart/2005/8/layout/hierarchy4"/>
    <dgm:cxn modelId="{E46B6DFC-C808-514A-9CFD-F4D5556C226C}" type="presParOf" srcId="{503E1B7A-35F9-7B47-BD86-19E92F7F9B5A}" destId="{1B4EBE33-76BD-E346-BD81-0035938E32F4}" srcOrd="2" destOrd="0" presId="urn:microsoft.com/office/officeart/2005/8/layout/hierarchy4"/>
    <dgm:cxn modelId="{D84D4A93-475F-A34B-8D7E-562DBDACDCCC}" type="presParOf" srcId="{1B4EBE33-76BD-E346-BD81-0035938E32F4}" destId="{0F6F9771-857A-ED4D-BB66-061A66D62E92}" srcOrd="0" destOrd="0" presId="urn:microsoft.com/office/officeart/2005/8/layout/hierarchy4"/>
    <dgm:cxn modelId="{4A3AB2BB-A0C8-4047-A829-D3DE3ED5498C}" type="presParOf" srcId="{1B4EBE33-76BD-E346-BD81-0035938E32F4}" destId="{FCF47FEA-9FF4-5245-9791-CB9813EB6E75}" srcOrd="1" destOrd="0" presId="urn:microsoft.com/office/officeart/2005/8/layout/hierarchy4"/>
    <dgm:cxn modelId="{2B10DA70-BBD3-0E47-9545-1BB706899CE3}" type="presParOf" srcId="{503E1B7A-35F9-7B47-BD86-19E92F7F9B5A}" destId="{CCB94D94-F9BD-614A-A861-6798F2674DF8}" srcOrd="3" destOrd="0" presId="urn:microsoft.com/office/officeart/2005/8/layout/hierarchy4"/>
    <dgm:cxn modelId="{565583A6-2F94-434F-995F-C770BCC2F250}" type="presParOf" srcId="{503E1B7A-35F9-7B47-BD86-19E92F7F9B5A}" destId="{5C5AFF65-62A2-9744-9017-2492490F5FA4}" srcOrd="4" destOrd="0" presId="urn:microsoft.com/office/officeart/2005/8/layout/hierarchy4"/>
    <dgm:cxn modelId="{4BAB4A4A-AA80-E94D-A180-2D1E407745DD}" type="presParOf" srcId="{5C5AFF65-62A2-9744-9017-2492490F5FA4}" destId="{1822B451-F610-B34E-B470-4405426B9598}" srcOrd="0" destOrd="0" presId="urn:microsoft.com/office/officeart/2005/8/layout/hierarchy4"/>
    <dgm:cxn modelId="{723F327D-51FB-0847-A2A3-7B9E8711B7F2}" type="presParOf" srcId="{5C5AFF65-62A2-9744-9017-2492490F5FA4}" destId="{9B6D9530-9F04-9C44-8E40-F216645BFD20}" srcOrd="1" destOrd="0" presId="urn:microsoft.com/office/officeart/2005/8/layout/hierarchy4"/>
    <dgm:cxn modelId="{45724054-A197-E04F-BAB8-4EC0DD3E5BB5}" type="presParOf" srcId="{503E1B7A-35F9-7B47-BD86-19E92F7F9B5A}" destId="{85D6265E-4530-B848-AEAF-8FE6E7DD9689}" srcOrd="5" destOrd="0" presId="urn:microsoft.com/office/officeart/2005/8/layout/hierarchy4"/>
    <dgm:cxn modelId="{000C39AA-A0DF-7F48-BE78-3D81868DF7E9}" type="presParOf" srcId="{503E1B7A-35F9-7B47-BD86-19E92F7F9B5A}" destId="{77DBD082-B48B-1546-9D79-92347C2617E5}" srcOrd="6" destOrd="0" presId="urn:microsoft.com/office/officeart/2005/8/layout/hierarchy4"/>
    <dgm:cxn modelId="{0E69521F-C465-8046-A2FF-A87B4AB1D7A1}" type="presParOf" srcId="{77DBD082-B48B-1546-9D79-92347C2617E5}" destId="{687C7697-D43A-4A4A-B7E2-A030E8315BDD}" srcOrd="0" destOrd="0" presId="urn:microsoft.com/office/officeart/2005/8/layout/hierarchy4"/>
    <dgm:cxn modelId="{FCFD9CAD-B372-EF48-961B-C4E02D07A11E}" type="presParOf" srcId="{77DBD082-B48B-1546-9D79-92347C2617E5}" destId="{2758886A-216D-1941-A641-EB90B720CDBB}" srcOrd="1" destOrd="0" presId="urn:microsoft.com/office/officeart/2005/8/layout/hierarchy4"/>
    <dgm:cxn modelId="{C0BB3A7A-FEFA-4A4A-A54B-884FAACEA066}" type="presParOf" srcId="{503E1B7A-35F9-7B47-BD86-19E92F7F9B5A}" destId="{47A69202-7129-FF40-BEA5-6589D499B7A4}" srcOrd="7" destOrd="0" presId="urn:microsoft.com/office/officeart/2005/8/layout/hierarchy4"/>
    <dgm:cxn modelId="{EAD4AAEA-2D24-C64B-825F-E770AE4D880A}" type="presParOf" srcId="{503E1B7A-35F9-7B47-BD86-19E92F7F9B5A}" destId="{9E64F0D3-85C3-7548-AC3B-1C1C12826CE5}" srcOrd="8" destOrd="0" presId="urn:microsoft.com/office/officeart/2005/8/layout/hierarchy4"/>
    <dgm:cxn modelId="{93CF6B56-1D5A-AA46-90BC-59C629227C2C}" type="presParOf" srcId="{9E64F0D3-85C3-7548-AC3B-1C1C12826CE5}" destId="{E23446C9-B403-3445-83E0-0F2AC82ADDC6}" srcOrd="0" destOrd="0" presId="urn:microsoft.com/office/officeart/2005/8/layout/hierarchy4"/>
    <dgm:cxn modelId="{E08C916A-FEB1-FE42-9BD7-75830EB3B31C}" type="presParOf" srcId="{9E64F0D3-85C3-7548-AC3B-1C1C12826CE5}" destId="{2CD281A3-AB3D-A54D-9BC6-7DE9B4F7E39B}" srcOrd="1" destOrd="0" presId="urn:microsoft.com/office/officeart/2005/8/layout/hierarchy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916AAC78-97B9-3543-8F53-ED95E1C7D771}" type="doc">
      <dgm:prSet loTypeId="urn:microsoft.com/office/officeart/2005/8/layout/hierarchy4" loCatId="hierarchy" qsTypeId="urn:microsoft.com/office/officeart/2005/8/quickstyle/simple4" qsCatId="simple" csTypeId="urn:microsoft.com/office/officeart/2005/8/colors/accent1_2" csCatId="accent1" phldr="1"/>
      <dgm:spPr/>
      <dgm:t>
        <a:bodyPr/>
        <a:lstStyle/>
        <a:p>
          <a:endParaRPr lang="en-US"/>
        </a:p>
      </dgm:t>
    </dgm:pt>
    <dgm:pt modelId="{75B34386-F0AB-CD46-84EA-8D89FCFC39BD}">
      <dgm:prSet phldrT="[Text]"/>
      <dgm:spPr/>
      <dgm:t>
        <a:bodyPr/>
        <a:lstStyle/>
        <a:p>
          <a:r>
            <a:rPr lang="en-US" dirty="0"/>
            <a:t>process isolation</a:t>
          </a:r>
        </a:p>
      </dgm:t>
    </dgm:pt>
    <dgm:pt modelId="{57DA6739-13AF-B24D-B6D0-B4668A60BF4B}" type="parTrans" cxnId="{7F362CC4-ECC9-CD44-9D58-6E2B6146DB71}">
      <dgm:prSet/>
      <dgm:spPr/>
      <dgm:t>
        <a:bodyPr/>
        <a:lstStyle/>
        <a:p>
          <a:endParaRPr lang="en-US"/>
        </a:p>
      </dgm:t>
    </dgm:pt>
    <dgm:pt modelId="{79E5EA0B-B2CC-2748-AC4F-138875C68729}" type="sibTrans" cxnId="{7F362CC4-ECC9-CD44-9D58-6E2B6146DB71}">
      <dgm:prSet/>
      <dgm:spPr/>
      <dgm:t>
        <a:bodyPr/>
        <a:lstStyle/>
        <a:p>
          <a:endParaRPr lang="en-US"/>
        </a:p>
      </dgm:t>
    </dgm:pt>
    <dgm:pt modelId="{62F64981-E47C-2F47-B840-C2EC17A82FE8}">
      <dgm:prSet/>
      <dgm:spPr/>
      <dgm:t>
        <a:bodyPr/>
        <a:lstStyle/>
        <a:p>
          <a:r>
            <a:rPr lang="en-US" dirty="0"/>
            <a:t>long-term storage</a:t>
          </a:r>
        </a:p>
      </dgm:t>
    </dgm:pt>
    <dgm:pt modelId="{EF32C7B3-B10B-CA40-A86A-92162F8861D6}" type="sibTrans" cxnId="{94AE492E-D8DD-044E-B047-87834BE1E331}">
      <dgm:prSet/>
      <dgm:spPr/>
      <dgm:t>
        <a:bodyPr/>
        <a:lstStyle/>
        <a:p>
          <a:endParaRPr lang="en-US"/>
        </a:p>
      </dgm:t>
    </dgm:pt>
    <dgm:pt modelId="{065A02B7-14B2-F941-9D22-A3CAC1C77409}" type="parTrans" cxnId="{94AE492E-D8DD-044E-B047-87834BE1E331}">
      <dgm:prSet/>
      <dgm:spPr/>
      <dgm:t>
        <a:bodyPr/>
        <a:lstStyle/>
        <a:p>
          <a:endParaRPr lang="en-US"/>
        </a:p>
      </dgm:t>
    </dgm:pt>
    <dgm:pt modelId="{755CA9AD-2300-F345-A6A2-4A43D52AFA2C}">
      <dgm:prSet/>
      <dgm:spPr>
        <a:solidFill>
          <a:schemeClr val="accent6"/>
        </a:solidFill>
      </dgm:spPr>
      <dgm:t>
        <a:bodyPr/>
        <a:lstStyle/>
        <a:p>
          <a:r>
            <a:rPr lang="en-US" dirty="0"/>
            <a:t>protection and access control</a:t>
          </a:r>
        </a:p>
      </dgm:t>
    </dgm:pt>
    <dgm:pt modelId="{3B33AB8A-BFAA-D148-9699-18DA89353B27}" type="sibTrans" cxnId="{0C81C5A5-B48B-4C49-BA7B-9745E51FA8FE}">
      <dgm:prSet/>
      <dgm:spPr/>
      <dgm:t>
        <a:bodyPr/>
        <a:lstStyle/>
        <a:p>
          <a:endParaRPr lang="en-US"/>
        </a:p>
      </dgm:t>
    </dgm:pt>
    <dgm:pt modelId="{79444687-56B4-BE42-89B6-5E68C61243A9}" type="parTrans" cxnId="{0C81C5A5-B48B-4C49-BA7B-9745E51FA8FE}">
      <dgm:prSet/>
      <dgm:spPr/>
      <dgm:t>
        <a:bodyPr/>
        <a:lstStyle/>
        <a:p>
          <a:endParaRPr lang="en-US"/>
        </a:p>
      </dgm:t>
    </dgm:pt>
    <dgm:pt modelId="{6AD32E60-30EB-5F49-8402-FEBB1BEC15FB}">
      <dgm:prSet/>
      <dgm:spPr/>
      <dgm:t>
        <a:bodyPr/>
        <a:lstStyle/>
        <a:p>
          <a:r>
            <a:rPr lang="en-US" dirty="0"/>
            <a:t>support of modular programming</a:t>
          </a:r>
        </a:p>
      </dgm:t>
    </dgm:pt>
    <dgm:pt modelId="{E5771208-8447-2F49-876E-5F704802A112}" type="sibTrans" cxnId="{51DF8080-7CAB-D046-BCF8-A72F41EC976A}">
      <dgm:prSet/>
      <dgm:spPr/>
      <dgm:t>
        <a:bodyPr/>
        <a:lstStyle/>
        <a:p>
          <a:endParaRPr lang="en-US"/>
        </a:p>
      </dgm:t>
    </dgm:pt>
    <dgm:pt modelId="{D17AC847-18A7-6242-95AF-C5A5041F1189}" type="parTrans" cxnId="{51DF8080-7CAB-D046-BCF8-A72F41EC976A}">
      <dgm:prSet/>
      <dgm:spPr/>
      <dgm:t>
        <a:bodyPr/>
        <a:lstStyle/>
        <a:p>
          <a:endParaRPr lang="en-US"/>
        </a:p>
      </dgm:t>
    </dgm:pt>
    <dgm:pt modelId="{917AD6AD-473C-6B42-9778-12D0B8634556}">
      <dgm:prSet/>
      <dgm:spPr>
        <a:solidFill>
          <a:schemeClr val="accent6"/>
        </a:solidFill>
      </dgm:spPr>
      <dgm:t>
        <a:bodyPr/>
        <a:lstStyle/>
        <a:p>
          <a:r>
            <a:rPr lang="en-US" dirty="0"/>
            <a:t>automatic allocation and management</a:t>
          </a:r>
        </a:p>
      </dgm:t>
    </dgm:pt>
    <dgm:pt modelId="{9C593880-76CB-0B4A-AF58-0D6DCF60392C}" type="sibTrans" cxnId="{A19416EE-902F-3548-9C7C-8BD8736681ED}">
      <dgm:prSet/>
      <dgm:spPr/>
      <dgm:t>
        <a:bodyPr/>
        <a:lstStyle/>
        <a:p>
          <a:endParaRPr lang="en-US"/>
        </a:p>
      </dgm:t>
    </dgm:pt>
    <dgm:pt modelId="{FB5C4788-E623-8A42-9435-061E3F472B60}" type="parTrans" cxnId="{A19416EE-902F-3548-9C7C-8BD8736681ED}">
      <dgm:prSet/>
      <dgm:spPr/>
      <dgm:t>
        <a:bodyPr/>
        <a:lstStyle/>
        <a:p>
          <a:endParaRPr lang="en-US"/>
        </a:p>
      </dgm:t>
    </dgm:pt>
    <dgm:pt modelId="{503E1B7A-35F9-7B47-BD86-19E92F7F9B5A}" type="pres">
      <dgm:prSet presAssocID="{916AAC78-97B9-3543-8F53-ED95E1C7D771}" presName="Name0" presStyleCnt="0">
        <dgm:presLayoutVars>
          <dgm:chPref val="1"/>
          <dgm:dir/>
          <dgm:animOne val="branch"/>
          <dgm:animLvl val="lvl"/>
          <dgm:resizeHandles/>
        </dgm:presLayoutVars>
      </dgm:prSet>
      <dgm:spPr/>
    </dgm:pt>
    <dgm:pt modelId="{B408F0FB-D4D3-2B4D-9EF4-F156061A0644}" type="pres">
      <dgm:prSet presAssocID="{75B34386-F0AB-CD46-84EA-8D89FCFC39BD}" presName="vertOne" presStyleCnt="0"/>
      <dgm:spPr/>
    </dgm:pt>
    <dgm:pt modelId="{4C78D5A0-86E1-7F4A-97F2-4E691D203110}" type="pres">
      <dgm:prSet presAssocID="{75B34386-F0AB-CD46-84EA-8D89FCFC39BD}" presName="txOne" presStyleLbl="node0" presStyleIdx="0" presStyleCnt="5">
        <dgm:presLayoutVars>
          <dgm:chPref val="3"/>
        </dgm:presLayoutVars>
      </dgm:prSet>
      <dgm:spPr/>
    </dgm:pt>
    <dgm:pt modelId="{E2C258D7-E993-8440-9144-E435C4247186}" type="pres">
      <dgm:prSet presAssocID="{75B34386-F0AB-CD46-84EA-8D89FCFC39BD}" presName="horzOne" presStyleCnt="0"/>
      <dgm:spPr/>
    </dgm:pt>
    <dgm:pt modelId="{5B893B37-97AF-054E-87A9-D3A5B878CE6B}" type="pres">
      <dgm:prSet presAssocID="{79E5EA0B-B2CC-2748-AC4F-138875C68729}" presName="sibSpaceOne" presStyleCnt="0"/>
      <dgm:spPr/>
    </dgm:pt>
    <dgm:pt modelId="{1B4EBE33-76BD-E346-BD81-0035938E32F4}" type="pres">
      <dgm:prSet presAssocID="{917AD6AD-473C-6B42-9778-12D0B8634556}" presName="vertOne" presStyleCnt="0"/>
      <dgm:spPr/>
    </dgm:pt>
    <dgm:pt modelId="{0F6F9771-857A-ED4D-BB66-061A66D62E92}" type="pres">
      <dgm:prSet presAssocID="{917AD6AD-473C-6B42-9778-12D0B8634556}" presName="txOne" presStyleLbl="node0" presStyleIdx="1" presStyleCnt="5">
        <dgm:presLayoutVars>
          <dgm:chPref val="3"/>
        </dgm:presLayoutVars>
      </dgm:prSet>
      <dgm:spPr/>
    </dgm:pt>
    <dgm:pt modelId="{FCF47FEA-9FF4-5245-9791-CB9813EB6E75}" type="pres">
      <dgm:prSet presAssocID="{917AD6AD-473C-6B42-9778-12D0B8634556}" presName="horzOne" presStyleCnt="0"/>
      <dgm:spPr/>
    </dgm:pt>
    <dgm:pt modelId="{CCB94D94-F9BD-614A-A861-6798F2674DF8}" type="pres">
      <dgm:prSet presAssocID="{9C593880-76CB-0B4A-AF58-0D6DCF60392C}" presName="sibSpaceOne" presStyleCnt="0"/>
      <dgm:spPr/>
    </dgm:pt>
    <dgm:pt modelId="{5C5AFF65-62A2-9744-9017-2492490F5FA4}" type="pres">
      <dgm:prSet presAssocID="{6AD32E60-30EB-5F49-8402-FEBB1BEC15FB}" presName="vertOne" presStyleCnt="0"/>
      <dgm:spPr/>
    </dgm:pt>
    <dgm:pt modelId="{1822B451-F610-B34E-B470-4405426B9598}" type="pres">
      <dgm:prSet presAssocID="{6AD32E60-30EB-5F49-8402-FEBB1BEC15FB}" presName="txOne" presStyleLbl="node0" presStyleIdx="2" presStyleCnt="5">
        <dgm:presLayoutVars>
          <dgm:chPref val="3"/>
        </dgm:presLayoutVars>
      </dgm:prSet>
      <dgm:spPr/>
    </dgm:pt>
    <dgm:pt modelId="{9B6D9530-9F04-9C44-8E40-F216645BFD20}" type="pres">
      <dgm:prSet presAssocID="{6AD32E60-30EB-5F49-8402-FEBB1BEC15FB}" presName="horzOne" presStyleCnt="0"/>
      <dgm:spPr/>
    </dgm:pt>
    <dgm:pt modelId="{85D6265E-4530-B848-AEAF-8FE6E7DD9689}" type="pres">
      <dgm:prSet presAssocID="{E5771208-8447-2F49-876E-5F704802A112}" presName="sibSpaceOne" presStyleCnt="0"/>
      <dgm:spPr/>
    </dgm:pt>
    <dgm:pt modelId="{77DBD082-B48B-1546-9D79-92347C2617E5}" type="pres">
      <dgm:prSet presAssocID="{755CA9AD-2300-F345-A6A2-4A43D52AFA2C}" presName="vertOne" presStyleCnt="0"/>
      <dgm:spPr/>
    </dgm:pt>
    <dgm:pt modelId="{687C7697-D43A-4A4A-B7E2-A030E8315BDD}" type="pres">
      <dgm:prSet presAssocID="{755CA9AD-2300-F345-A6A2-4A43D52AFA2C}" presName="txOne" presStyleLbl="node0" presStyleIdx="3" presStyleCnt="5">
        <dgm:presLayoutVars>
          <dgm:chPref val="3"/>
        </dgm:presLayoutVars>
      </dgm:prSet>
      <dgm:spPr/>
    </dgm:pt>
    <dgm:pt modelId="{2758886A-216D-1941-A641-EB90B720CDBB}" type="pres">
      <dgm:prSet presAssocID="{755CA9AD-2300-F345-A6A2-4A43D52AFA2C}" presName="horzOne" presStyleCnt="0"/>
      <dgm:spPr/>
    </dgm:pt>
    <dgm:pt modelId="{47A69202-7129-FF40-BEA5-6589D499B7A4}" type="pres">
      <dgm:prSet presAssocID="{3B33AB8A-BFAA-D148-9699-18DA89353B27}" presName="sibSpaceOne" presStyleCnt="0"/>
      <dgm:spPr/>
    </dgm:pt>
    <dgm:pt modelId="{9E64F0D3-85C3-7548-AC3B-1C1C12826CE5}" type="pres">
      <dgm:prSet presAssocID="{62F64981-E47C-2F47-B840-C2EC17A82FE8}" presName="vertOne" presStyleCnt="0"/>
      <dgm:spPr/>
    </dgm:pt>
    <dgm:pt modelId="{E23446C9-B403-3445-83E0-0F2AC82ADDC6}" type="pres">
      <dgm:prSet presAssocID="{62F64981-E47C-2F47-B840-C2EC17A82FE8}" presName="txOne" presStyleLbl="node0" presStyleIdx="4" presStyleCnt="5">
        <dgm:presLayoutVars>
          <dgm:chPref val="3"/>
        </dgm:presLayoutVars>
      </dgm:prSet>
      <dgm:spPr/>
    </dgm:pt>
    <dgm:pt modelId="{2CD281A3-AB3D-A54D-9BC6-7DE9B4F7E39B}" type="pres">
      <dgm:prSet presAssocID="{62F64981-E47C-2F47-B840-C2EC17A82FE8}" presName="horzOne" presStyleCnt="0"/>
      <dgm:spPr/>
    </dgm:pt>
  </dgm:ptLst>
  <dgm:cxnLst>
    <dgm:cxn modelId="{E5666124-9890-9A48-9230-185B265F83E5}" type="presOf" srcId="{755CA9AD-2300-F345-A6A2-4A43D52AFA2C}" destId="{687C7697-D43A-4A4A-B7E2-A030E8315BDD}" srcOrd="0" destOrd="0" presId="urn:microsoft.com/office/officeart/2005/8/layout/hierarchy4"/>
    <dgm:cxn modelId="{7E065A2B-07B3-7A4F-8DCA-C96CD4410A6B}" type="presOf" srcId="{62F64981-E47C-2F47-B840-C2EC17A82FE8}" destId="{E23446C9-B403-3445-83E0-0F2AC82ADDC6}" srcOrd="0" destOrd="0" presId="urn:microsoft.com/office/officeart/2005/8/layout/hierarchy4"/>
    <dgm:cxn modelId="{94AE492E-D8DD-044E-B047-87834BE1E331}" srcId="{916AAC78-97B9-3543-8F53-ED95E1C7D771}" destId="{62F64981-E47C-2F47-B840-C2EC17A82FE8}" srcOrd="4" destOrd="0" parTransId="{065A02B7-14B2-F941-9D22-A3CAC1C77409}" sibTransId="{EF32C7B3-B10B-CA40-A86A-92162F8861D6}"/>
    <dgm:cxn modelId="{4C8EB061-9DD0-214B-9E29-BF3083FF0F61}" type="presOf" srcId="{916AAC78-97B9-3543-8F53-ED95E1C7D771}" destId="{503E1B7A-35F9-7B47-BD86-19E92F7F9B5A}" srcOrd="0" destOrd="0" presId="urn:microsoft.com/office/officeart/2005/8/layout/hierarchy4"/>
    <dgm:cxn modelId="{C4CEE565-3C79-8844-909B-610DBBBAF1D2}" type="presOf" srcId="{6AD32E60-30EB-5F49-8402-FEBB1BEC15FB}" destId="{1822B451-F610-B34E-B470-4405426B9598}" srcOrd="0" destOrd="0" presId="urn:microsoft.com/office/officeart/2005/8/layout/hierarchy4"/>
    <dgm:cxn modelId="{51DF8080-7CAB-D046-BCF8-A72F41EC976A}" srcId="{916AAC78-97B9-3543-8F53-ED95E1C7D771}" destId="{6AD32E60-30EB-5F49-8402-FEBB1BEC15FB}" srcOrd="2" destOrd="0" parTransId="{D17AC847-18A7-6242-95AF-C5A5041F1189}" sibTransId="{E5771208-8447-2F49-876E-5F704802A112}"/>
    <dgm:cxn modelId="{0C81C5A5-B48B-4C49-BA7B-9745E51FA8FE}" srcId="{916AAC78-97B9-3543-8F53-ED95E1C7D771}" destId="{755CA9AD-2300-F345-A6A2-4A43D52AFA2C}" srcOrd="3" destOrd="0" parTransId="{79444687-56B4-BE42-89B6-5E68C61243A9}" sibTransId="{3B33AB8A-BFAA-D148-9699-18DA89353B27}"/>
    <dgm:cxn modelId="{7F362CC4-ECC9-CD44-9D58-6E2B6146DB71}" srcId="{916AAC78-97B9-3543-8F53-ED95E1C7D771}" destId="{75B34386-F0AB-CD46-84EA-8D89FCFC39BD}" srcOrd="0" destOrd="0" parTransId="{57DA6739-13AF-B24D-B6D0-B4668A60BF4B}" sibTransId="{79E5EA0B-B2CC-2748-AC4F-138875C68729}"/>
    <dgm:cxn modelId="{0FB7C2D9-643E-D043-BE9E-1F9631D70C08}" type="presOf" srcId="{917AD6AD-473C-6B42-9778-12D0B8634556}" destId="{0F6F9771-857A-ED4D-BB66-061A66D62E92}" srcOrd="0" destOrd="0" presId="urn:microsoft.com/office/officeart/2005/8/layout/hierarchy4"/>
    <dgm:cxn modelId="{C18B60EB-F04C-B747-890D-2E39DBFFA325}" type="presOf" srcId="{75B34386-F0AB-CD46-84EA-8D89FCFC39BD}" destId="{4C78D5A0-86E1-7F4A-97F2-4E691D203110}" srcOrd="0" destOrd="0" presId="urn:microsoft.com/office/officeart/2005/8/layout/hierarchy4"/>
    <dgm:cxn modelId="{A19416EE-902F-3548-9C7C-8BD8736681ED}" srcId="{916AAC78-97B9-3543-8F53-ED95E1C7D771}" destId="{917AD6AD-473C-6B42-9778-12D0B8634556}" srcOrd="1" destOrd="0" parTransId="{FB5C4788-E623-8A42-9435-061E3F472B60}" sibTransId="{9C593880-76CB-0B4A-AF58-0D6DCF60392C}"/>
    <dgm:cxn modelId="{6E2AD058-B22C-DA43-9A62-075C8ADD4C36}" type="presParOf" srcId="{503E1B7A-35F9-7B47-BD86-19E92F7F9B5A}" destId="{B408F0FB-D4D3-2B4D-9EF4-F156061A0644}" srcOrd="0" destOrd="0" presId="urn:microsoft.com/office/officeart/2005/8/layout/hierarchy4"/>
    <dgm:cxn modelId="{EE68EA3C-B2F0-FD4E-A495-2BFC687E5953}" type="presParOf" srcId="{B408F0FB-D4D3-2B4D-9EF4-F156061A0644}" destId="{4C78D5A0-86E1-7F4A-97F2-4E691D203110}" srcOrd="0" destOrd="0" presId="urn:microsoft.com/office/officeart/2005/8/layout/hierarchy4"/>
    <dgm:cxn modelId="{9C164122-B3AF-D548-8FC9-13C1ACB6B9FE}" type="presParOf" srcId="{B408F0FB-D4D3-2B4D-9EF4-F156061A0644}" destId="{E2C258D7-E993-8440-9144-E435C4247186}" srcOrd="1" destOrd="0" presId="urn:microsoft.com/office/officeart/2005/8/layout/hierarchy4"/>
    <dgm:cxn modelId="{84EAD039-26B8-6349-9108-30BBEE486E69}" type="presParOf" srcId="{503E1B7A-35F9-7B47-BD86-19E92F7F9B5A}" destId="{5B893B37-97AF-054E-87A9-D3A5B878CE6B}" srcOrd="1" destOrd="0" presId="urn:microsoft.com/office/officeart/2005/8/layout/hierarchy4"/>
    <dgm:cxn modelId="{E46B6DFC-C808-514A-9CFD-F4D5556C226C}" type="presParOf" srcId="{503E1B7A-35F9-7B47-BD86-19E92F7F9B5A}" destId="{1B4EBE33-76BD-E346-BD81-0035938E32F4}" srcOrd="2" destOrd="0" presId="urn:microsoft.com/office/officeart/2005/8/layout/hierarchy4"/>
    <dgm:cxn modelId="{D84D4A93-475F-A34B-8D7E-562DBDACDCCC}" type="presParOf" srcId="{1B4EBE33-76BD-E346-BD81-0035938E32F4}" destId="{0F6F9771-857A-ED4D-BB66-061A66D62E92}" srcOrd="0" destOrd="0" presId="urn:microsoft.com/office/officeart/2005/8/layout/hierarchy4"/>
    <dgm:cxn modelId="{4A3AB2BB-A0C8-4047-A829-D3DE3ED5498C}" type="presParOf" srcId="{1B4EBE33-76BD-E346-BD81-0035938E32F4}" destId="{FCF47FEA-9FF4-5245-9791-CB9813EB6E75}" srcOrd="1" destOrd="0" presId="urn:microsoft.com/office/officeart/2005/8/layout/hierarchy4"/>
    <dgm:cxn modelId="{2B10DA70-BBD3-0E47-9545-1BB706899CE3}" type="presParOf" srcId="{503E1B7A-35F9-7B47-BD86-19E92F7F9B5A}" destId="{CCB94D94-F9BD-614A-A861-6798F2674DF8}" srcOrd="3" destOrd="0" presId="urn:microsoft.com/office/officeart/2005/8/layout/hierarchy4"/>
    <dgm:cxn modelId="{565583A6-2F94-434F-995F-C770BCC2F250}" type="presParOf" srcId="{503E1B7A-35F9-7B47-BD86-19E92F7F9B5A}" destId="{5C5AFF65-62A2-9744-9017-2492490F5FA4}" srcOrd="4" destOrd="0" presId="urn:microsoft.com/office/officeart/2005/8/layout/hierarchy4"/>
    <dgm:cxn modelId="{4BAB4A4A-AA80-E94D-A180-2D1E407745DD}" type="presParOf" srcId="{5C5AFF65-62A2-9744-9017-2492490F5FA4}" destId="{1822B451-F610-B34E-B470-4405426B9598}" srcOrd="0" destOrd="0" presId="urn:microsoft.com/office/officeart/2005/8/layout/hierarchy4"/>
    <dgm:cxn modelId="{723F327D-51FB-0847-A2A3-7B9E8711B7F2}" type="presParOf" srcId="{5C5AFF65-62A2-9744-9017-2492490F5FA4}" destId="{9B6D9530-9F04-9C44-8E40-F216645BFD20}" srcOrd="1" destOrd="0" presId="urn:microsoft.com/office/officeart/2005/8/layout/hierarchy4"/>
    <dgm:cxn modelId="{45724054-A197-E04F-BAB8-4EC0DD3E5BB5}" type="presParOf" srcId="{503E1B7A-35F9-7B47-BD86-19E92F7F9B5A}" destId="{85D6265E-4530-B848-AEAF-8FE6E7DD9689}" srcOrd="5" destOrd="0" presId="urn:microsoft.com/office/officeart/2005/8/layout/hierarchy4"/>
    <dgm:cxn modelId="{000C39AA-A0DF-7F48-BE78-3D81868DF7E9}" type="presParOf" srcId="{503E1B7A-35F9-7B47-BD86-19E92F7F9B5A}" destId="{77DBD082-B48B-1546-9D79-92347C2617E5}" srcOrd="6" destOrd="0" presId="urn:microsoft.com/office/officeart/2005/8/layout/hierarchy4"/>
    <dgm:cxn modelId="{0E69521F-C465-8046-A2FF-A87B4AB1D7A1}" type="presParOf" srcId="{77DBD082-B48B-1546-9D79-92347C2617E5}" destId="{687C7697-D43A-4A4A-B7E2-A030E8315BDD}" srcOrd="0" destOrd="0" presId="urn:microsoft.com/office/officeart/2005/8/layout/hierarchy4"/>
    <dgm:cxn modelId="{FCFD9CAD-B372-EF48-961B-C4E02D07A11E}" type="presParOf" srcId="{77DBD082-B48B-1546-9D79-92347C2617E5}" destId="{2758886A-216D-1941-A641-EB90B720CDBB}" srcOrd="1" destOrd="0" presId="urn:microsoft.com/office/officeart/2005/8/layout/hierarchy4"/>
    <dgm:cxn modelId="{C0BB3A7A-FEFA-4A4A-A54B-884FAACEA066}" type="presParOf" srcId="{503E1B7A-35F9-7B47-BD86-19E92F7F9B5A}" destId="{47A69202-7129-FF40-BEA5-6589D499B7A4}" srcOrd="7" destOrd="0" presId="urn:microsoft.com/office/officeart/2005/8/layout/hierarchy4"/>
    <dgm:cxn modelId="{EAD4AAEA-2D24-C64B-825F-E770AE4D880A}" type="presParOf" srcId="{503E1B7A-35F9-7B47-BD86-19E92F7F9B5A}" destId="{9E64F0D3-85C3-7548-AC3B-1C1C12826CE5}" srcOrd="8" destOrd="0" presId="urn:microsoft.com/office/officeart/2005/8/layout/hierarchy4"/>
    <dgm:cxn modelId="{93CF6B56-1D5A-AA46-90BC-59C629227C2C}" type="presParOf" srcId="{9E64F0D3-85C3-7548-AC3B-1C1C12826CE5}" destId="{E23446C9-B403-3445-83E0-0F2AC82ADDC6}" srcOrd="0" destOrd="0" presId="urn:microsoft.com/office/officeart/2005/8/layout/hierarchy4"/>
    <dgm:cxn modelId="{E08C916A-FEB1-FE42-9BD7-75830EB3B31C}" type="presParOf" srcId="{9E64F0D3-85C3-7548-AC3B-1C1C12826CE5}" destId="{2CD281A3-AB3D-A54D-9BC6-7DE9B4F7E39B}" srcOrd="1" destOrd="0" presId="urn:microsoft.com/office/officeart/2005/8/layout/hierarchy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916AAC78-97B9-3543-8F53-ED95E1C7D771}" type="doc">
      <dgm:prSet loTypeId="urn:microsoft.com/office/officeart/2005/8/layout/hierarchy4" loCatId="hierarchy" qsTypeId="urn:microsoft.com/office/officeart/2005/8/quickstyle/simple4" qsCatId="simple" csTypeId="urn:microsoft.com/office/officeart/2005/8/colors/accent1_2" csCatId="accent1" phldr="1"/>
      <dgm:spPr/>
      <dgm:t>
        <a:bodyPr/>
        <a:lstStyle/>
        <a:p>
          <a:endParaRPr lang="en-US"/>
        </a:p>
      </dgm:t>
    </dgm:pt>
    <dgm:pt modelId="{75B34386-F0AB-CD46-84EA-8D89FCFC39BD}">
      <dgm:prSet phldrT="[Text]"/>
      <dgm:spPr/>
      <dgm:t>
        <a:bodyPr/>
        <a:lstStyle/>
        <a:p>
          <a:r>
            <a:rPr lang="en-US" dirty="0"/>
            <a:t>process isolation</a:t>
          </a:r>
        </a:p>
      </dgm:t>
    </dgm:pt>
    <dgm:pt modelId="{57DA6739-13AF-B24D-B6D0-B4668A60BF4B}" type="parTrans" cxnId="{7F362CC4-ECC9-CD44-9D58-6E2B6146DB71}">
      <dgm:prSet/>
      <dgm:spPr/>
      <dgm:t>
        <a:bodyPr/>
        <a:lstStyle/>
        <a:p>
          <a:endParaRPr lang="en-US"/>
        </a:p>
      </dgm:t>
    </dgm:pt>
    <dgm:pt modelId="{79E5EA0B-B2CC-2748-AC4F-138875C68729}" type="sibTrans" cxnId="{7F362CC4-ECC9-CD44-9D58-6E2B6146DB71}">
      <dgm:prSet/>
      <dgm:spPr/>
      <dgm:t>
        <a:bodyPr/>
        <a:lstStyle/>
        <a:p>
          <a:endParaRPr lang="en-US"/>
        </a:p>
      </dgm:t>
    </dgm:pt>
    <dgm:pt modelId="{62F64981-E47C-2F47-B840-C2EC17A82FE8}">
      <dgm:prSet/>
      <dgm:spPr/>
      <dgm:t>
        <a:bodyPr/>
        <a:lstStyle/>
        <a:p>
          <a:r>
            <a:rPr lang="en-US" dirty="0"/>
            <a:t>long-term storage</a:t>
          </a:r>
        </a:p>
      </dgm:t>
    </dgm:pt>
    <dgm:pt modelId="{EF32C7B3-B10B-CA40-A86A-92162F8861D6}" type="sibTrans" cxnId="{94AE492E-D8DD-044E-B047-87834BE1E331}">
      <dgm:prSet/>
      <dgm:spPr/>
      <dgm:t>
        <a:bodyPr/>
        <a:lstStyle/>
        <a:p>
          <a:endParaRPr lang="en-US"/>
        </a:p>
      </dgm:t>
    </dgm:pt>
    <dgm:pt modelId="{065A02B7-14B2-F941-9D22-A3CAC1C77409}" type="parTrans" cxnId="{94AE492E-D8DD-044E-B047-87834BE1E331}">
      <dgm:prSet/>
      <dgm:spPr/>
      <dgm:t>
        <a:bodyPr/>
        <a:lstStyle/>
        <a:p>
          <a:endParaRPr lang="en-US"/>
        </a:p>
      </dgm:t>
    </dgm:pt>
    <dgm:pt modelId="{755CA9AD-2300-F345-A6A2-4A43D52AFA2C}">
      <dgm:prSet/>
      <dgm:spPr>
        <a:solidFill>
          <a:schemeClr val="accent6"/>
        </a:solidFill>
      </dgm:spPr>
      <dgm:t>
        <a:bodyPr/>
        <a:lstStyle/>
        <a:p>
          <a:r>
            <a:rPr lang="en-US" dirty="0"/>
            <a:t>protection and access control</a:t>
          </a:r>
        </a:p>
      </dgm:t>
    </dgm:pt>
    <dgm:pt modelId="{3B33AB8A-BFAA-D148-9699-18DA89353B27}" type="sibTrans" cxnId="{0C81C5A5-B48B-4C49-BA7B-9745E51FA8FE}">
      <dgm:prSet/>
      <dgm:spPr/>
      <dgm:t>
        <a:bodyPr/>
        <a:lstStyle/>
        <a:p>
          <a:endParaRPr lang="en-US"/>
        </a:p>
      </dgm:t>
    </dgm:pt>
    <dgm:pt modelId="{79444687-56B4-BE42-89B6-5E68C61243A9}" type="parTrans" cxnId="{0C81C5A5-B48B-4C49-BA7B-9745E51FA8FE}">
      <dgm:prSet/>
      <dgm:spPr/>
      <dgm:t>
        <a:bodyPr/>
        <a:lstStyle/>
        <a:p>
          <a:endParaRPr lang="en-US"/>
        </a:p>
      </dgm:t>
    </dgm:pt>
    <dgm:pt modelId="{6AD32E60-30EB-5F49-8402-FEBB1BEC15FB}">
      <dgm:prSet/>
      <dgm:spPr/>
      <dgm:t>
        <a:bodyPr/>
        <a:lstStyle/>
        <a:p>
          <a:r>
            <a:rPr lang="en-US" dirty="0"/>
            <a:t>support of modular programming</a:t>
          </a:r>
        </a:p>
      </dgm:t>
    </dgm:pt>
    <dgm:pt modelId="{E5771208-8447-2F49-876E-5F704802A112}" type="sibTrans" cxnId="{51DF8080-7CAB-D046-BCF8-A72F41EC976A}">
      <dgm:prSet/>
      <dgm:spPr/>
      <dgm:t>
        <a:bodyPr/>
        <a:lstStyle/>
        <a:p>
          <a:endParaRPr lang="en-US"/>
        </a:p>
      </dgm:t>
    </dgm:pt>
    <dgm:pt modelId="{D17AC847-18A7-6242-95AF-C5A5041F1189}" type="parTrans" cxnId="{51DF8080-7CAB-D046-BCF8-A72F41EC976A}">
      <dgm:prSet/>
      <dgm:spPr/>
      <dgm:t>
        <a:bodyPr/>
        <a:lstStyle/>
        <a:p>
          <a:endParaRPr lang="en-US"/>
        </a:p>
      </dgm:t>
    </dgm:pt>
    <dgm:pt modelId="{917AD6AD-473C-6B42-9778-12D0B8634556}">
      <dgm:prSet/>
      <dgm:spPr>
        <a:solidFill>
          <a:schemeClr val="accent6"/>
        </a:solidFill>
      </dgm:spPr>
      <dgm:t>
        <a:bodyPr/>
        <a:lstStyle/>
        <a:p>
          <a:r>
            <a:rPr lang="en-US" dirty="0"/>
            <a:t>automatic allocation and management</a:t>
          </a:r>
        </a:p>
      </dgm:t>
    </dgm:pt>
    <dgm:pt modelId="{9C593880-76CB-0B4A-AF58-0D6DCF60392C}" type="sibTrans" cxnId="{A19416EE-902F-3548-9C7C-8BD8736681ED}">
      <dgm:prSet/>
      <dgm:spPr/>
      <dgm:t>
        <a:bodyPr/>
        <a:lstStyle/>
        <a:p>
          <a:endParaRPr lang="en-US"/>
        </a:p>
      </dgm:t>
    </dgm:pt>
    <dgm:pt modelId="{FB5C4788-E623-8A42-9435-061E3F472B60}" type="parTrans" cxnId="{A19416EE-902F-3548-9C7C-8BD8736681ED}">
      <dgm:prSet/>
      <dgm:spPr/>
      <dgm:t>
        <a:bodyPr/>
        <a:lstStyle/>
        <a:p>
          <a:endParaRPr lang="en-US"/>
        </a:p>
      </dgm:t>
    </dgm:pt>
    <dgm:pt modelId="{503E1B7A-35F9-7B47-BD86-19E92F7F9B5A}" type="pres">
      <dgm:prSet presAssocID="{916AAC78-97B9-3543-8F53-ED95E1C7D771}" presName="Name0" presStyleCnt="0">
        <dgm:presLayoutVars>
          <dgm:chPref val="1"/>
          <dgm:dir/>
          <dgm:animOne val="branch"/>
          <dgm:animLvl val="lvl"/>
          <dgm:resizeHandles/>
        </dgm:presLayoutVars>
      </dgm:prSet>
      <dgm:spPr/>
    </dgm:pt>
    <dgm:pt modelId="{B408F0FB-D4D3-2B4D-9EF4-F156061A0644}" type="pres">
      <dgm:prSet presAssocID="{75B34386-F0AB-CD46-84EA-8D89FCFC39BD}" presName="vertOne" presStyleCnt="0"/>
      <dgm:spPr/>
    </dgm:pt>
    <dgm:pt modelId="{4C78D5A0-86E1-7F4A-97F2-4E691D203110}" type="pres">
      <dgm:prSet presAssocID="{75B34386-F0AB-CD46-84EA-8D89FCFC39BD}" presName="txOne" presStyleLbl="node0" presStyleIdx="0" presStyleCnt="5">
        <dgm:presLayoutVars>
          <dgm:chPref val="3"/>
        </dgm:presLayoutVars>
      </dgm:prSet>
      <dgm:spPr/>
    </dgm:pt>
    <dgm:pt modelId="{E2C258D7-E993-8440-9144-E435C4247186}" type="pres">
      <dgm:prSet presAssocID="{75B34386-F0AB-CD46-84EA-8D89FCFC39BD}" presName="horzOne" presStyleCnt="0"/>
      <dgm:spPr/>
    </dgm:pt>
    <dgm:pt modelId="{5B893B37-97AF-054E-87A9-D3A5B878CE6B}" type="pres">
      <dgm:prSet presAssocID="{79E5EA0B-B2CC-2748-AC4F-138875C68729}" presName="sibSpaceOne" presStyleCnt="0"/>
      <dgm:spPr/>
    </dgm:pt>
    <dgm:pt modelId="{1B4EBE33-76BD-E346-BD81-0035938E32F4}" type="pres">
      <dgm:prSet presAssocID="{917AD6AD-473C-6B42-9778-12D0B8634556}" presName="vertOne" presStyleCnt="0"/>
      <dgm:spPr/>
    </dgm:pt>
    <dgm:pt modelId="{0F6F9771-857A-ED4D-BB66-061A66D62E92}" type="pres">
      <dgm:prSet presAssocID="{917AD6AD-473C-6B42-9778-12D0B8634556}" presName="txOne" presStyleLbl="node0" presStyleIdx="1" presStyleCnt="5">
        <dgm:presLayoutVars>
          <dgm:chPref val="3"/>
        </dgm:presLayoutVars>
      </dgm:prSet>
      <dgm:spPr/>
    </dgm:pt>
    <dgm:pt modelId="{FCF47FEA-9FF4-5245-9791-CB9813EB6E75}" type="pres">
      <dgm:prSet presAssocID="{917AD6AD-473C-6B42-9778-12D0B8634556}" presName="horzOne" presStyleCnt="0"/>
      <dgm:spPr/>
    </dgm:pt>
    <dgm:pt modelId="{CCB94D94-F9BD-614A-A861-6798F2674DF8}" type="pres">
      <dgm:prSet presAssocID="{9C593880-76CB-0B4A-AF58-0D6DCF60392C}" presName="sibSpaceOne" presStyleCnt="0"/>
      <dgm:spPr/>
    </dgm:pt>
    <dgm:pt modelId="{5C5AFF65-62A2-9744-9017-2492490F5FA4}" type="pres">
      <dgm:prSet presAssocID="{6AD32E60-30EB-5F49-8402-FEBB1BEC15FB}" presName="vertOne" presStyleCnt="0"/>
      <dgm:spPr/>
    </dgm:pt>
    <dgm:pt modelId="{1822B451-F610-B34E-B470-4405426B9598}" type="pres">
      <dgm:prSet presAssocID="{6AD32E60-30EB-5F49-8402-FEBB1BEC15FB}" presName="txOne" presStyleLbl="node0" presStyleIdx="2" presStyleCnt="5">
        <dgm:presLayoutVars>
          <dgm:chPref val="3"/>
        </dgm:presLayoutVars>
      </dgm:prSet>
      <dgm:spPr/>
    </dgm:pt>
    <dgm:pt modelId="{9B6D9530-9F04-9C44-8E40-F216645BFD20}" type="pres">
      <dgm:prSet presAssocID="{6AD32E60-30EB-5F49-8402-FEBB1BEC15FB}" presName="horzOne" presStyleCnt="0"/>
      <dgm:spPr/>
    </dgm:pt>
    <dgm:pt modelId="{85D6265E-4530-B848-AEAF-8FE6E7DD9689}" type="pres">
      <dgm:prSet presAssocID="{E5771208-8447-2F49-876E-5F704802A112}" presName="sibSpaceOne" presStyleCnt="0"/>
      <dgm:spPr/>
    </dgm:pt>
    <dgm:pt modelId="{77DBD082-B48B-1546-9D79-92347C2617E5}" type="pres">
      <dgm:prSet presAssocID="{755CA9AD-2300-F345-A6A2-4A43D52AFA2C}" presName="vertOne" presStyleCnt="0"/>
      <dgm:spPr/>
    </dgm:pt>
    <dgm:pt modelId="{687C7697-D43A-4A4A-B7E2-A030E8315BDD}" type="pres">
      <dgm:prSet presAssocID="{755CA9AD-2300-F345-A6A2-4A43D52AFA2C}" presName="txOne" presStyleLbl="node0" presStyleIdx="3" presStyleCnt="5">
        <dgm:presLayoutVars>
          <dgm:chPref val="3"/>
        </dgm:presLayoutVars>
      </dgm:prSet>
      <dgm:spPr/>
    </dgm:pt>
    <dgm:pt modelId="{2758886A-216D-1941-A641-EB90B720CDBB}" type="pres">
      <dgm:prSet presAssocID="{755CA9AD-2300-F345-A6A2-4A43D52AFA2C}" presName="horzOne" presStyleCnt="0"/>
      <dgm:spPr/>
    </dgm:pt>
    <dgm:pt modelId="{47A69202-7129-FF40-BEA5-6589D499B7A4}" type="pres">
      <dgm:prSet presAssocID="{3B33AB8A-BFAA-D148-9699-18DA89353B27}" presName="sibSpaceOne" presStyleCnt="0"/>
      <dgm:spPr/>
    </dgm:pt>
    <dgm:pt modelId="{9E64F0D3-85C3-7548-AC3B-1C1C12826CE5}" type="pres">
      <dgm:prSet presAssocID="{62F64981-E47C-2F47-B840-C2EC17A82FE8}" presName="vertOne" presStyleCnt="0"/>
      <dgm:spPr/>
    </dgm:pt>
    <dgm:pt modelId="{E23446C9-B403-3445-83E0-0F2AC82ADDC6}" type="pres">
      <dgm:prSet presAssocID="{62F64981-E47C-2F47-B840-C2EC17A82FE8}" presName="txOne" presStyleLbl="node0" presStyleIdx="4" presStyleCnt="5">
        <dgm:presLayoutVars>
          <dgm:chPref val="3"/>
        </dgm:presLayoutVars>
      </dgm:prSet>
      <dgm:spPr/>
    </dgm:pt>
    <dgm:pt modelId="{2CD281A3-AB3D-A54D-9BC6-7DE9B4F7E39B}" type="pres">
      <dgm:prSet presAssocID="{62F64981-E47C-2F47-B840-C2EC17A82FE8}" presName="horzOne" presStyleCnt="0"/>
      <dgm:spPr/>
    </dgm:pt>
  </dgm:ptLst>
  <dgm:cxnLst>
    <dgm:cxn modelId="{E5666124-9890-9A48-9230-185B265F83E5}" type="presOf" srcId="{755CA9AD-2300-F345-A6A2-4A43D52AFA2C}" destId="{687C7697-D43A-4A4A-B7E2-A030E8315BDD}" srcOrd="0" destOrd="0" presId="urn:microsoft.com/office/officeart/2005/8/layout/hierarchy4"/>
    <dgm:cxn modelId="{7E065A2B-07B3-7A4F-8DCA-C96CD4410A6B}" type="presOf" srcId="{62F64981-E47C-2F47-B840-C2EC17A82FE8}" destId="{E23446C9-B403-3445-83E0-0F2AC82ADDC6}" srcOrd="0" destOrd="0" presId="urn:microsoft.com/office/officeart/2005/8/layout/hierarchy4"/>
    <dgm:cxn modelId="{94AE492E-D8DD-044E-B047-87834BE1E331}" srcId="{916AAC78-97B9-3543-8F53-ED95E1C7D771}" destId="{62F64981-E47C-2F47-B840-C2EC17A82FE8}" srcOrd="4" destOrd="0" parTransId="{065A02B7-14B2-F941-9D22-A3CAC1C77409}" sibTransId="{EF32C7B3-B10B-CA40-A86A-92162F8861D6}"/>
    <dgm:cxn modelId="{4C8EB061-9DD0-214B-9E29-BF3083FF0F61}" type="presOf" srcId="{916AAC78-97B9-3543-8F53-ED95E1C7D771}" destId="{503E1B7A-35F9-7B47-BD86-19E92F7F9B5A}" srcOrd="0" destOrd="0" presId="urn:microsoft.com/office/officeart/2005/8/layout/hierarchy4"/>
    <dgm:cxn modelId="{C4CEE565-3C79-8844-909B-610DBBBAF1D2}" type="presOf" srcId="{6AD32E60-30EB-5F49-8402-FEBB1BEC15FB}" destId="{1822B451-F610-B34E-B470-4405426B9598}" srcOrd="0" destOrd="0" presId="urn:microsoft.com/office/officeart/2005/8/layout/hierarchy4"/>
    <dgm:cxn modelId="{51DF8080-7CAB-D046-BCF8-A72F41EC976A}" srcId="{916AAC78-97B9-3543-8F53-ED95E1C7D771}" destId="{6AD32E60-30EB-5F49-8402-FEBB1BEC15FB}" srcOrd="2" destOrd="0" parTransId="{D17AC847-18A7-6242-95AF-C5A5041F1189}" sibTransId="{E5771208-8447-2F49-876E-5F704802A112}"/>
    <dgm:cxn modelId="{0C81C5A5-B48B-4C49-BA7B-9745E51FA8FE}" srcId="{916AAC78-97B9-3543-8F53-ED95E1C7D771}" destId="{755CA9AD-2300-F345-A6A2-4A43D52AFA2C}" srcOrd="3" destOrd="0" parTransId="{79444687-56B4-BE42-89B6-5E68C61243A9}" sibTransId="{3B33AB8A-BFAA-D148-9699-18DA89353B27}"/>
    <dgm:cxn modelId="{7F362CC4-ECC9-CD44-9D58-6E2B6146DB71}" srcId="{916AAC78-97B9-3543-8F53-ED95E1C7D771}" destId="{75B34386-F0AB-CD46-84EA-8D89FCFC39BD}" srcOrd="0" destOrd="0" parTransId="{57DA6739-13AF-B24D-B6D0-B4668A60BF4B}" sibTransId="{79E5EA0B-B2CC-2748-AC4F-138875C68729}"/>
    <dgm:cxn modelId="{0FB7C2D9-643E-D043-BE9E-1F9631D70C08}" type="presOf" srcId="{917AD6AD-473C-6B42-9778-12D0B8634556}" destId="{0F6F9771-857A-ED4D-BB66-061A66D62E92}" srcOrd="0" destOrd="0" presId="urn:microsoft.com/office/officeart/2005/8/layout/hierarchy4"/>
    <dgm:cxn modelId="{C18B60EB-F04C-B747-890D-2E39DBFFA325}" type="presOf" srcId="{75B34386-F0AB-CD46-84EA-8D89FCFC39BD}" destId="{4C78D5A0-86E1-7F4A-97F2-4E691D203110}" srcOrd="0" destOrd="0" presId="urn:microsoft.com/office/officeart/2005/8/layout/hierarchy4"/>
    <dgm:cxn modelId="{A19416EE-902F-3548-9C7C-8BD8736681ED}" srcId="{916AAC78-97B9-3543-8F53-ED95E1C7D771}" destId="{917AD6AD-473C-6B42-9778-12D0B8634556}" srcOrd="1" destOrd="0" parTransId="{FB5C4788-E623-8A42-9435-061E3F472B60}" sibTransId="{9C593880-76CB-0B4A-AF58-0D6DCF60392C}"/>
    <dgm:cxn modelId="{6E2AD058-B22C-DA43-9A62-075C8ADD4C36}" type="presParOf" srcId="{503E1B7A-35F9-7B47-BD86-19E92F7F9B5A}" destId="{B408F0FB-D4D3-2B4D-9EF4-F156061A0644}" srcOrd="0" destOrd="0" presId="urn:microsoft.com/office/officeart/2005/8/layout/hierarchy4"/>
    <dgm:cxn modelId="{EE68EA3C-B2F0-FD4E-A495-2BFC687E5953}" type="presParOf" srcId="{B408F0FB-D4D3-2B4D-9EF4-F156061A0644}" destId="{4C78D5A0-86E1-7F4A-97F2-4E691D203110}" srcOrd="0" destOrd="0" presId="urn:microsoft.com/office/officeart/2005/8/layout/hierarchy4"/>
    <dgm:cxn modelId="{9C164122-B3AF-D548-8FC9-13C1ACB6B9FE}" type="presParOf" srcId="{B408F0FB-D4D3-2B4D-9EF4-F156061A0644}" destId="{E2C258D7-E993-8440-9144-E435C4247186}" srcOrd="1" destOrd="0" presId="urn:microsoft.com/office/officeart/2005/8/layout/hierarchy4"/>
    <dgm:cxn modelId="{84EAD039-26B8-6349-9108-30BBEE486E69}" type="presParOf" srcId="{503E1B7A-35F9-7B47-BD86-19E92F7F9B5A}" destId="{5B893B37-97AF-054E-87A9-D3A5B878CE6B}" srcOrd="1" destOrd="0" presId="urn:microsoft.com/office/officeart/2005/8/layout/hierarchy4"/>
    <dgm:cxn modelId="{E46B6DFC-C808-514A-9CFD-F4D5556C226C}" type="presParOf" srcId="{503E1B7A-35F9-7B47-BD86-19E92F7F9B5A}" destId="{1B4EBE33-76BD-E346-BD81-0035938E32F4}" srcOrd="2" destOrd="0" presId="urn:microsoft.com/office/officeart/2005/8/layout/hierarchy4"/>
    <dgm:cxn modelId="{D84D4A93-475F-A34B-8D7E-562DBDACDCCC}" type="presParOf" srcId="{1B4EBE33-76BD-E346-BD81-0035938E32F4}" destId="{0F6F9771-857A-ED4D-BB66-061A66D62E92}" srcOrd="0" destOrd="0" presId="urn:microsoft.com/office/officeart/2005/8/layout/hierarchy4"/>
    <dgm:cxn modelId="{4A3AB2BB-A0C8-4047-A829-D3DE3ED5498C}" type="presParOf" srcId="{1B4EBE33-76BD-E346-BD81-0035938E32F4}" destId="{FCF47FEA-9FF4-5245-9791-CB9813EB6E75}" srcOrd="1" destOrd="0" presId="urn:microsoft.com/office/officeart/2005/8/layout/hierarchy4"/>
    <dgm:cxn modelId="{2B10DA70-BBD3-0E47-9545-1BB706899CE3}" type="presParOf" srcId="{503E1B7A-35F9-7B47-BD86-19E92F7F9B5A}" destId="{CCB94D94-F9BD-614A-A861-6798F2674DF8}" srcOrd="3" destOrd="0" presId="urn:microsoft.com/office/officeart/2005/8/layout/hierarchy4"/>
    <dgm:cxn modelId="{565583A6-2F94-434F-995F-C770BCC2F250}" type="presParOf" srcId="{503E1B7A-35F9-7B47-BD86-19E92F7F9B5A}" destId="{5C5AFF65-62A2-9744-9017-2492490F5FA4}" srcOrd="4" destOrd="0" presId="urn:microsoft.com/office/officeart/2005/8/layout/hierarchy4"/>
    <dgm:cxn modelId="{4BAB4A4A-AA80-E94D-A180-2D1E407745DD}" type="presParOf" srcId="{5C5AFF65-62A2-9744-9017-2492490F5FA4}" destId="{1822B451-F610-B34E-B470-4405426B9598}" srcOrd="0" destOrd="0" presId="urn:microsoft.com/office/officeart/2005/8/layout/hierarchy4"/>
    <dgm:cxn modelId="{723F327D-51FB-0847-A2A3-7B9E8711B7F2}" type="presParOf" srcId="{5C5AFF65-62A2-9744-9017-2492490F5FA4}" destId="{9B6D9530-9F04-9C44-8E40-F216645BFD20}" srcOrd="1" destOrd="0" presId="urn:microsoft.com/office/officeart/2005/8/layout/hierarchy4"/>
    <dgm:cxn modelId="{45724054-A197-E04F-BAB8-4EC0DD3E5BB5}" type="presParOf" srcId="{503E1B7A-35F9-7B47-BD86-19E92F7F9B5A}" destId="{85D6265E-4530-B848-AEAF-8FE6E7DD9689}" srcOrd="5" destOrd="0" presId="urn:microsoft.com/office/officeart/2005/8/layout/hierarchy4"/>
    <dgm:cxn modelId="{000C39AA-A0DF-7F48-BE78-3D81868DF7E9}" type="presParOf" srcId="{503E1B7A-35F9-7B47-BD86-19E92F7F9B5A}" destId="{77DBD082-B48B-1546-9D79-92347C2617E5}" srcOrd="6" destOrd="0" presId="urn:microsoft.com/office/officeart/2005/8/layout/hierarchy4"/>
    <dgm:cxn modelId="{0E69521F-C465-8046-A2FF-A87B4AB1D7A1}" type="presParOf" srcId="{77DBD082-B48B-1546-9D79-92347C2617E5}" destId="{687C7697-D43A-4A4A-B7E2-A030E8315BDD}" srcOrd="0" destOrd="0" presId="urn:microsoft.com/office/officeart/2005/8/layout/hierarchy4"/>
    <dgm:cxn modelId="{FCFD9CAD-B372-EF48-961B-C4E02D07A11E}" type="presParOf" srcId="{77DBD082-B48B-1546-9D79-92347C2617E5}" destId="{2758886A-216D-1941-A641-EB90B720CDBB}" srcOrd="1" destOrd="0" presId="urn:microsoft.com/office/officeart/2005/8/layout/hierarchy4"/>
    <dgm:cxn modelId="{C0BB3A7A-FEFA-4A4A-A54B-884FAACEA066}" type="presParOf" srcId="{503E1B7A-35F9-7B47-BD86-19E92F7F9B5A}" destId="{47A69202-7129-FF40-BEA5-6589D499B7A4}" srcOrd="7" destOrd="0" presId="urn:microsoft.com/office/officeart/2005/8/layout/hierarchy4"/>
    <dgm:cxn modelId="{EAD4AAEA-2D24-C64B-825F-E770AE4D880A}" type="presParOf" srcId="{503E1B7A-35F9-7B47-BD86-19E92F7F9B5A}" destId="{9E64F0D3-85C3-7548-AC3B-1C1C12826CE5}" srcOrd="8" destOrd="0" presId="urn:microsoft.com/office/officeart/2005/8/layout/hierarchy4"/>
    <dgm:cxn modelId="{93CF6B56-1D5A-AA46-90BC-59C629227C2C}" type="presParOf" srcId="{9E64F0D3-85C3-7548-AC3B-1C1C12826CE5}" destId="{E23446C9-B403-3445-83E0-0F2AC82ADDC6}" srcOrd="0" destOrd="0" presId="urn:microsoft.com/office/officeart/2005/8/layout/hierarchy4"/>
    <dgm:cxn modelId="{E08C916A-FEB1-FE42-9BD7-75830EB3B31C}" type="presParOf" srcId="{9E64F0D3-85C3-7548-AC3B-1C1C12826CE5}" destId="{2CD281A3-AB3D-A54D-9BC6-7DE9B4F7E39B}" srcOrd="1" destOrd="0" presId="urn:microsoft.com/office/officeart/2005/8/layout/hierarchy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916AAC78-97B9-3543-8F53-ED95E1C7D771}" type="doc">
      <dgm:prSet loTypeId="urn:microsoft.com/office/officeart/2005/8/layout/hierarchy4" loCatId="hierarchy" qsTypeId="urn:microsoft.com/office/officeart/2005/8/quickstyle/simple4" qsCatId="simple" csTypeId="urn:microsoft.com/office/officeart/2005/8/colors/accent1_2" csCatId="accent1" phldr="1"/>
      <dgm:spPr/>
      <dgm:t>
        <a:bodyPr/>
        <a:lstStyle/>
        <a:p>
          <a:endParaRPr lang="en-US"/>
        </a:p>
      </dgm:t>
    </dgm:pt>
    <dgm:pt modelId="{75B34386-F0AB-CD46-84EA-8D89FCFC39BD}">
      <dgm:prSet phldrT="[Text]"/>
      <dgm:spPr/>
      <dgm:t>
        <a:bodyPr/>
        <a:lstStyle/>
        <a:p>
          <a:r>
            <a:rPr lang="en-US" dirty="0"/>
            <a:t>process isolation</a:t>
          </a:r>
        </a:p>
      </dgm:t>
    </dgm:pt>
    <dgm:pt modelId="{57DA6739-13AF-B24D-B6D0-B4668A60BF4B}" type="parTrans" cxnId="{7F362CC4-ECC9-CD44-9D58-6E2B6146DB71}">
      <dgm:prSet/>
      <dgm:spPr/>
      <dgm:t>
        <a:bodyPr/>
        <a:lstStyle/>
        <a:p>
          <a:endParaRPr lang="en-US"/>
        </a:p>
      </dgm:t>
    </dgm:pt>
    <dgm:pt modelId="{79E5EA0B-B2CC-2748-AC4F-138875C68729}" type="sibTrans" cxnId="{7F362CC4-ECC9-CD44-9D58-6E2B6146DB71}">
      <dgm:prSet/>
      <dgm:spPr/>
      <dgm:t>
        <a:bodyPr/>
        <a:lstStyle/>
        <a:p>
          <a:endParaRPr lang="en-US"/>
        </a:p>
      </dgm:t>
    </dgm:pt>
    <dgm:pt modelId="{62F64981-E47C-2F47-B840-C2EC17A82FE8}">
      <dgm:prSet/>
      <dgm:spPr/>
      <dgm:t>
        <a:bodyPr/>
        <a:lstStyle/>
        <a:p>
          <a:r>
            <a:rPr lang="en-US" dirty="0"/>
            <a:t>long-term storage</a:t>
          </a:r>
        </a:p>
      </dgm:t>
    </dgm:pt>
    <dgm:pt modelId="{EF32C7B3-B10B-CA40-A86A-92162F8861D6}" type="sibTrans" cxnId="{94AE492E-D8DD-044E-B047-87834BE1E331}">
      <dgm:prSet/>
      <dgm:spPr/>
      <dgm:t>
        <a:bodyPr/>
        <a:lstStyle/>
        <a:p>
          <a:endParaRPr lang="en-US"/>
        </a:p>
      </dgm:t>
    </dgm:pt>
    <dgm:pt modelId="{065A02B7-14B2-F941-9D22-A3CAC1C77409}" type="parTrans" cxnId="{94AE492E-D8DD-044E-B047-87834BE1E331}">
      <dgm:prSet/>
      <dgm:spPr/>
      <dgm:t>
        <a:bodyPr/>
        <a:lstStyle/>
        <a:p>
          <a:endParaRPr lang="en-US"/>
        </a:p>
      </dgm:t>
    </dgm:pt>
    <dgm:pt modelId="{755CA9AD-2300-F345-A6A2-4A43D52AFA2C}">
      <dgm:prSet/>
      <dgm:spPr>
        <a:solidFill>
          <a:schemeClr val="accent6"/>
        </a:solidFill>
      </dgm:spPr>
      <dgm:t>
        <a:bodyPr/>
        <a:lstStyle/>
        <a:p>
          <a:r>
            <a:rPr lang="en-US" dirty="0"/>
            <a:t>protection and access control</a:t>
          </a:r>
        </a:p>
      </dgm:t>
    </dgm:pt>
    <dgm:pt modelId="{3B33AB8A-BFAA-D148-9699-18DA89353B27}" type="sibTrans" cxnId="{0C81C5A5-B48B-4C49-BA7B-9745E51FA8FE}">
      <dgm:prSet/>
      <dgm:spPr/>
      <dgm:t>
        <a:bodyPr/>
        <a:lstStyle/>
        <a:p>
          <a:endParaRPr lang="en-US"/>
        </a:p>
      </dgm:t>
    </dgm:pt>
    <dgm:pt modelId="{79444687-56B4-BE42-89B6-5E68C61243A9}" type="parTrans" cxnId="{0C81C5A5-B48B-4C49-BA7B-9745E51FA8FE}">
      <dgm:prSet/>
      <dgm:spPr/>
      <dgm:t>
        <a:bodyPr/>
        <a:lstStyle/>
        <a:p>
          <a:endParaRPr lang="en-US"/>
        </a:p>
      </dgm:t>
    </dgm:pt>
    <dgm:pt modelId="{6AD32E60-30EB-5F49-8402-FEBB1BEC15FB}">
      <dgm:prSet/>
      <dgm:spPr/>
      <dgm:t>
        <a:bodyPr/>
        <a:lstStyle/>
        <a:p>
          <a:r>
            <a:rPr lang="en-US" dirty="0"/>
            <a:t>support of modular programming</a:t>
          </a:r>
        </a:p>
      </dgm:t>
    </dgm:pt>
    <dgm:pt modelId="{E5771208-8447-2F49-876E-5F704802A112}" type="sibTrans" cxnId="{51DF8080-7CAB-D046-BCF8-A72F41EC976A}">
      <dgm:prSet/>
      <dgm:spPr/>
      <dgm:t>
        <a:bodyPr/>
        <a:lstStyle/>
        <a:p>
          <a:endParaRPr lang="en-US"/>
        </a:p>
      </dgm:t>
    </dgm:pt>
    <dgm:pt modelId="{D17AC847-18A7-6242-95AF-C5A5041F1189}" type="parTrans" cxnId="{51DF8080-7CAB-D046-BCF8-A72F41EC976A}">
      <dgm:prSet/>
      <dgm:spPr/>
      <dgm:t>
        <a:bodyPr/>
        <a:lstStyle/>
        <a:p>
          <a:endParaRPr lang="en-US"/>
        </a:p>
      </dgm:t>
    </dgm:pt>
    <dgm:pt modelId="{917AD6AD-473C-6B42-9778-12D0B8634556}">
      <dgm:prSet/>
      <dgm:spPr>
        <a:solidFill>
          <a:schemeClr val="accent6"/>
        </a:solidFill>
      </dgm:spPr>
      <dgm:t>
        <a:bodyPr/>
        <a:lstStyle/>
        <a:p>
          <a:r>
            <a:rPr lang="en-US" dirty="0"/>
            <a:t>automatic allocation and management</a:t>
          </a:r>
        </a:p>
      </dgm:t>
    </dgm:pt>
    <dgm:pt modelId="{9C593880-76CB-0B4A-AF58-0D6DCF60392C}" type="sibTrans" cxnId="{A19416EE-902F-3548-9C7C-8BD8736681ED}">
      <dgm:prSet/>
      <dgm:spPr/>
      <dgm:t>
        <a:bodyPr/>
        <a:lstStyle/>
        <a:p>
          <a:endParaRPr lang="en-US"/>
        </a:p>
      </dgm:t>
    </dgm:pt>
    <dgm:pt modelId="{FB5C4788-E623-8A42-9435-061E3F472B60}" type="parTrans" cxnId="{A19416EE-902F-3548-9C7C-8BD8736681ED}">
      <dgm:prSet/>
      <dgm:spPr/>
      <dgm:t>
        <a:bodyPr/>
        <a:lstStyle/>
        <a:p>
          <a:endParaRPr lang="en-US"/>
        </a:p>
      </dgm:t>
    </dgm:pt>
    <dgm:pt modelId="{503E1B7A-35F9-7B47-BD86-19E92F7F9B5A}" type="pres">
      <dgm:prSet presAssocID="{916AAC78-97B9-3543-8F53-ED95E1C7D771}" presName="Name0" presStyleCnt="0">
        <dgm:presLayoutVars>
          <dgm:chPref val="1"/>
          <dgm:dir/>
          <dgm:animOne val="branch"/>
          <dgm:animLvl val="lvl"/>
          <dgm:resizeHandles/>
        </dgm:presLayoutVars>
      </dgm:prSet>
      <dgm:spPr/>
    </dgm:pt>
    <dgm:pt modelId="{B408F0FB-D4D3-2B4D-9EF4-F156061A0644}" type="pres">
      <dgm:prSet presAssocID="{75B34386-F0AB-CD46-84EA-8D89FCFC39BD}" presName="vertOne" presStyleCnt="0"/>
      <dgm:spPr/>
    </dgm:pt>
    <dgm:pt modelId="{4C78D5A0-86E1-7F4A-97F2-4E691D203110}" type="pres">
      <dgm:prSet presAssocID="{75B34386-F0AB-CD46-84EA-8D89FCFC39BD}" presName="txOne" presStyleLbl="node0" presStyleIdx="0" presStyleCnt="5">
        <dgm:presLayoutVars>
          <dgm:chPref val="3"/>
        </dgm:presLayoutVars>
      </dgm:prSet>
      <dgm:spPr/>
    </dgm:pt>
    <dgm:pt modelId="{E2C258D7-E993-8440-9144-E435C4247186}" type="pres">
      <dgm:prSet presAssocID="{75B34386-F0AB-CD46-84EA-8D89FCFC39BD}" presName="horzOne" presStyleCnt="0"/>
      <dgm:spPr/>
    </dgm:pt>
    <dgm:pt modelId="{5B893B37-97AF-054E-87A9-D3A5B878CE6B}" type="pres">
      <dgm:prSet presAssocID="{79E5EA0B-B2CC-2748-AC4F-138875C68729}" presName="sibSpaceOne" presStyleCnt="0"/>
      <dgm:spPr/>
    </dgm:pt>
    <dgm:pt modelId="{1B4EBE33-76BD-E346-BD81-0035938E32F4}" type="pres">
      <dgm:prSet presAssocID="{917AD6AD-473C-6B42-9778-12D0B8634556}" presName="vertOne" presStyleCnt="0"/>
      <dgm:spPr/>
    </dgm:pt>
    <dgm:pt modelId="{0F6F9771-857A-ED4D-BB66-061A66D62E92}" type="pres">
      <dgm:prSet presAssocID="{917AD6AD-473C-6B42-9778-12D0B8634556}" presName="txOne" presStyleLbl="node0" presStyleIdx="1" presStyleCnt="5">
        <dgm:presLayoutVars>
          <dgm:chPref val="3"/>
        </dgm:presLayoutVars>
      </dgm:prSet>
      <dgm:spPr/>
    </dgm:pt>
    <dgm:pt modelId="{FCF47FEA-9FF4-5245-9791-CB9813EB6E75}" type="pres">
      <dgm:prSet presAssocID="{917AD6AD-473C-6B42-9778-12D0B8634556}" presName="horzOne" presStyleCnt="0"/>
      <dgm:spPr/>
    </dgm:pt>
    <dgm:pt modelId="{CCB94D94-F9BD-614A-A861-6798F2674DF8}" type="pres">
      <dgm:prSet presAssocID="{9C593880-76CB-0B4A-AF58-0D6DCF60392C}" presName="sibSpaceOne" presStyleCnt="0"/>
      <dgm:spPr/>
    </dgm:pt>
    <dgm:pt modelId="{5C5AFF65-62A2-9744-9017-2492490F5FA4}" type="pres">
      <dgm:prSet presAssocID="{6AD32E60-30EB-5F49-8402-FEBB1BEC15FB}" presName="vertOne" presStyleCnt="0"/>
      <dgm:spPr/>
    </dgm:pt>
    <dgm:pt modelId="{1822B451-F610-B34E-B470-4405426B9598}" type="pres">
      <dgm:prSet presAssocID="{6AD32E60-30EB-5F49-8402-FEBB1BEC15FB}" presName="txOne" presStyleLbl="node0" presStyleIdx="2" presStyleCnt="5">
        <dgm:presLayoutVars>
          <dgm:chPref val="3"/>
        </dgm:presLayoutVars>
      </dgm:prSet>
      <dgm:spPr/>
    </dgm:pt>
    <dgm:pt modelId="{9B6D9530-9F04-9C44-8E40-F216645BFD20}" type="pres">
      <dgm:prSet presAssocID="{6AD32E60-30EB-5F49-8402-FEBB1BEC15FB}" presName="horzOne" presStyleCnt="0"/>
      <dgm:spPr/>
    </dgm:pt>
    <dgm:pt modelId="{85D6265E-4530-B848-AEAF-8FE6E7DD9689}" type="pres">
      <dgm:prSet presAssocID="{E5771208-8447-2F49-876E-5F704802A112}" presName="sibSpaceOne" presStyleCnt="0"/>
      <dgm:spPr/>
    </dgm:pt>
    <dgm:pt modelId="{77DBD082-B48B-1546-9D79-92347C2617E5}" type="pres">
      <dgm:prSet presAssocID="{755CA9AD-2300-F345-A6A2-4A43D52AFA2C}" presName="vertOne" presStyleCnt="0"/>
      <dgm:spPr/>
    </dgm:pt>
    <dgm:pt modelId="{687C7697-D43A-4A4A-B7E2-A030E8315BDD}" type="pres">
      <dgm:prSet presAssocID="{755CA9AD-2300-F345-A6A2-4A43D52AFA2C}" presName="txOne" presStyleLbl="node0" presStyleIdx="3" presStyleCnt="5">
        <dgm:presLayoutVars>
          <dgm:chPref val="3"/>
        </dgm:presLayoutVars>
      </dgm:prSet>
      <dgm:spPr/>
    </dgm:pt>
    <dgm:pt modelId="{2758886A-216D-1941-A641-EB90B720CDBB}" type="pres">
      <dgm:prSet presAssocID="{755CA9AD-2300-F345-A6A2-4A43D52AFA2C}" presName="horzOne" presStyleCnt="0"/>
      <dgm:spPr/>
    </dgm:pt>
    <dgm:pt modelId="{47A69202-7129-FF40-BEA5-6589D499B7A4}" type="pres">
      <dgm:prSet presAssocID="{3B33AB8A-BFAA-D148-9699-18DA89353B27}" presName="sibSpaceOne" presStyleCnt="0"/>
      <dgm:spPr/>
    </dgm:pt>
    <dgm:pt modelId="{9E64F0D3-85C3-7548-AC3B-1C1C12826CE5}" type="pres">
      <dgm:prSet presAssocID="{62F64981-E47C-2F47-B840-C2EC17A82FE8}" presName="vertOne" presStyleCnt="0"/>
      <dgm:spPr/>
    </dgm:pt>
    <dgm:pt modelId="{E23446C9-B403-3445-83E0-0F2AC82ADDC6}" type="pres">
      <dgm:prSet presAssocID="{62F64981-E47C-2F47-B840-C2EC17A82FE8}" presName="txOne" presStyleLbl="node0" presStyleIdx="4" presStyleCnt="5">
        <dgm:presLayoutVars>
          <dgm:chPref val="3"/>
        </dgm:presLayoutVars>
      </dgm:prSet>
      <dgm:spPr/>
    </dgm:pt>
    <dgm:pt modelId="{2CD281A3-AB3D-A54D-9BC6-7DE9B4F7E39B}" type="pres">
      <dgm:prSet presAssocID="{62F64981-E47C-2F47-B840-C2EC17A82FE8}" presName="horzOne" presStyleCnt="0"/>
      <dgm:spPr/>
    </dgm:pt>
  </dgm:ptLst>
  <dgm:cxnLst>
    <dgm:cxn modelId="{E5666124-9890-9A48-9230-185B265F83E5}" type="presOf" srcId="{755CA9AD-2300-F345-A6A2-4A43D52AFA2C}" destId="{687C7697-D43A-4A4A-B7E2-A030E8315BDD}" srcOrd="0" destOrd="0" presId="urn:microsoft.com/office/officeart/2005/8/layout/hierarchy4"/>
    <dgm:cxn modelId="{7E065A2B-07B3-7A4F-8DCA-C96CD4410A6B}" type="presOf" srcId="{62F64981-E47C-2F47-B840-C2EC17A82FE8}" destId="{E23446C9-B403-3445-83E0-0F2AC82ADDC6}" srcOrd="0" destOrd="0" presId="urn:microsoft.com/office/officeart/2005/8/layout/hierarchy4"/>
    <dgm:cxn modelId="{94AE492E-D8DD-044E-B047-87834BE1E331}" srcId="{916AAC78-97B9-3543-8F53-ED95E1C7D771}" destId="{62F64981-E47C-2F47-B840-C2EC17A82FE8}" srcOrd="4" destOrd="0" parTransId="{065A02B7-14B2-F941-9D22-A3CAC1C77409}" sibTransId="{EF32C7B3-B10B-CA40-A86A-92162F8861D6}"/>
    <dgm:cxn modelId="{4C8EB061-9DD0-214B-9E29-BF3083FF0F61}" type="presOf" srcId="{916AAC78-97B9-3543-8F53-ED95E1C7D771}" destId="{503E1B7A-35F9-7B47-BD86-19E92F7F9B5A}" srcOrd="0" destOrd="0" presId="urn:microsoft.com/office/officeart/2005/8/layout/hierarchy4"/>
    <dgm:cxn modelId="{C4CEE565-3C79-8844-909B-610DBBBAF1D2}" type="presOf" srcId="{6AD32E60-30EB-5F49-8402-FEBB1BEC15FB}" destId="{1822B451-F610-B34E-B470-4405426B9598}" srcOrd="0" destOrd="0" presId="urn:microsoft.com/office/officeart/2005/8/layout/hierarchy4"/>
    <dgm:cxn modelId="{51DF8080-7CAB-D046-BCF8-A72F41EC976A}" srcId="{916AAC78-97B9-3543-8F53-ED95E1C7D771}" destId="{6AD32E60-30EB-5F49-8402-FEBB1BEC15FB}" srcOrd="2" destOrd="0" parTransId="{D17AC847-18A7-6242-95AF-C5A5041F1189}" sibTransId="{E5771208-8447-2F49-876E-5F704802A112}"/>
    <dgm:cxn modelId="{0C81C5A5-B48B-4C49-BA7B-9745E51FA8FE}" srcId="{916AAC78-97B9-3543-8F53-ED95E1C7D771}" destId="{755CA9AD-2300-F345-A6A2-4A43D52AFA2C}" srcOrd="3" destOrd="0" parTransId="{79444687-56B4-BE42-89B6-5E68C61243A9}" sibTransId="{3B33AB8A-BFAA-D148-9699-18DA89353B27}"/>
    <dgm:cxn modelId="{7F362CC4-ECC9-CD44-9D58-6E2B6146DB71}" srcId="{916AAC78-97B9-3543-8F53-ED95E1C7D771}" destId="{75B34386-F0AB-CD46-84EA-8D89FCFC39BD}" srcOrd="0" destOrd="0" parTransId="{57DA6739-13AF-B24D-B6D0-B4668A60BF4B}" sibTransId="{79E5EA0B-B2CC-2748-AC4F-138875C68729}"/>
    <dgm:cxn modelId="{0FB7C2D9-643E-D043-BE9E-1F9631D70C08}" type="presOf" srcId="{917AD6AD-473C-6B42-9778-12D0B8634556}" destId="{0F6F9771-857A-ED4D-BB66-061A66D62E92}" srcOrd="0" destOrd="0" presId="urn:microsoft.com/office/officeart/2005/8/layout/hierarchy4"/>
    <dgm:cxn modelId="{C18B60EB-F04C-B747-890D-2E39DBFFA325}" type="presOf" srcId="{75B34386-F0AB-CD46-84EA-8D89FCFC39BD}" destId="{4C78D5A0-86E1-7F4A-97F2-4E691D203110}" srcOrd="0" destOrd="0" presId="urn:microsoft.com/office/officeart/2005/8/layout/hierarchy4"/>
    <dgm:cxn modelId="{A19416EE-902F-3548-9C7C-8BD8736681ED}" srcId="{916AAC78-97B9-3543-8F53-ED95E1C7D771}" destId="{917AD6AD-473C-6B42-9778-12D0B8634556}" srcOrd="1" destOrd="0" parTransId="{FB5C4788-E623-8A42-9435-061E3F472B60}" sibTransId="{9C593880-76CB-0B4A-AF58-0D6DCF60392C}"/>
    <dgm:cxn modelId="{6E2AD058-B22C-DA43-9A62-075C8ADD4C36}" type="presParOf" srcId="{503E1B7A-35F9-7B47-BD86-19E92F7F9B5A}" destId="{B408F0FB-D4D3-2B4D-9EF4-F156061A0644}" srcOrd="0" destOrd="0" presId="urn:microsoft.com/office/officeart/2005/8/layout/hierarchy4"/>
    <dgm:cxn modelId="{EE68EA3C-B2F0-FD4E-A495-2BFC687E5953}" type="presParOf" srcId="{B408F0FB-D4D3-2B4D-9EF4-F156061A0644}" destId="{4C78D5A0-86E1-7F4A-97F2-4E691D203110}" srcOrd="0" destOrd="0" presId="urn:microsoft.com/office/officeart/2005/8/layout/hierarchy4"/>
    <dgm:cxn modelId="{9C164122-B3AF-D548-8FC9-13C1ACB6B9FE}" type="presParOf" srcId="{B408F0FB-D4D3-2B4D-9EF4-F156061A0644}" destId="{E2C258D7-E993-8440-9144-E435C4247186}" srcOrd="1" destOrd="0" presId="urn:microsoft.com/office/officeart/2005/8/layout/hierarchy4"/>
    <dgm:cxn modelId="{84EAD039-26B8-6349-9108-30BBEE486E69}" type="presParOf" srcId="{503E1B7A-35F9-7B47-BD86-19E92F7F9B5A}" destId="{5B893B37-97AF-054E-87A9-D3A5B878CE6B}" srcOrd="1" destOrd="0" presId="urn:microsoft.com/office/officeart/2005/8/layout/hierarchy4"/>
    <dgm:cxn modelId="{E46B6DFC-C808-514A-9CFD-F4D5556C226C}" type="presParOf" srcId="{503E1B7A-35F9-7B47-BD86-19E92F7F9B5A}" destId="{1B4EBE33-76BD-E346-BD81-0035938E32F4}" srcOrd="2" destOrd="0" presId="urn:microsoft.com/office/officeart/2005/8/layout/hierarchy4"/>
    <dgm:cxn modelId="{D84D4A93-475F-A34B-8D7E-562DBDACDCCC}" type="presParOf" srcId="{1B4EBE33-76BD-E346-BD81-0035938E32F4}" destId="{0F6F9771-857A-ED4D-BB66-061A66D62E92}" srcOrd="0" destOrd="0" presId="urn:microsoft.com/office/officeart/2005/8/layout/hierarchy4"/>
    <dgm:cxn modelId="{4A3AB2BB-A0C8-4047-A829-D3DE3ED5498C}" type="presParOf" srcId="{1B4EBE33-76BD-E346-BD81-0035938E32F4}" destId="{FCF47FEA-9FF4-5245-9791-CB9813EB6E75}" srcOrd="1" destOrd="0" presId="urn:microsoft.com/office/officeart/2005/8/layout/hierarchy4"/>
    <dgm:cxn modelId="{2B10DA70-BBD3-0E47-9545-1BB706899CE3}" type="presParOf" srcId="{503E1B7A-35F9-7B47-BD86-19E92F7F9B5A}" destId="{CCB94D94-F9BD-614A-A861-6798F2674DF8}" srcOrd="3" destOrd="0" presId="urn:microsoft.com/office/officeart/2005/8/layout/hierarchy4"/>
    <dgm:cxn modelId="{565583A6-2F94-434F-995F-C770BCC2F250}" type="presParOf" srcId="{503E1B7A-35F9-7B47-BD86-19E92F7F9B5A}" destId="{5C5AFF65-62A2-9744-9017-2492490F5FA4}" srcOrd="4" destOrd="0" presId="urn:microsoft.com/office/officeart/2005/8/layout/hierarchy4"/>
    <dgm:cxn modelId="{4BAB4A4A-AA80-E94D-A180-2D1E407745DD}" type="presParOf" srcId="{5C5AFF65-62A2-9744-9017-2492490F5FA4}" destId="{1822B451-F610-B34E-B470-4405426B9598}" srcOrd="0" destOrd="0" presId="urn:microsoft.com/office/officeart/2005/8/layout/hierarchy4"/>
    <dgm:cxn modelId="{723F327D-51FB-0847-A2A3-7B9E8711B7F2}" type="presParOf" srcId="{5C5AFF65-62A2-9744-9017-2492490F5FA4}" destId="{9B6D9530-9F04-9C44-8E40-F216645BFD20}" srcOrd="1" destOrd="0" presId="urn:microsoft.com/office/officeart/2005/8/layout/hierarchy4"/>
    <dgm:cxn modelId="{45724054-A197-E04F-BAB8-4EC0DD3E5BB5}" type="presParOf" srcId="{503E1B7A-35F9-7B47-BD86-19E92F7F9B5A}" destId="{85D6265E-4530-B848-AEAF-8FE6E7DD9689}" srcOrd="5" destOrd="0" presId="urn:microsoft.com/office/officeart/2005/8/layout/hierarchy4"/>
    <dgm:cxn modelId="{000C39AA-A0DF-7F48-BE78-3D81868DF7E9}" type="presParOf" srcId="{503E1B7A-35F9-7B47-BD86-19E92F7F9B5A}" destId="{77DBD082-B48B-1546-9D79-92347C2617E5}" srcOrd="6" destOrd="0" presId="urn:microsoft.com/office/officeart/2005/8/layout/hierarchy4"/>
    <dgm:cxn modelId="{0E69521F-C465-8046-A2FF-A87B4AB1D7A1}" type="presParOf" srcId="{77DBD082-B48B-1546-9D79-92347C2617E5}" destId="{687C7697-D43A-4A4A-B7E2-A030E8315BDD}" srcOrd="0" destOrd="0" presId="urn:microsoft.com/office/officeart/2005/8/layout/hierarchy4"/>
    <dgm:cxn modelId="{FCFD9CAD-B372-EF48-961B-C4E02D07A11E}" type="presParOf" srcId="{77DBD082-B48B-1546-9D79-92347C2617E5}" destId="{2758886A-216D-1941-A641-EB90B720CDBB}" srcOrd="1" destOrd="0" presId="urn:microsoft.com/office/officeart/2005/8/layout/hierarchy4"/>
    <dgm:cxn modelId="{C0BB3A7A-FEFA-4A4A-A54B-884FAACEA066}" type="presParOf" srcId="{503E1B7A-35F9-7B47-BD86-19E92F7F9B5A}" destId="{47A69202-7129-FF40-BEA5-6589D499B7A4}" srcOrd="7" destOrd="0" presId="urn:microsoft.com/office/officeart/2005/8/layout/hierarchy4"/>
    <dgm:cxn modelId="{EAD4AAEA-2D24-C64B-825F-E770AE4D880A}" type="presParOf" srcId="{503E1B7A-35F9-7B47-BD86-19E92F7F9B5A}" destId="{9E64F0D3-85C3-7548-AC3B-1C1C12826CE5}" srcOrd="8" destOrd="0" presId="urn:microsoft.com/office/officeart/2005/8/layout/hierarchy4"/>
    <dgm:cxn modelId="{93CF6B56-1D5A-AA46-90BC-59C629227C2C}" type="presParOf" srcId="{9E64F0D3-85C3-7548-AC3B-1C1C12826CE5}" destId="{E23446C9-B403-3445-83E0-0F2AC82ADDC6}" srcOrd="0" destOrd="0" presId="urn:microsoft.com/office/officeart/2005/8/layout/hierarchy4"/>
    <dgm:cxn modelId="{E08C916A-FEB1-FE42-9BD7-75830EB3B31C}" type="presParOf" srcId="{9E64F0D3-85C3-7548-AC3B-1C1C12826CE5}" destId="{2CD281A3-AB3D-A54D-9BC6-7DE9B4F7E39B}" srcOrd="1" destOrd="0" presId="urn:microsoft.com/office/officeart/2005/8/layout/hierarchy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916AAC78-97B9-3543-8F53-ED95E1C7D771}" type="doc">
      <dgm:prSet loTypeId="urn:microsoft.com/office/officeart/2005/8/layout/hierarchy4" loCatId="hierarchy" qsTypeId="urn:microsoft.com/office/officeart/2005/8/quickstyle/simple4" qsCatId="simple" csTypeId="urn:microsoft.com/office/officeart/2005/8/colors/accent1_2" csCatId="accent1" phldr="1"/>
      <dgm:spPr/>
      <dgm:t>
        <a:bodyPr/>
        <a:lstStyle/>
        <a:p>
          <a:endParaRPr lang="en-US"/>
        </a:p>
      </dgm:t>
    </dgm:pt>
    <dgm:pt modelId="{75B34386-F0AB-CD46-84EA-8D89FCFC39BD}">
      <dgm:prSet phldrT="[Text]"/>
      <dgm:spPr/>
      <dgm:t>
        <a:bodyPr/>
        <a:lstStyle/>
        <a:p>
          <a:r>
            <a:rPr lang="en-US" dirty="0"/>
            <a:t>process isolation</a:t>
          </a:r>
        </a:p>
      </dgm:t>
    </dgm:pt>
    <dgm:pt modelId="{57DA6739-13AF-B24D-B6D0-B4668A60BF4B}" type="parTrans" cxnId="{7F362CC4-ECC9-CD44-9D58-6E2B6146DB71}">
      <dgm:prSet/>
      <dgm:spPr/>
      <dgm:t>
        <a:bodyPr/>
        <a:lstStyle/>
        <a:p>
          <a:endParaRPr lang="en-US"/>
        </a:p>
      </dgm:t>
    </dgm:pt>
    <dgm:pt modelId="{79E5EA0B-B2CC-2748-AC4F-138875C68729}" type="sibTrans" cxnId="{7F362CC4-ECC9-CD44-9D58-6E2B6146DB71}">
      <dgm:prSet/>
      <dgm:spPr/>
      <dgm:t>
        <a:bodyPr/>
        <a:lstStyle/>
        <a:p>
          <a:endParaRPr lang="en-US"/>
        </a:p>
      </dgm:t>
    </dgm:pt>
    <dgm:pt modelId="{62F64981-E47C-2F47-B840-C2EC17A82FE8}">
      <dgm:prSet/>
      <dgm:spPr/>
      <dgm:t>
        <a:bodyPr/>
        <a:lstStyle/>
        <a:p>
          <a:r>
            <a:rPr lang="en-US" dirty="0"/>
            <a:t>long-term storage</a:t>
          </a:r>
        </a:p>
      </dgm:t>
    </dgm:pt>
    <dgm:pt modelId="{EF32C7B3-B10B-CA40-A86A-92162F8861D6}" type="sibTrans" cxnId="{94AE492E-D8DD-044E-B047-87834BE1E331}">
      <dgm:prSet/>
      <dgm:spPr/>
      <dgm:t>
        <a:bodyPr/>
        <a:lstStyle/>
        <a:p>
          <a:endParaRPr lang="en-US"/>
        </a:p>
      </dgm:t>
    </dgm:pt>
    <dgm:pt modelId="{065A02B7-14B2-F941-9D22-A3CAC1C77409}" type="parTrans" cxnId="{94AE492E-D8DD-044E-B047-87834BE1E331}">
      <dgm:prSet/>
      <dgm:spPr/>
      <dgm:t>
        <a:bodyPr/>
        <a:lstStyle/>
        <a:p>
          <a:endParaRPr lang="en-US"/>
        </a:p>
      </dgm:t>
    </dgm:pt>
    <dgm:pt modelId="{755CA9AD-2300-F345-A6A2-4A43D52AFA2C}">
      <dgm:prSet/>
      <dgm:spPr>
        <a:solidFill>
          <a:schemeClr val="accent6"/>
        </a:solidFill>
      </dgm:spPr>
      <dgm:t>
        <a:bodyPr/>
        <a:lstStyle/>
        <a:p>
          <a:r>
            <a:rPr lang="en-US" dirty="0"/>
            <a:t>protection and access control</a:t>
          </a:r>
        </a:p>
      </dgm:t>
    </dgm:pt>
    <dgm:pt modelId="{3B33AB8A-BFAA-D148-9699-18DA89353B27}" type="sibTrans" cxnId="{0C81C5A5-B48B-4C49-BA7B-9745E51FA8FE}">
      <dgm:prSet/>
      <dgm:spPr/>
      <dgm:t>
        <a:bodyPr/>
        <a:lstStyle/>
        <a:p>
          <a:endParaRPr lang="en-US"/>
        </a:p>
      </dgm:t>
    </dgm:pt>
    <dgm:pt modelId="{79444687-56B4-BE42-89B6-5E68C61243A9}" type="parTrans" cxnId="{0C81C5A5-B48B-4C49-BA7B-9745E51FA8FE}">
      <dgm:prSet/>
      <dgm:spPr/>
      <dgm:t>
        <a:bodyPr/>
        <a:lstStyle/>
        <a:p>
          <a:endParaRPr lang="en-US"/>
        </a:p>
      </dgm:t>
    </dgm:pt>
    <dgm:pt modelId="{6AD32E60-30EB-5F49-8402-FEBB1BEC15FB}">
      <dgm:prSet/>
      <dgm:spPr/>
      <dgm:t>
        <a:bodyPr/>
        <a:lstStyle/>
        <a:p>
          <a:r>
            <a:rPr lang="en-US" dirty="0"/>
            <a:t>support of modular programming</a:t>
          </a:r>
        </a:p>
      </dgm:t>
    </dgm:pt>
    <dgm:pt modelId="{E5771208-8447-2F49-876E-5F704802A112}" type="sibTrans" cxnId="{51DF8080-7CAB-D046-BCF8-A72F41EC976A}">
      <dgm:prSet/>
      <dgm:spPr/>
      <dgm:t>
        <a:bodyPr/>
        <a:lstStyle/>
        <a:p>
          <a:endParaRPr lang="en-US"/>
        </a:p>
      </dgm:t>
    </dgm:pt>
    <dgm:pt modelId="{D17AC847-18A7-6242-95AF-C5A5041F1189}" type="parTrans" cxnId="{51DF8080-7CAB-D046-BCF8-A72F41EC976A}">
      <dgm:prSet/>
      <dgm:spPr/>
      <dgm:t>
        <a:bodyPr/>
        <a:lstStyle/>
        <a:p>
          <a:endParaRPr lang="en-US"/>
        </a:p>
      </dgm:t>
    </dgm:pt>
    <dgm:pt modelId="{917AD6AD-473C-6B42-9778-12D0B8634556}">
      <dgm:prSet/>
      <dgm:spPr>
        <a:solidFill>
          <a:schemeClr val="accent6"/>
        </a:solidFill>
      </dgm:spPr>
      <dgm:t>
        <a:bodyPr/>
        <a:lstStyle/>
        <a:p>
          <a:r>
            <a:rPr lang="en-US" dirty="0"/>
            <a:t>automatic allocation and management</a:t>
          </a:r>
        </a:p>
      </dgm:t>
    </dgm:pt>
    <dgm:pt modelId="{9C593880-76CB-0B4A-AF58-0D6DCF60392C}" type="sibTrans" cxnId="{A19416EE-902F-3548-9C7C-8BD8736681ED}">
      <dgm:prSet/>
      <dgm:spPr/>
      <dgm:t>
        <a:bodyPr/>
        <a:lstStyle/>
        <a:p>
          <a:endParaRPr lang="en-US"/>
        </a:p>
      </dgm:t>
    </dgm:pt>
    <dgm:pt modelId="{FB5C4788-E623-8A42-9435-061E3F472B60}" type="parTrans" cxnId="{A19416EE-902F-3548-9C7C-8BD8736681ED}">
      <dgm:prSet/>
      <dgm:spPr/>
      <dgm:t>
        <a:bodyPr/>
        <a:lstStyle/>
        <a:p>
          <a:endParaRPr lang="en-US"/>
        </a:p>
      </dgm:t>
    </dgm:pt>
    <dgm:pt modelId="{503E1B7A-35F9-7B47-BD86-19E92F7F9B5A}" type="pres">
      <dgm:prSet presAssocID="{916AAC78-97B9-3543-8F53-ED95E1C7D771}" presName="Name0" presStyleCnt="0">
        <dgm:presLayoutVars>
          <dgm:chPref val="1"/>
          <dgm:dir/>
          <dgm:animOne val="branch"/>
          <dgm:animLvl val="lvl"/>
          <dgm:resizeHandles/>
        </dgm:presLayoutVars>
      </dgm:prSet>
      <dgm:spPr/>
    </dgm:pt>
    <dgm:pt modelId="{B408F0FB-D4D3-2B4D-9EF4-F156061A0644}" type="pres">
      <dgm:prSet presAssocID="{75B34386-F0AB-CD46-84EA-8D89FCFC39BD}" presName="vertOne" presStyleCnt="0"/>
      <dgm:spPr/>
    </dgm:pt>
    <dgm:pt modelId="{4C78D5A0-86E1-7F4A-97F2-4E691D203110}" type="pres">
      <dgm:prSet presAssocID="{75B34386-F0AB-CD46-84EA-8D89FCFC39BD}" presName="txOne" presStyleLbl="node0" presStyleIdx="0" presStyleCnt="5">
        <dgm:presLayoutVars>
          <dgm:chPref val="3"/>
        </dgm:presLayoutVars>
      </dgm:prSet>
      <dgm:spPr/>
    </dgm:pt>
    <dgm:pt modelId="{E2C258D7-E993-8440-9144-E435C4247186}" type="pres">
      <dgm:prSet presAssocID="{75B34386-F0AB-CD46-84EA-8D89FCFC39BD}" presName="horzOne" presStyleCnt="0"/>
      <dgm:spPr/>
    </dgm:pt>
    <dgm:pt modelId="{5B893B37-97AF-054E-87A9-D3A5B878CE6B}" type="pres">
      <dgm:prSet presAssocID="{79E5EA0B-B2CC-2748-AC4F-138875C68729}" presName="sibSpaceOne" presStyleCnt="0"/>
      <dgm:spPr/>
    </dgm:pt>
    <dgm:pt modelId="{1B4EBE33-76BD-E346-BD81-0035938E32F4}" type="pres">
      <dgm:prSet presAssocID="{917AD6AD-473C-6B42-9778-12D0B8634556}" presName="vertOne" presStyleCnt="0"/>
      <dgm:spPr/>
    </dgm:pt>
    <dgm:pt modelId="{0F6F9771-857A-ED4D-BB66-061A66D62E92}" type="pres">
      <dgm:prSet presAssocID="{917AD6AD-473C-6B42-9778-12D0B8634556}" presName="txOne" presStyleLbl="node0" presStyleIdx="1" presStyleCnt="5">
        <dgm:presLayoutVars>
          <dgm:chPref val="3"/>
        </dgm:presLayoutVars>
      </dgm:prSet>
      <dgm:spPr/>
    </dgm:pt>
    <dgm:pt modelId="{FCF47FEA-9FF4-5245-9791-CB9813EB6E75}" type="pres">
      <dgm:prSet presAssocID="{917AD6AD-473C-6B42-9778-12D0B8634556}" presName="horzOne" presStyleCnt="0"/>
      <dgm:spPr/>
    </dgm:pt>
    <dgm:pt modelId="{CCB94D94-F9BD-614A-A861-6798F2674DF8}" type="pres">
      <dgm:prSet presAssocID="{9C593880-76CB-0B4A-AF58-0D6DCF60392C}" presName="sibSpaceOne" presStyleCnt="0"/>
      <dgm:spPr/>
    </dgm:pt>
    <dgm:pt modelId="{5C5AFF65-62A2-9744-9017-2492490F5FA4}" type="pres">
      <dgm:prSet presAssocID="{6AD32E60-30EB-5F49-8402-FEBB1BEC15FB}" presName="vertOne" presStyleCnt="0"/>
      <dgm:spPr/>
    </dgm:pt>
    <dgm:pt modelId="{1822B451-F610-B34E-B470-4405426B9598}" type="pres">
      <dgm:prSet presAssocID="{6AD32E60-30EB-5F49-8402-FEBB1BEC15FB}" presName="txOne" presStyleLbl="node0" presStyleIdx="2" presStyleCnt="5">
        <dgm:presLayoutVars>
          <dgm:chPref val="3"/>
        </dgm:presLayoutVars>
      </dgm:prSet>
      <dgm:spPr/>
    </dgm:pt>
    <dgm:pt modelId="{9B6D9530-9F04-9C44-8E40-F216645BFD20}" type="pres">
      <dgm:prSet presAssocID="{6AD32E60-30EB-5F49-8402-FEBB1BEC15FB}" presName="horzOne" presStyleCnt="0"/>
      <dgm:spPr/>
    </dgm:pt>
    <dgm:pt modelId="{85D6265E-4530-B848-AEAF-8FE6E7DD9689}" type="pres">
      <dgm:prSet presAssocID="{E5771208-8447-2F49-876E-5F704802A112}" presName="sibSpaceOne" presStyleCnt="0"/>
      <dgm:spPr/>
    </dgm:pt>
    <dgm:pt modelId="{77DBD082-B48B-1546-9D79-92347C2617E5}" type="pres">
      <dgm:prSet presAssocID="{755CA9AD-2300-F345-A6A2-4A43D52AFA2C}" presName="vertOne" presStyleCnt="0"/>
      <dgm:spPr/>
    </dgm:pt>
    <dgm:pt modelId="{687C7697-D43A-4A4A-B7E2-A030E8315BDD}" type="pres">
      <dgm:prSet presAssocID="{755CA9AD-2300-F345-A6A2-4A43D52AFA2C}" presName="txOne" presStyleLbl="node0" presStyleIdx="3" presStyleCnt="5">
        <dgm:presLayoutVars>
          <dgm:chPref val="3"/>
        </dgm:presLayoutVars>
      </dgm:prSet>
      <dgm:spPr/>
    </dgm:pt>
    <dgm:pt modelId="{2758886A-216D-1941-A641-EB90B720CDBB}" type="pres">
      <dgm:prSet presAssocID="{755CA9AD-2300-F345-A6A2-4A43D52AFA2C}" presName="horzOne" presStyleCnt="0"/>
      <dgm:spPr/>
    </dgm:pt>
    <dgm:pt modelId="{47A69202-7129-FF40-BEA5-6589D499B7A4}" type="pres">
      <dgm:prSet presAssocID="{3B33AB8A-BFAA-D148-9699-18DA89353B27}" presName="sibSpaceOne" presStyleCnt="0"/>
      <dgm:spPr/>
    </dgm:pt>
    <dgm:pt modelId="{9E64F0D3-85C3-7548-AC3B-1C1C12826CE5}" type="pres">
      <dgm:prSet presAssocID="{62F64981-E47C-2F47-B840-C2EC17A82FE8}" presName="vertOne" presStyleCnt="0"/>
      <dgm:spPr/>
    </dgm:pt>
    <dgm:pt modelId="{E23446C9-B403-3445-83E0-0F2AC82ADDC6}" type="pres">
      <dgm:prSet presAssocID="{62F64981-E47C-2F47-B840-C2EC17A82FE8}" presName="txOne" presStyleLbl="node0" presStyleIdx="4" presStyleCnt="5">
        <dgm:presLayoutVars>
          <dgm:chPref val="3"/>
        </dgm:presLayoutVars>
      </dgm:prSet>
      <dgm:spPr/>
    </dgm:pt>
    <dgm:pt modelId="{2CD281A3-AB3D-A54D-9BC6-7DE9B4F7E39B}" type="pres">
      <dgm:prSet presAssocID="{62F64981-E47C-2F47-B840-C2EC17A82FE8}" presName="horzOne" presStyleCnt="0"/>
      <dgm:spPr/>
    </dgm:pt>
  </dgm:ptLst>
  <dgm:cxnLst>
    <dgm:cxn modelId="{E5666124-9890-9A48-9230-185B265F83E5}" type="presOf" srcId="{755CA9AD-2300-F345-A6A2-4A43D52AFA2C}" destId="{687C7697-D43A-4A4A-B7E2-A030E8315BDD}" srcOrd="0" destOrd="0" presId="urn:microsoft.com/office/officeart/2005/8/layout/hierarchy4"/>
    <dgm:cxn modelId="{7E065A2B-07B3-7A4F-8DCA-C96CD4410A6B}" type="presOf" srcId="{62F64981-E47C-2F47-B840-C2EC17A82FE8}" destId="{E23446C9-B403-3445-83E0-0F2AC82ADDC6}" srcOrd="0" destOrd="0" presId="urn:microsoft.com/office/officeart/2005/8/layout/hierarchy4"/>
    <dgm:cxn modelId="{94AE492E-D8DD-044E-B047-87834BE1E331}" srcId="{916AAC78-97B9-3543-8F53-ED95E1C7D771}" destId="{62F64981-E47C-2F47-B840-C2EC17A82FE8}" srcOrd="4" destOrd="0" parTransId="{065A02B7-14B2-F941-9D22-A3CAC1C77409}" sibTransId="{EF32C7B3-B10B-CA40-A86A-92162F8861D6}"/>
    <dgm:cxn modelId="{4C8EB061-9DD0-214B-9E29-BF3083FF0F61}" type="presOf" srcId="{916AAC78-97B9-3543-8F53-ED95E1C7D771}" destId="{503E1B7A-35F9-7B47-BD86-19E92F7F9B5A}" srcOrd="0" destOrd="0" presId="urn:microsoft.com/office/officeart/2005/8/layout/hierarchy4"/>
    <dgm:cxn modelId="{C4CEE565-3C79-8844-909B-610DBBBAF1D2}" type="presOf" srcId="{6AD32E60-30EB-5F49-8402-FEBB1BEC15FB}" destId="{1822B451-F610-B34E-B470-4405426B9598}" srcOrd="0" destOrd="0" presId="urn:microsoft.com/office/officeart/2005/8/layout/hierarchy4"/>
    <dgm:cxn modelId="{51DF8080-7CAB-D046-BCF8-A72F41EC976A}" srcId="{916AAC78-97B9-3543-8F53-ED95E1C7D771}" destId="{6AD32E60-30EB-5F49-8402-FEBB1BEC15FB}" srcOrd="2" destOrd="0" parTransId="{D17AC847-18A7-6242-95AF-C5A5041F1189}" sibTransId="{E5771208-8447-2F49-876E-5F704802A112}"/>
    <dgm:cxn modelId="{0C81C5A5-B48B-4C49-BA7B-9745E51FA8FE}" srcId="{916AAC78-97B9-3543-8F53-ED95E1C7D771}" destId="{755CA9AD-2300-F345-A6A2-4A43D52AFA2C}" srcOrd="3" destOrd="0" parTransId="{79444687-56B4-BE42-89B6-5E68C61243A9}" sibTransId="{3B33AB8A-BFAA-D148-9699-18DA89353B27}"/>
    <dgm:cxn modelId="{7F362CC4-ECC9-CD44-9D58-6E2B6146DB71}" srcId="{916AAC78-97B9-3543-8F53-ED95E1C7D771}" destId="{75B34386-F0AB-CD46-84EA-8D89FCFC39BD}" srcOrd="0" destOrd="0" parTransId="{57DA6739-13AF-B24D-B6D0-B4668A60BF4B}" sibTransId="{79E5EA0B-B2CC-2748-AC4F-138875C68729}"/>
    <dgm:cxn modelId="{0FB7C2D9-643E-D043-BE9E-1F9631D70C08}" type="presOf" srcId="{917AD6AD-473C-6B42-9778-12D0B8634556}" destId="{0F6F9771-857A-ED4D-BB66-061A66D62E92}" srcOrd="0" destOrd="0" presId="urn:microsoft.com/office/officeart/2005/8/layout/hierarchy4"/>
    <dgm:cxn modelId="{C18B60EB-F04C-B747-890D-2E39DBFFA325}" type="presOf" srcId="{75B34386-F0AB-CD46-84EA-8D89FCFC39BD}" destId="{4C78D5A0-86E1-7F4A-97F2-4E691D203110}" srcOrd="0" destOrd="0" presId="urn:microsoft.com/office/officeart/2005/8/layout/hierarchy4"/>
    <dgm:cxn modelId="{A19416EE-902F-3548-9C7C-8BD8736681ED}" srcId="{916AAC78-97B9-3543-8F53-ED95E1C7D771}" destId="{917AD6AD-473C-6B42-9778-12D0B8634556}" srcOrd="1" destOrd="0" parTransId="{FB5C4788-E623-8A42-9435-061E3F472B60}" sibTransId="{9C593880-76CB-0B4A-AF58-0D6DCF60392C}"/>
    <dgm:cxn modelId="{6E2AD058-B22C-DA43-9A62-075C8ADD4C36}" type="presParOf" srcId="{503E1B7A-35F9-7B47-BD86-19E92F7F9B5A}" destId="{B408F0FB-D4D3-2B4D-9EF4-F156061A0644}" srcOrd="0" destOrd="0" presId="urn:microsoft.com/office/officeart/2005/8/layout/hierarchy4"/>
    <dgm:cxn modelId="{EE68EA3C-B2F0-FD4E-A495-2BFC687E5953}" type="presParOf" srcId="{B408F0FB-D4D3-2B4D-9EF4-F156061A0644}" destId="{4C78D5A0-86E1-7F4A-97F2-4E691D203110}" srcOrd="0" destOrd="0" presId="urn:microsoft.com/office/officeart/2005/8/layout/hierarchy4"/>
    <dgm:cxn modelId="{9C164122-B3AF-D548-8FC9-13C1ACB6B9FE}" type="presParOf" srcId="{B408F0FB-D4D3-2B4D-9EF4-F156061A0644}" destId="{E2C258D7-E993-8440-9144-E435C4247186}" srcOrd="1" destOrd="0" presId="urn:microsoft.com/office/officeart/2005/8/layout/hierarchy4"/>
    <dgm:cxn modelId="{84EAD039-26B8-6349-9108-30BBEE486E69}" type="presParOf" srcId="{503E1B7A-35F9-7B47-BD86-19E92F7F9B5A}" destId="{5B893B37-97AF-054E-87A9-D3A5B878CE6B}" srcOrd="1" destOrd="0" presId="urn:microsoft.com/office/officeart/2005/8/layout/hierarchy4"/>
    <dgm:cxn modelId="{E46B6DFC-C808-514A-9CFD-F4D5556C226C}" type="presParOf" srcId="{503E1B7A-35F9-7B47-BD86-19E92F7F9B5A}" destId="{1B4EBE33-76BD-E346-BD81-0035938E32F4}" srcOrd="2" destOrd="0" presId="urn:microsoft.com/office/officeart/2005/8/layout/hierarchy4"/>
    <dgm:cxn modelId="{D84D4A93-475F-A34B-8D7E-562DBDACDCCC}" type="presParOf" srcId="{1B4EBE33-76BD-E346-BD81-0035938E32F4}" destId="{0F6F9771-857A-ED4D-BB66-061A66D62E92}" srcOrd="0" destOrd="0" presId="urn:microsoft.com/office/officeart/2005/8/layout/hierarchy4"/>
    <dgm:cxn modelId="{4A3AB2BB-A0C8-4047-A829-D3DE3ED5498C}" type="presParOf" srcId="{1B4EBE33-76BD-E346-BD81-0035938E32F4}" destId="{FCF47FEA-9FF4-5245-9791-CB9813EB6E75}" srcOrd="1" destOrd="0" presId="urn:microsoft.com/office/officeart/2005/8/layout/hierarchy4"/>
    <dgm:cxn modelId="{2B10DA70-BBD3-0E47-9545-1BB706899CE3}" type="presParOf" srcId="{503E1B7A-35F9-7B47-BD86-19E92F7F9B5A}" destId="{CCB94D94-F9BD-614A-A861-6798F2674DF8}" srcOrd="3" destOrd="0" presId="urn:microsoft.com/office/officeart/2005/8/layout/hierarchy4"/>
    <dgm:cxn modelId="{565583A6-2F94-434F-995F-C770BCC2F250}" type="presParOf" srcId="{503E1B7A-35F9-7B47-BD86-19E92F7F9B5A}" destId="{5C5AFF65-62A2-9744-9017-2492490F5FA4}" srcOrd="4" destOrd="0" presId="urn:microsoft.com/office/officeart/2005/8/layout/hierarchy4"/>
    <dgm:cxn modelId="{4BAB4A4A-AA80-E94D-A180-2D1E407745DD}" type="presParOf" srcId="{5C5AFF65-62A2-9744-9017-2492490F5FA4}" destId="{1822B451-F610-B34E-B470-4405426B9598}" srcOrd="0" destOrd="0" presId="urn:microsoft.com/office/officeart/2005/8/layout/hierarchy4"/>
    <dgm:cxn modelId="{723F327D-51FB-0847-A2A3-7B9E8711B7F2}" type="presParOf" srcId="{5C5AFF65-62A2-9744-9017-2492490F5FA4}" destId="{9B6D9530-9F04-9C44-8E40-F216645BFD20}" srcOrd="1" destOrd="0" presId="urn:microsoft.com/office/officeart/2005/8/layout/hierarchy4"/>
    <dgm:cxn modelId="{45724054-A197-E04F-BAB8-4EC0DD3E5BB5}" type="presParOf" srcId="{503E1B7A-35F9-7B47-BD86-19E92F7F9B5A}" destId="{85D6265E-4530-B848-AEAF-8FE6E7DD9689}" srcOrd="5" destOrd="0" presId="urn:microsoft.com/office/officeart/2005/8/layout/hierarchy4"/>
    <dgm:cxn modelId="{000C39AA-A0DF-7F48-BE78-3D81868DF7E9}" type="presParOf" srcId="{503E1B7A-35F9-7B47-BD86-19E92F7F9B5A}" destId="{77DBD082-B48B-1546-9D79-92347C2617E5}" srcOrd="6" destOrd="0" presId="urn:microsoft.com/office/officeart/2005/8/layout/hierarchy4"/>
    <dgm:cxn modelId="{0E69521F-C465-8046-A2FF-A87B4AB1D7A1}" type="presParOf" srcId="{77DBD082-B48B-1546-9D79-92347C2617E5}" destId="{687C7697-D43A-4A4A-B7E2-A030E8315BDD}" srcOrd="0" destOrd="0" presId="urn:microsoft.com/office/officeart/2005/8/layout/hierarchy4"/>
    <dgm:cxn modelId="{FCFD9CAD-B372-EF48-961B-C4E02D07A11E}" type="presParOf" srcId="{77DBD082-B48B-1546-9D79-92347C2617E5}" destId="{2758886A-216D-1941-A641-EB90B720CDBB}" srcOrd="1" destOrd="0" presId="urn:microsoft.com/office/officeart/2005/8/layout/hierarchy4"/>
    <dgm:cxn modelId="{C0BB3A7A-FEFA-4A4A-A54B-884FAACEA066}" type="presParOf" srcId="{503E1B7A-35F9-7B47-BD86-19E92F7F9B5A}" destId="{47A69202-7129-FF40-BEA5-6589D499B7A4}" srcOrd="7" destOrd="0" presId="urn:microsoft.com/office/officeart/2005/8/layout/hierarchy4"/>
    <dgm:cxn modelId="{EAD4AAEA-2D24-C64B-825F-E770AE4D880A}" type="presParOf" srcId="{503E1B7A-35F9-7B47-BD86-19E92F7F9B5A}" destId="{9E64F0D3-85C3-7548-AC3B-1C1C12826CE5}" srcOrd="8" destOrd="0" presId="urn:microsoft.com/office/officeart/2005/8/layout/hierarchy4"/>
    <dgm:cxn modelId="{93CF6B56-1D5A-AA46-90BC-59C629227C2C}" type="presParOf" srcId="{9E64F0D3-85C3-7548-AC3B-1C1C12826CE5}" destId="{E23446C9-B403-3445-83E0-0F2AC82ADDC6}" srcOrd="0" destOrd="0" presId="urn:microsoft.com/office/officeart/2005/8/layout/hierarchy4"/>
    <dgm:cxn modelId="{E08C916A-FEB1-FE42-9BD7-75830EB3B31C}" type="presParOf" srcId="{9E64F0D3-85C3-7548-AC3B-1C1C12826CE5}" destId="{2CD281A3-AB3D-A54D-9BC6-7DE9B4F7E39B}" srcOrd="1" destOrd="0" presId="urn:microsoft.com/office/officeart/2005/8/layout/hierarchy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8.xml><?xml version="1.0" encoding="utf-8"?>
<dgm:dataModel xmlns:dgm="http://schemas.openxmlformats.org/drawingml/2006/diagram" xmlns:a="http://schemas.openxmlformats.org/drawingml/2006/main">
  <dgm:ptLst>
    <dgm:pt modelId="{5D079CE7-16E6-034F-99F5-3BA490E326B1}" type="doc">
      <dgm:prSet loTypeId="urn:microsoft.com/office/officeart/2005/8/layout/chart3" loCatId="relationship" qsTypeId="urn:microsoft.com/office/officeart/2005/8/quickstyle/simple4" qsCatId="simple" csTypeId="urn:microsoft.com/office/officeart/2005/8/colors/accent1_2" csCatId="accent1" phldr="1"/>
      <dgm:spPr/>
    </dgm:pt>
    <dgm:pt modelId="{25E9CC9E-D029-B544-A856-1F89D88BF301}">
      <dgm:prSet phldrT="[Text]" custT="1"/>
      <dgm:spPr>
        <a:solidFill>
          <a:schemeClr val="accent6"/>
        </a:solidFill>
      </dgm:spPr>
      <dgm:t>
        <a:bodyPr/>
        <a:lstStyle/>
        <a:p>
          <a:r>
            <a:rPr lang="en-US" sz="1800" b="1" i="0" dirty="0"/>
            <a:t>fairness</a:t>
          </a:r>
        </a:p>
      </dgm:t>
    </dgm:pt>
    <dgm:pt modelId="{FC78C980-CC63-F743-B4D3-A70F7A65F0B6}" type="parTrans" cxnId="{969B6929-87BD-A041-B50C-F7CE60D8689F}">
      <dgm:prSet/>
      <dgm:spPr/>
      <dgm:t>
        <a:bodyPr/>
        <a:lstStyle/>
        <a:p>
          <a:endParaRPr lang="en-US"/>
        </a:p>
      </dgm:t>
    </dgm:pt>
    <dgm:pt modelId="{78BC3165-2594-3542-8B29-80F6DDFE436D}" type="sibTrans" cxnId="{969B6929-87BD-A041-B50C-F7CE60D8689F}">
      <dgm:prSet/>
      <dgm:spPr/>
      <dgm:t>
        <a:bodyPr/>
        <a:lstStyle/>
        <a:p>
          <a:endParaRPr lang="en-US"/>
        </a:p>
      </dgm:t>
    </dgm:pt>
    <dgm:pt modelId="{BB4D58E7-1496-B545-A368-663EBE3D2C4A}">
      <dgm:prSet custT="1"/>
      <dgm:spPr/>
      <dgm:t>
        <a:bodyPr/>
        <a:lstStyle/>
        <a:p>
          <a:r>
            <a:rPr lang="en-US" sz="1800" b="1" i="0" dirty="0"/>
            <a:t>differential responsiveness</a:t>
          </a:r>
        </a:p>
      </dgm:t>
    </dgm:pt>
    <dgm:pt modelId="{02C64378-8B9A-F541-8E01-EE0339C15C90}" type="parTrans" cxnId="{008FADFF-3B1A-D647-B4C3-2A29387D9058}">
      <dgm:prSet/>
      <dgm:spPr/>
      <dgm:t>
        <a:bodyPr/>
        <a:lstStyle/>
        <a:p>
          <a:endParaRPr lang="en-US"/>
        </a:p>
      </dgm:t>
    </dgm:pt>
    <dgm:pt modelId="{AE6C5CBD-1C44-0F4A-B157-1E8206EE160B}" type="sibTrans" cxnId="{008FADFF-3B1A-D647-B4C3-2A29387D9058}">
      <dgm:prSet/>
      <dgm:spPr/>
      <dgm:t>
        <a:bodyPr/>
        <a:lstStyle/>
        <a:p>
          <a:endParaRPr lang="en-US"/>
        </a:p>
      </dgm:t>
    </dgm:pt>
    <dgm:pt modelId="{C613BF03-F977-2F4F-A760-AFC8D733F736}">
      <dgm:prSet custT="1"/>
      <dgm:spPr>
        <a:solidFill>
          <a:schemeClr val="accent3">
            <a:lumMod val="75000"/>
          </a:schemeClr>
        </a:solidFill>
      </dgm:spPr>
      <dgm:t>
        <a:bodyPr/>
        <a:lstStyle/>
        <a:p>
          <a:r>
            <a:rPr lang="en-US" sz="1800" b="1" i="0" dirty="0"/>
            <a:t>efficiency</a:t>
          </a:r>
        </a:p>
      </dgm:t>
    </dgm:pt>
    <dgm:pt modelId="{E87DB409-189C-9741-9826-7DB0C0EE106E}" type="parTrans" cxnId="{1D9AFF14-DBBF-974E-88BB-51D3401BB8A8}">
      <dgm:prSet/>
      <dgm:spPr/>
      <dgm:t>
        <a:bodyPr/>
        <a:lstStyle/>
        <a:p>
          <a:endParaRPr lang="en-US"/>
        </a:p>
      </dgm:t>
    </dgm:pt>
    <dgm:pt modelId="{1736C681-EC1A-D243-9F80-F0A3ABB03709}" type="sibTrans" cxnId="{1D9AFF14-DBBF-974E-88BB-51D3401BB8A8}">
      <dgm:prSet/>
      <dgm:spPr/>
      <dgm:t>
        <a:bodyPr/>
        <a:lstStyle/>
        <a:p>
          <a:endParaRPr lang="en-US"/>
        </a:p>
      </dgm:t>
    </dgm:pt>
    <dgm:pt modelId="{788A266D-CB5A-C849-AEA7-048D1CE7E056}" type="pres">
      <dgm:prSet presAssocID="{5D079CE7-16E6-034F-99F5-3BA490E326B1}" presName="compositeShape" presStyleCnt="0">
        <dgm:presLayoutVars>
          <dgm:chMax val="7"/>
          <dgm:dir/>
          <dgm:resizeHandles val="exact"/>
        </dgm:presLayoutVars>
      </dgm:prSet>
      <dgm:spPr/>
    </dgm:pt>
    <dgm:pt modelId="{C6C0398E-5DF1-F24E-9796-ADAD05B8C726}" type="pres">
      <dgm:prSet presAssocID="{5D079CE7-16E6-034F-99F5-3BA490E326B1}" presName="wedge1" presStyleLbl="node1" presStyleIdx="0" presStyleCnt="3"/>
      <dgm:spPr/>
    </dgm:pt>
    <dgm:pt modelId="{A6561189-97BA-D64B-BBC0-25686C4693DA}" type="pres">
      <dgm:prSet presAssocID="{5D079CE7-16E6-034F-99F5-3BA490E326B1}" presName="wedge1Tx" presStyleLbl="node1" presStyleIdx="0" presStyleCnt="3">
        <dgm:presLayoutVars>
          <dgm:chMax val="0"/>
          <dgm:chPref val="0"/>
          <dgm:bulletEnabled val="1"/>
        </dgm:presLayoutVars>
      </dgm:prSet>
      <dgm:spPr/>
    </dgm:pt>
    <dgm:pt modelId="{71C7C1E5-AC56-8D4C-B0F8-41E32D153D9D}" type="pres">
      <dgm:prSet presAssocID="{5D079CE7-16E6-034F-99F5-3BA490E326B1}" presName="wedge2" presStyleLbl="node1" presStyleIdx="1" presStyleCnt="3"/>
      <dgm:spPr/>
    </dgm:pt>
    <dgm:pt modelId="{CF3A5B1E-B121-5146-A96C-4C8904DF404E}" type="pres">
      <dgm:prSet presAssocID="{5D079CE7-16E6-034F-99F5-3BA490E326B1}" presName="wedge2Tx" presStyleLbl="node1" presStyleIdx="1" presStyleCnt="3">
        <dgm:presLayoutVars>
          <dgm:chMax val="0"/>
          <dgm:chPref val="0"/>
          <dgm:bulletEnabled val="1"/>
        </dgm:presLayoutVars>
      </dgm:prSet>
      <dgm:spPr/>
    </dgm:pt>
    <dgm:pt modelId="{DB3E713C-5D2F-BA4F-A01C-1C230AC4E998}" type="pres">
      <dgm:prSet presAssocID="{5D079CE7-16E6-034F-99F5-3BA490E326B1}" presName="wedge3" presStyleLbl="node1" presStyleIdx="2" presStyleCnt="3"/>
      <dgm:spPr/>
    </dgm:pt>
    <dgm:pt modelId="{52E7D205-C601-B548-B539-E8E946E429D8}" type="pres">
      <dgm:prSet presAssocID="{5D079CE7-16E6-034F-99F5-3BA490E326B1}" presName="wedge3Tx" presStyleLbl="node1" presStyleIdx="2" presStyleCnt="3">
        <dgm:presLayoutVars>
          <dgm:chMax val="0"/>
          <dgm:chPref val="0"/>
          <dgm:bulletEnabled val="1"/>
        </dgm:presLayoutVars>
      </dgm:prSet>
      <dgm:spPr/>
    </dgm:pt>
  </dgm:ptLst>
  <dgm:cxnLst>
    <dgm:cxn modelId="{1D9AFF14-DBBF-974E-88BB-51D3401BB8A8}" srcId="{5D079CE7-16E6-034F-99F5-3BA490E326B1}" destId="{C613BF03-F977-2F4F-A760-AFC8D733F736}" srcOrd="2" destOrd="0" parTransId="{E87DB409-189C-9741-9826-7DB0C0EE106E}" sibTransId="{1736C681-EC1A-D243-9F80-F0A3ABB03709}"/>
    <dgm:cxn modelId="{C5D5E528-F0F1-904D-8E59-5BADF4CAF8EE}" type="presOf" srcId="{C613BF03-F977-2F4F-A760-AFC8D733F736}" destId="{52E7D205-C601-B548-B539-E8E946E429D8}" srcOrd="1" destOrd="0" presId="urn:microsoft.com/office/officeart/2005/8/layout/chart3"/>
    <dgm:cxn modelId="{969B6929-87BD-A041-B50C-F7CE60D8689F}" srcId="{5D079CE7-16E6-034F-99F5-3BA490E326B1}" destId="{25E9CC9E-D029-B544-A856-1F89D88BF301}" srcOrd="0" destOrd="0" parTransId="{FC78C980-CC63-F743-B4D3-A70F7A65F0B6}" sibTransId="{78BC3165-2594-3542-8B29-80F6DDFE436D}"/>
    <dgm:cxn modelId="{1B7A7941-B96B-E64E-A486-E02829561424}" type="presOf" srcId="{C613BF03-F977-2F4F-A760-AFC8D733F736}" destId="{DB3E713C-5D2F-BA4F-A01C-1C230AC4E998}" srcOrd="0" destOrd="0" presId="urn:microsoft.com/office/officeart/2005/8/layout/chart3"/>
    <dgm:cxn modelId="{1F854488-B78B-FB4D-BF59-1F693007421F}" type="presOf" srcId="{25E9CC9E-D029-B544-A856-1F89D88BF301}" destId="{A6561189-97BA-D64B-BBC0-25686C4693DA}" srcOrd="1" destOrd="0" presId="urn:microsoft.com/office/officeart/2005/8/layout/chart3"/>
    <dgm:cxn modelId="{29BA89A2-9A17-0644-82FA-A6D43E5BE5F1}" type="presOf" srcId="{BB4D58E7-1496-B545-A368-663EBE3D2C4A}" destId="{CF3A5B1E-B121-5146-A96C-4C8904DF404E}" srcOrd="1" destOrd="0" presId="urn:microsoft.com/office/officeart/2005/8/layout/chart3"/>
    <dgm:cxn modelId="{FD037AB6-B638-B345-ACA4-370733A1E827}" type="presOf" srcId="{25E9CC9E-D029-B544-A856-1F89D88BF301}" destId="{C6C0398E-5DF1-F24E-9796-ADAD05B8C726}" srcOrd="0" destOrd="0" presId="urn:microsoft.com/office/officeart/2005/8/layout/chart3"/>
    <dgm:cxn modelId="{CFFFDCEB-DE72-5543-8D4A-E04D6CCAE398}" type="presOf" srcId="{5D079CE7-16E6-034F-99F5-3BA490E326B1}" destId="{788A266D-CB5A-C849-AEA7-048D1CE7E056}" srcOrd="0" destOrd="0" presId="urn:microsoft.com/office/officeart/2005/8/layout/chart3"/>
    <dgm:cxn modelId="{BF6220F2-CAAA-EE40-A664-2EDC173E4D12}" type="presOf" srcId="{BB4D58E7-1496-B545-A368-663EBE3D2C4A}" destId="{71C7C1E5-AC56-8D4C-B0F8-41E32D153D9D}" srcOrd="0" destOrd="0" presId="urn:microsoft.com/office/officeart/2005/8/layout/chart3"/>
    <dgm:cxn modelId="{008FADFF-3B1A-D647-B4C3-2A29387D9058}" srcId="{5D079CE7-16E6-034F-99F5-3BA490E326B1}" destId="{BB4D58E7-1496-B545-A368-663EBE3D2C4A}" srcOrd="1" destOrd="0" parTransId="{02C64378-8B9A-F541-8E01-EE0339C15C90}" sibTransId="{AE6C5CBD-1C44-0F4A-B157-1E8206EE160B}"/>
    <dgm:cxn modelId="{2044A7BC-158C-CC4C-9059-6C788D9E8640}" type="presParOf" srcId="{788A266D-CB5A-C849-AEA7-048D1CE7E056}" destId="{C6C0398E-5DF1-F24E-9796-ADAD05B8C726}" srcOrd="0" destOrd="0" presId="urn:microsoft.com/office/officeart/2005/8/layout/chart3"/>
    <dgm:cxn modelId="{70F5908A-2223-3C49-9628-EE95C8041EDB}" type="presParOf" srcId="{788A266D-CB5A-C849-AEA7-048D1CE7E056}" destId="{A6561189-97BA-D64B-BBC0-25686C4693DA}" srcOrd="1" destOrd="0" presId="urn:microsoft.com/office/officeart/2005/8/layout/chart3"/>
    <dgm:cxn modelId="{EEA851E0-14F0-1541-8944-7F29370764D2}" type="presParOf" srcId="{788A266D-CB5A-C849-AEA7-048D1CE7E056}" destId="{71C7C1E5-AC56-8D4C-B0F8-41E32D153D9D}" srcOrd="2" destOrd="0" presId="urn:microsoft.com/office/officeart/2005/8/layout/chart3"/>
    <dgm:cxn modelId="{3B246168-C015-D04E-9619-FCB3FCC1301E}" type="presParOf" srcId="{788A266D-CB5A-C849-AEA7-048D1CE7E056}" destId="{CF3A5B1E-B121-5146-A96C-4C8904DF404E}" srcOrd="3" destOrd="0" presId="urn:microsoft.com/office/officeart/2005/8/layout/chart3"/>
    <dgm:cxn modelId="{14BE57F0-399E-BB4A-BA10-ADD0EF51DB32}" type="presParOf" srcId="{788A266D-CB5A-C849-AEA7-048D1CE7E056}" destId="{DB3E713C-5D2F-BA4F-A01C-1C230AC4E998}" srcOrd="4" destOrd="0" presId="urn:microsoft.com/office/officeart/2005/8/layout/chart3"/>
    <dgm:cxn modelId="{AE011557-447A-774A-9DFA-051F2C0A5131}" type="presParOf" srcId="{788A266D-CB5A-C849-AEA7-048D1CE7E056}" destId="{52E7D205-C601-B548-B539-E8E946E429D8}" srcOrd="5" destOrd="0" presId="urn:microsoft.com/office/officeart/2005/8/layout/chart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9.xml><?xml version="1.0" encoding="utf-8"?>
<dgm:dataModel xmlns:dgm="http://schemas.openxmlformats.org/drawingml/2006/diagram" xmlns:a="http://schemas.openxmlformats.org/drawingml/2006/main">
  <dgm:ptLst>
    <dgm:pt modelId="{EB77E1EA-87F7-BF48-B76A-6165B2DE4E2D}" type="doc">
      <dgm:prSet loTypeId="urn:microsoft.com/office/officeart/2005/8/layout/list1" loCatId="list" qsTypeId="urn:microsoft.com/office/officeart/2005/8/quickstyle/simple4" qsCatId="simple" csTypeId="urn:microsoft.com/office/officeart/2005/8/colors/accent1_2" csCatId="accent1" phldr="1"/>
      <dgm:spPr/>
      <dgm:t>
        <a:bodyPr/>
        <a:lstStyle/>
        <a:p>
          <a:endParaRPr lang="en-US"/>
        </a:p>
      </dgm:t>
    </dgm:pt>
    <dgm:pt modelId="{DCD145F8-83B5-2E42-A9F8-E854520EAC63}">
      <dgm:prSet phldrT="[Text]" custT="1"/>
      <dgm:spPr/>
      <dgm:t>
        <a:bodyPr/>
        <a:lstStyle/>
        <a:p>
          <a:r>
            <a:rPr lang="en-NZ" sz="2200" dirty="0"/>
            <a:t>Different approaches and design elements have been tried:</a:t>
          </a:r>
          <a:endParaRPr lang="en-US" sz="2200" dirty="0"/>
        </a:p>
      </dgm:t>
    </dgm:pt>
    <dgm:pt modelId="{740764E2-5B3C-9D40-BA44-038C3CF19D35}" type="parTrans" cxnId="{0914CDE4-D52B-4C44-999A-7C4E4113B9DC}">
      <dgm:prSet/>
      <dgm:spPr/>
      <dgm:t>
        <a:bodyPr/>
        <a:lstStyle/>
        <a:p>
          <a:endParaRPr lang="en-US"/>
        </a:p>
      </dgm:t>
    </dgm:pt>
    <dgm:pt modelId="{4517C349-6294-7B48-8278-ED5FD9B8FC61}" type="sibTrans" cxnId="{0914CDE4-D52B-4C44-999A-7C4E4113B9DC}">
      <dgm:prSet/>
      <dgm:spPr/>
      <dgm:t>
        <a:bodyPr/>
        <a:lstStyle/>
        <a:p>
          <a:endParaRPr lang="en-US"/>
        </a:p>
      </dgm:t>
    </dgm:pt>
    <dgm:pt modelId="{4C876D49-8477-2C4A-BB4A-12851A6EE2FE}">
      <dgm:prSet custT="1"/>
      <dgm:spPr/>
      <dgm:t>
        <a:bodyPr/>
        <a:lstStyle/>
        <a:p>
          <a:r>
            <a:rPr lang="en-NZ" sz="2800" dirty="0"/>
            <a:t>microkernel architecture</a:t>
          </a:r>
        </a:p>
      </dgm:t>
    </dgm:pt>
    <dgm:pt modelId="{4A895147-C49F-4045-B3A0-0F0E96D01822}" type="parTrans" cxnId="{3C2A5F09-1A3D-5141-9A11-539E2D43DD4F}">
      <dgm:prSet/>
      <dgm:spPr/>
      <dgm:t>
        <a:bodyPr/>
        <a:lstStyle/>
        <a:p>
          <a:endParaRPr lang="en-US"/>
        </a:p>
      </dgm:t>
    </dgm:pt>
    <dgm:pt modelId="{2AFE65BC-047D-4747-BA3A-620FE859BAB7}" type="sibTrans" cxnId="{3C2A5F09-1A3D-5141-9A11-539E2D43DD4F}">
      <dgm:prSet/>
      <dgm:spPr/>
      <dgm:t>
        <a:bodyPr/>
        <a:lstStyle/>
        <a:p>
          <a:endParaRPr lang="en-US"/>
        </a:p>
      </dgm:t>
    </dgm:pt>
    <dgm:pt modelId="{22F80CB3-9173-2548-B161-4E16CD387926}">
      <dgm:prSet custT="1"/>
      <dgm:spPr/>
      <dgm:t>
        <a:bodyPr/>
        <a:lstStyle/>
        <a:p>
          <a:r>
            <a:rPr lang="en-NZ" sz="2800" dirty="0"/>
            <a:t>multithreading</a:t>
          </a:r>
        </a:p>
      </dgm:t>
    </dgm:pt>
    <dgm:pt modelId="{CC55D367-E5DD-1C41-88C0-715C4D5F5776}" type="parTrans" cxnId="{45A8A8C0-9AF3-E542-B6EB-F3CB52F3953A}">
      <dgm:prSet/>
      <dgm:spPr/>
      <dgm:t>
        <a:bodyPr/>
        <a:lstStyle/>
        <a:p>
          <a:endParaRPr lang="en-US"/>
        </a:p>
      </dgm:t>
    </dgm:pt>
    <dgm:pt modelId="{BFCEF71D-0588-244D-ABFC-AA372BCD87E0}" type="sibTrans" cxnId="{45A8A8C0-9AF3-E542-B6EB-F3CB52F3953A}">
      <dgm:prSet/>
      <dgm:spPr/>
      <dgm:t>
        <a:bodyPr/>
        <a:lstStyle/>
        <a:p>
          <a:endParaRPr lang="en-US"/>
        </a:p>
      </dgm:t>
    </dgm:pt>
    <dgm:pt modelId="{C0ED2A2F-69EF-FD4D-8999-D9EBBBB68B3B}">
      <dgm:prSet custT="1"/>
      <dgm:spPr/>
      <dgm:t>
        <a:bodyPr/>
        <a:lstStyle/>
        <a:p>
          <a:r>
            <a:rPr lang="en-NZ" sz="2800" dirty="0"/>
            <a:t>symmetric multiprocessing</a:t>
          </a:r>
        </a:p>
      </dgm:t>
    </dgm:pt>
    <dgm:pt modelId="{6D14272C-A272-124C-B272-0B93C3FBE164}" type="parTrans" cxnId="{A15C3EEC-00F4-DA4B-96C7-D8DBDA6F1DAF}">
      <dgm:prSet/>
      <dgm:spPr/>
      <dgm:t>
        <a:bodyPr/>
        <a:lstStyle/>
        <a:p>
          <a:endParaRPr lang="en-US"/>
        </a:p>
      </dgm:t>
    </dgm:pt>
    <dgm:pt modelId="{B9488A49-8E20-634B-BB37-1BE399AA9313}" type="sibTrans" cxnId="{A15C3EEC-00F4-DA4B-96C7-D8DBDA6F1DAF}">
      <dgm:prSet/>
      <dgm:spPr/>
      <dgm:t>
        <a:bodyPr/>
        <a:lstStyle/>
        <a:p>
          <a:endParaRPr lang="en-US"/>
        </a:p>
      </dgm:t>
    </dgm:pt>
    <dgm:pt modelId="{CA2FCDA9-35D5-ED47-ADC6-F0992EA0D9FC}">
      <dgm:prSet custT="1"/>
      <dgm:spPr/>
      <dgm:t>
        <a:bodyPr/>
        <a:lstStyle/>
        <a:p>
          <a:r>
            <a:rPr lang="en-NZ" sz="2800" dirty="0"/>
            <a:t>distributed operating systems</a:t>
          </a:r>
        </a:p>
      </dgm:t>
    </dgm:pt>
    <dgm:pt modelId="{062AB766-5965-A040-AF71-E9F77315A035}" type="parTrans" cxnId="{C5424E64-20F9-FB47-9D8F-04C1243230E1}">
      <dgm:prSet/>
      <dgm:spPr/>
      <dgm:t>
        <a:bodyPr/>
        <a:lstStyle/>
        <a:p>
          <a:endParaRPr lang="en-US"/>
        </a:p>
      </dgm:t>
    </dgm:pt>
    <dgm:pt modelId="{42EE109C-99A4-BB43-8E32-627383E4AAF6}" type="sibTrans" cxnId="{C5424E64-20F9-FB47-9D8F-04C1243230E1}">
      <dgm:prSet/>
      <dgm:spPr/>
      <dgm:t>
        <a:bodyPr/>
        <a:lstStyle/>
        <a:p>
          <a:endParaRPr lang="en-US"/>
        </a:p>
      </dgm:t>
    </dgm:pt>
    <dgm:pt modelId="{47690C75-3716-A241-A311-4612C26AC664}">
      <dgm:prSet custT="1"/>
      <dgm:spPr/>
      <dgm:t>
        <a:bodyPr/>
        <a:lstStyle/>
        <a:p>
          <a:r>
            <a:rPr lang="en-NZ" sz="2800" dirty="0"/>
            <a:t>object-oriented design</a:t>
          </a:r>
        </a:p>
      </dgm:t>
    </dgm:pt>
    <dgm:pt modelId="{D23161CC-D3C3-CD47-B1A1-A1A172F98306}" type="parTrans" cxnId="{42495778-F9FB-CB46-A12C-00EA0B21E491}">
      <dgm:prSet/>
      <dgm:spPr/>
      <dgm:t>
        <a:bodyPr/>
        <a:lstStyle/>
        <a:p>
          <a:endParaRPr lang="en-US"/>
        </a:p>
      </dgm:t>
    </dgm:pt>
    <dgm:pt modelId="{C5E525BB-5371-6A4F-A564-91D787A81443}" type="sibTrans" cxnId="{42495778-F9FB-CB46-A12C-00EA0B21E491}">
      <dgm:prSet/>
      <dgm:spPr/>
      <dgm:t>
        <a:bodyPr/>
        <a:lstStyle/>
        <a:p>
          <a:endParaRPr lang="en-US"/>
        </a:p>
      </dgm:t>
    </dgm:pt>
    <dgm:pt modelId="{31962772-51CB-6A40-B816-9D224BEAEA79}" type="pres">
      <dgm:prSet presAssocID="{EB77E1EA-87F7-BF48-B76A-6165B2DE4E2D}" presName="linear" presStyleCnt="0">
        <dgm:presLayoutVars>
          <dgm:dir/>
          <dgm:animLvl val="lvl"/>
          <dgm:resizeHandles val="exact"/>
        </dgm:presLayoutVars>
      </dgm:prSet>
      <dgm:spPr/>
    </dgm:pt>
    <dgm:pt modelId="{1EFAECEF-C095-964B-B308-F82287B1DBD9}" type="pres">
      <dgm:prSet presAssocID="{DCD145F8-83B5-2E42-A9F8-E854520EAC63}" presName="parentLin" presStyleCnt="0"/>
      <dgm:spPr/>
    </dgm:pt>
    <dgm:pt modelId="{674079A8-1F41-B548-897C-6270953BC33C}" type="pres">
      <dgm:prSet presAssocID="{DCD145F8-83B5-2E42-A9F8-E854520EAC63}" presName="parentLeftMargin" presStyleLbl="node1" presStyleIdx="0" presStyleCnt="1"/>
      <dgm:spPr/>
    </dgm:pt>
    <dgm:pt modelId="{83794904-62F1-3248-BF0D-6CBE7893EADB}" type="pres">
      <dgm:prSet presAssocID="{DCD145F8-83B5-2E42-A9F8-E854520EAC63}" presName="parentText" presStyleLbl="node1" presStyleIdx="0" presStyleCnt="1" custScaleX="714460" custScaleY="52530" custLinFactNeighborX="1136" custLinFactNeighborY="-69">
        <dgm:presLayoutVars>
          <dgm:chMax val="0"/>
          <dgm:bulletEnabled val="1"/>
        </dgm:presLayoutVars>
      </dgm:prSet>
      <dgm:spPr/>
    </dgm:pt>
    <dgm:pt modelId="{406F8105-6D84-A843-A576-74A971264734}" type="pres">
      <dgm:prSet presAssocID="{DCD145F8-83B5-2E42-A9F8-E854520EAC63}" presName="negativeSpace" presStyleCnt="0"/>
      <dgm:spPr/>
    </dgm:pt>
    <dgm:pt modelId="{6DABB729-FAEA-4D42-9064-64C0C1BA4D27}" type="pres">
      <dgm:prSet presAssocID="{DCD145F8-83B5-2E42-A9F8-E854520EAC63}" presName="childText" presStyleLbl="conFgAcc1" presStyleIdx="0" presStyleCnt="1">
        <dgm:presLayoutVars>
          <dgm:bulletEnabled val="1"/>
        </dgm:presLayoutVars>
      </dgm:prSet>
      <dgm:spPr/>
    </dgm:pt>
  </dgm:ptLst>
  <dgm:cxnLst>
    <dgm:cxn modelId="{3C2A5F09-1A3D-5141-9A11-539E2D43DD4F}" srcId="{DCD145F8-83B5-2E42-A9F8-E854520EAC63}" destId="{4C876D49-8477-2C4A-BB4A-12851A6EE2FE}" srcOrd="0" destOrd="0" parTransId="{4A895147-C49F-4045-B3A0-0F0E96D01822}" sibTransId="{2AFE65BC-047D-4747-BA3A-620FE859BAB7}"/>
    <dgm:cxn modelId="{A3E4DC30-0924-B94D-8F89-40E05F3E662F}" type="presOf" srcId="{22F80CB3-9173-2548-B161-4E16CD387926}" destId="{6DABB729-FAEA-4D42-9064-64C0C1BA4D27}" srcOrd="0" destOrd="1" presId="urn:microsoft.com/office/officeart/2005/8/layout/list1"/>
    <dgm:cxn modelId="{A9DC873E-5D79-9D4C-B971-C1EE4E0DD92C}" type="presOf" srcId="{EB77E1EA-87F7-BF48-B76A-6165B2DE4E2D}" destId="{31962772-51CB-6A40-B816-9D224BEAEA79}" srcOrd="0" destOrd="0" presId="urn:microsoft.com/office/officeart/2005/8/layout/list1"/>
    <dgm:cxn modelId="{C5424E64-20F9-FB47-9D8F-04C1243230E1}" srcId="{DCD145F8-83B5-2E42-A9F8-E854520EAC63}" destId="{CA2FCDA9-35D5-ED47-ADC6-F0992EA0D9FC}" srcOrd="3" destOrd="0" parTransId="{062AB766-5965-A040-AF71-E9F77315A035}" sibTransId="{42EE109C-99A4-BB43-8E32-627383E4AAF6}"/>
    <dgm:cxn modelId="{5D15536F-5902-2F44-872B-1F5CB99E0BFC}" type="presOf" srcId="{DCD145F8-83B5-2E42-A9F8-E854520EAC63}" destId="{83794904-62F1-3248-BF0D-6CBE7893EADB}" srcOrd="1" destOrd="0" presId="urn:microsoft.com/office/officeart/2005/8/layout/list1"/>
    <dgm:cxn modelId="{42495778-F9FB-CB46-A12C-00EA0B21E491}" srcId="{DCD145F8-83B5-2E42-A9F8-E854520EAC63}" destId="{47690C75-3716-A241-A311-4612C26AC664}" srcOrd="4" destOrd="0" parTransId="{D23161CC-D3C3-CD47-B1A1-A1A172F98306}" sibTransId="{C5E525BB-5371-6A4F-A564-91D787A81443}"/>
    <dgm:cxn modelId="{D632C696-4A56-1D47-90EC-2FFCE52D97E8}" type="presOf" srcId="{47690C75-3716-A241-A311-4612C26AC664}" destId="{6DABB729-FAEA-4D42-9064-64C0C1BA4D27}" srcOrd="0" destOrd="4" presId="urn:microsoft.com/office/officeart/2005/8/layout/list1"/>
    <dgm:cxn modelId="{EDC4EE99-5D73-6D4B-9849-28513D184F65}" type="presOf" srcId="{C0ED2A2F-69EF-FD4D-8999-D9EBBBB68B3B}" destId="{6DABB729-FAEA-4D42-9064-64C0C1BA4D27}" srcOrd="0" destOrd="2" presId="urn:microsoft.com/office/officeart/2005/8/layout/list1"/>
    <dgm:cxn modelId="{12BF4DAF-E24E-3D41-B200-057F7C93E059}" type="presOf" srcId="{CA2FCDA9-35D5-ED47-ADC6-F0992EA0D9FC}" destId="{6DABB729-FAEA-4D42-9064-64C0C1BA4D27}" srcOrd="0" destOrd="3" presId="urn:microsoft.com/office/officeart/2005/8/layout/list1"/>
    <dgm:cxn modelId="{45A8A8C0-9AF3-E542-B6EB-F3CB52F3953A}" srcId="{DCD145F8-83B5-2E42-A9F8-E854520EAC63}" destId="{22F80CB3-9173-2548-B161-4E16CD387926}" srcOrd="1" destOrd="0" parTransId="{CC55D367-E5DD-1C41-88C0-715C4D5F5776}" sibTransId="{BFCEF71D-0588-244D-ABFC-AA372BCD87E0}"/>
    <dgm:cxn modelId="{0914CDE4-D52B-4C44-999A-7C4E4113B9DC}" srcId="{EB77E1EA-87F7-BF48-B76A-6165B2DE4E2D}" destId="{DCD145F8-83B5-2E42-A9F8-E854520EAC63}" srcOrd="0" destOrd="0" parTransId="{740764E2-5B3C-9D40-BA44-038C3CF19D35}" sibTransId="{4517C349-6294-7B48-8278-ED5FD9B8FC61}"/>
    <dgm:cxn modelId="{A15C3EEC-00F4-DA4B-96C7-D8DBDA6F1DAF}" srcId="{DCD145F8-83B5-2E42-A9F8-E854520EAC63}" destId="{C0ED2A2F-69EF-FD4D-8999-D9EBBBB68B3B}" srcOrd="2" destOrd="0" parTransId="{6D14272C-A272-124C-B272-0B93C3FBE164}" sibTransId="{B9488A49-8E20-634B-BB37-1BE399AA9313}"/>
    <dgm:cxn modelId="{2DC3D7FC-E2E2-D54A-91BA-6B559E516F83}" type="presOf" srcId="{4C876D49-8477-2C4A-BB4A-12851A6EE2FE}" destId="{6DABB729-FAEA-4D42-9064-64C0C1BA4D27}" srcOrd="0" destOrd="0" presId="urn:microsoft.com/office/officeart/2005/8/layout/list1"/>
    <dgm:cxn modelId="{C99F7CFF-C908-1D4C-AD14-3B490F8B1C15}" type="presOf" srcId="{DCD145F8-83B5-2E42-A9F8-E854520EAC63}" destId="{674079A8-1F41-B548-897C-6270953BC33C}" srcOrd="0" destOrd="0" presId="urn:microsoft.com/office/officeart/2005/8/layout/list1"/>
    <dgm:cxn modelId="{F3AC6D7E-F906-F84E-8835-5F8D20A37793}" type="presParOf" srcId="{31962772-51CB-6A40-B816-9D224BEAEA79}" destId="{1EFAECEF-C095-964B-B308-F82287B1DBD9}" srcOrd="0" destOrd="0" presId="urn:microsoft.com/office/officeart/2005/8/layout/list1"/>
    <dgm:cxn modelId="{BE114CB0-ADCE-534B-B725-0D77722E91BD}" type="presParOf" srcId="{1EFAECEF-C095-964B-B308-F82287B1DBD9}" destId="{674079A8-1F41-B548-897C-6270953BC33C}" srcOrd="0" destOrd="0" presId="urn:microsoft.com/office/officeart/2005/8/layout/list1"/>
    <dgm:cxn modelId="{9657D2CC-5D82-7144-B917-F31713D71133}" type="presParOf" srcId="{1EFAECEF-C095-964B-B308-F82287B1DBD9}" destId="{83794904-62F1-3248-BF0D-6CBE7893EADB}" srcOrd="1" destOrd="0" presId="urn:microsoft.com/office/officeart/2005/8/layout/list1"/>
    <dgm:cxn modelId="{BF03E4DA-796B-9A46-826F-508884222740}" type="presParOf" srcId="{31962772-51CB-6A40-B816-9D224BEAEA79}" destId="{406F8105-6D84-A843-A576-74A971264734}" srcOrd="1" destOrd="0" presId="urn:microsoft.com/office/officeart/2005/8/layout/list1"/>
    <dgm:cxn modelId="{61FD82B3-6BAA-144E-A839-5490A1B72CC7}" type="presParOf" srcId="{31962772-51CB-6A40-B816-9D224BEAEA79}" destId="{6DABB729-FAEA-4D42-9064-64C0C1BA4D27}" srcOrd="2"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0.xml><?xml version="1.0" encoding="utf-8"?>
<dgm:dataModel xmlns:dgm="http://schemas.openxmlformats.org/drawingml/2006/diagram" xmlns:a="http://schemas.openxmlformats.org/drawingml/2006/main">
  <dgm:ptLst>
    <dgm:pt modelId="{2C2DE963-3067-B94E-956B-0C8C8CF41C90}" type="doc">
      <dgm:prSet loTypeId="urn:microsoft.com/office/officeart/2005/8/layout/venn3" loCatId="relationship" qsTypeId="urn:microsoft.com/office/officeart/2005/8/quickstyle/simple4" qsCatId="simple" csTypeId="urn:microsoft.com/office/officeart/2005/8/colors/accent1_2" csCatId="accent1" phldr="1"/>
      <dgm:spPr/>
      <dgm:t>
        <a:bodyPr/>
        <a:lstStyle/>
        <a:p>
          <a:endParaRPr lang="en-US"/>
        </a:p>
      </dgm:t>
    </dgm:pt>
    <dgm:pt modelId="{362CC42F-7764-F644-8C01-BFBACD099A88}">
      <dgm:prSet phldrT="[Text]" custT="1"/>
      <dgm:spPr>
        <a:solidFill>
          <a:schemeClr val="bg1"/>
        </a:solidFill>
        <a:ln>
          <a:solidFill>
            <a:schemeClr val="accent6">
              <a:alpha val="90000"/>
            </a:schemeClr>
          </a:solidFill>
        </a:ln>
      </dgm:spPr>
      <dgm:t>
        <a:bodyPr/>
        <a:lstStyle/>
        <a:p>
          <a:r>
            <a:rPr lang="en-US" sz="1800" dirty="0"/>
            <a:t>address spaces</a:t>
          </a:r>
        </a:p>
      </dgm:t>
    </dgm:pt>
    <dgm:pt modelId="{F9CF7677-59EC-CF48-96F3-8A6BE1D984B7}" type="parTrans" cxnId="{43DF288B-9A0E-6240-B5D6-E5C03AD48AA8}">
      <dgm:prSet/>
      <dgm:spPr/>
      <dgm:t>
        <a:bodyPr/>
        <a:lstStyle/>
        <a:p>
          <a:endParaRPr lang="en-US"/>
        </a:p>
      </dgm:t>
    </dgm:pt>
    <dgm:pt modelId="{C9145C9C-3E41-394E-801D-48917F873A9F}" type="sibTrans" cxnId="{43DF288B-9A0E-6240-B5D6-E5C03AD48AA8}">
      <dgm:prSet/>
      <dgm:spPr/>
      <dgm:t>
        <a:bodyPr/>
        <a:lstStyle/>
        <a:p>
          <a:endParaRPr lang="en-US"/>
        </a:p>
      </dgm:t>
    </dgm:pt>
    <dgm:pt modelId="{9D4C506F-618F-3A4E-97CF-426D8D09AC24}">
      <dgm:prSet custT="1"/>
      <dgm:spPr>
        <a:solidFill>
          <a:schemeClr val="bg1"/>
        </a:solidFill>
        <a:ln>
          <a:solidFill>
            <a:schemeClr val="accent6">
              <a:alpha val="90000"/>
            </a:schemeClr>
          </a:solidFill>
        </a:ln>
      </dgm:spPr>
      <dgm:t>
        <a:bodyPr/>
        <a:lstStyle/>
        <a:p>
          <a:r>
            <a:rPr lang="en-US" sz="1800" dirty="0"/>
            <a:t>interprocess communication (IPC)</a:t>
          </a:r>
        </a:p>
      </dgm:t>
    </dgm:pt>
    <dgm:pt modelId="{72FBBC00-958B-EA4A-9C1C-A4F4F5F65295}" type="parTrans" cxnId="{43243DCE-9440-9648-9233-E0496E070E70}">
      <dgm:prSet/>
      <dgm:spPr/>
      <dgm:t>
        <a:bodyPr/>
        <a:lstStyle/>
        <a:p>
          <a:endParaRPr lang="en-US"/>
        </a:p>
      </dgm:t>
    </dgm:pt>
    <dgm:pt modelId="{0B777CBA-95B5-4544-BA58-C63CBAA981BB}" type="sibTrans" cxnId="{43243DCE-9440-9648-9233-E0496E070E70}">
      <dgm:prSet/>
      <dgm:spPr/>
      <dgm:t>
        <a:bodyPr/>
        <a:lstStyle/>
        <a:p>
          <a:endParaRPr lang="en-US"/>
        </a:p>
      </dgm:t>
    </dgm:pt>
    <dgm:pt modelId="{508EE5EC-40ED-E145-9EF6-0434DD3EDAFF}">
      <dgm:prSet custT="1"/>
      <dgm:spPr>
        <a:solidFill>
          <a:schemeClr val="bg1"/>
        </a:solidFill>
        <a:ln>
          <a:solidFill>
            <a:schemeClr val="accent6">
              <a:alpha val="90000"/>
            </a:schemeClr>
          </a:solidFill>
        </a:ln>
      </dgm:spPr>
      <dgm:t>
        <a:bodyPr/>
        <a:lstStyle/>
        <a:p>
          <a:r>
            <a:rPr lang="en-US" sz="1800" dirty="0"/>
            <a:t>basic scheduling</a:t>
          </a:r>
        </a:p>
      </dgm:t>
    </dgm:pt>
    <dgm:pt modelId="{094DBDBD-7912-594A-8ED0-93ECB756BB26}" type="parTrans" cxnId="{42856B09-5D76-A545-856B-DE1AFF0CCB89}">
      <dgm:prSet/>
      <dgm:spPr/>
      <dgm:t>
        <a:bodyPr/>
        <a:lstStyle/>
        <a:p>
          <a:endParaRPr lang="en-US"/>
        </a:p>
      </dgm:t>
    </dgm:pt>
    <dgm:pt modelId="{D39A62B2-182E-DD4D-9910-3DAA29162281}" type="sibTrans" cxnId="{42856B09-5D76-A545-856B-DE1AFF0CCB89}">
      <dgm:prSet/>
      <dgm:spPr/>
      <dgm:t>
        <a:bodyPr/>
        <a:lstStyle/>
        <a:p>
          <a:endParaRPr lang="en-US"/>
        </a:p>
      </dgm:t>
    </dgm:pt>
    <dgm:pt modelId="{5144ED24-3012-F34B-8D7E-B9FD668B09F0}" type="pres">
      <dgm:prSet presAssocID="{2C2DE963-3067-B94E-956B-0C8C8CF41C90}" presName="Name0" presStyleCnt="0">
        <dgm:presLayoutVars>
          <dgm:dir/>
          <dgm:resizeHandles val="exact"/>
        </dgm:presLayoutVars>
      </dgm:prSet>
      <dgm:spPr/>
    </dgm:pt>
    <dgm:pt modelId="{458BA974-D1D0-7C45-8BAD-1585AF825221}" type="pres">
      <dgm:prSet presAssocID="{362CC42F-7764-F644-8C01-BFBACD099A88}" presName="Name5" presStyleLbl="vennNode1" presStyleIdx="0" presStyleCnt="3" custScaleX="135924">
        <dgm:presLayoutVars>
          <dgm:bulletEnabled val="1"/>
        </dgm:presLayoutVars>
      </dgm:prSet>
      <dgm:spPr/>
    </dgm:pt>
    <dgm:pt modelId="{0AD5A3F3-2527-D74C-BF11-80E10A5069E2}" type="pres">
      <dgm:prSet presAssocID="{C9145C9C-3E41-394E-801D-48917F873A9F}" presName="space" presStyleCnt="0"/>
      <dgm:spPr/>
    </dgm:pt>
    <dgm:pt modelId="{0C1E7BE6-80C6-3C42-B6EA-D548FFF8D7E8}" type="pres">
      <dgm:prSet presAssocID="{9D4C506F-618F-3A4E-97CF-426D8D09AC24}" presName="Name5" presStyleLbl="vennNode1" presStyleIdx="1" presStyleCnt="3" custScaleX="175004">
        <dgm:presLayoutVars>
          <dgm:bulletEnabled val="1"/>
        </dgm:presLayoutVars>
      </dgm:prSet>
      <dgm:spPr/>
    </dgm:pt>
    <dgm:pt modelId="{A020397B-F51F-E140-811B-4D1B2347ECAF}" type="pres">
      <dgm:prSet presAssocID="{0B777CBA-95B5-4544-BA58-C63CBAA981BB}" presName="space" presStyleCnt="0"/>
      <dgm:spPr/>
    </dgm:pt>
    <dgm:pt modelId="{3D639D55-9910-DA41-B3AE-143CA9255248}" type="pres">
      <dgm:prSet presAssocID="{508EE5EC-40ED-E145-9EF6-0434DD3EDAFF}" presName="Name5" presStyleLbl="vennNode1" presStyleIdx="2" presStyleCnt="3" custScaleX="135924">
        <dgm:presLayoutVars>
          <dgm:bulletEnabled val="1"/>
        </dgm:presLayoutVars>
      </dgm:prSet>
      <dgm:spPr/>
    </dgm:pt>
  </dgm:ptLst>
  <dgm:cxnLst>
    <dgm:cxn modelId="{42856B09-5D76-A545-856B-DE1AFF0CCB89}" srcId="{2C2DE963-3067-B94E-956B-0C8C8CF41C90}" destId="{508EE5EC-40ED-E145-9EF6-0434DD3EDAFF}" srcOrd="2" destOrd="0" parTransId="{094DBDBD-7912-594A-8ED0-93ECB756BB26}" sibTransId="{D39A62B2-182E-DD4D-9910-3DAA29162281}"/>
    <dgm:cxn modelId="{11798F6A-37ED-5F41-96D5-31B5ABEF2B6E}" type="presOf" srcId="{2C2DE963-3067-B94E-956B-0C8C8CF41C90}" destId="{5144ED24-3012-F34B-8D7E-B9FD668B09F0}" srcOrd="0" destOrd="0" presId="urn:microsoft.com/office/officeart/2005/8/layout/venn3"/>
    <dgm:cxn modelId="{2FDCB66D-9E1B-3A43-A8ED-04B95B086A02}" type="presOf" srcId="{508EE5EC-40ED-E145-9EF6-0434DD3EDAFF}" destId="{3D639D55-9910-DA41-B3AE-143CA9255248}" srcOrd="0" destOrd="0" presId="urn:microsoft.com/office/officeart/2005/8/layout/venn3"/>
    <dgm:cxn modelId="{43DF288B-9A0E-6240-B5D6-E5C03AD48AA8}" srcId="{2C2DE963-3067-B94E-956B-0C8C8CF41C90}" destId="{362CC42F-7764-F644-8C01-BFBACD099A88}" srcOrd="0" destOrd="0" parTransId="{F9CF7677-59EC-CF48-96F3-8A6BE1D984B7}" sibTransId="{C9145C9C-3E41-394E-801D-48917F873A9F}"/>
    <dgm:cxn modelId="{796BA697-B6B5-4A4D-A5B3-9E56FA87A1B6}" type="presOf" srcId="{362CC42F-7764-F644-8C01-BFBACD099A88}" destId="{458BA974-D1D0-7C45-8BAD-1585AF825221}" srcOrd="0" destOrd="0" presId="urn:microsoft.com/office/officeart/2005/8/layout/venn3"/>
    <dgm:cxn modelId="{43243DCE-9440-9648-9233-E0496E070E70}" srcId="{2C2DE963-3067-B94E-956B-0C8C8CF41C90}" destId="{9D4C506F-618F-3A4E-97CF-426D8D09AC24}" srcOrd="1" destOrd="0" parTransId="{72FBBC00-958B-EA4A-9C1C-A4F4F5F65295}" sibTransId="{0B777CBA-95B5-4544-BA58-C63CBAA981BB}"/>
    <dgm:cxn modelId="{413208DC-7380-2246-A617-51F91F4522FF}" type="presOf" srcId="{9D4C506F-618F-3A4E-97CF-426D8D09AC24}" destId="{0C1E7BE6-80C6-3C42-B6EA-D548FFF8D7E8}" srcOrd="0" destOrd="0" presId="urn:microsoft.com/office/officeart/2005/8/layout/venn3"/>
    <dgm:cxn modelId="{67598948-2BB5-3D44-8251-258F52C59A51}" type="presParOf" srcId="{5144ED24-3012-F34B-8D7E-B9FD668B09F0}" destId="{458BA974-D1D0-7C45-8BAD-1585AF825221}" srcOrd="0" destOrd="0" presId="urn:microsoft.com/office/officeart/2005/8/layout/venn3"/>
    <dgm:cxn modelId="{E788365A-023D-3547-8F43-8D2B9511ED75}" type="presParOf" srcId="{5144ED24-3012-F34B-8D7E-B9FD668B09F0}" destId="{0AD5A3F3-2527-D74C-BF11-80E10A5069E2}" srcOrd="1" destOrd="0" presId="urn:microsoft.com/office/officeart/2005/8/layout/venn3"/>
    <dgm:cxn modelId="{759DC6CD-3EDF-A44C-A3A6-6774678E5937}" type="presParOf" srcId="{5144ED24-3012-F34B-8D7E-B9FD668B09F0}" destId="{0C1E7BE6-80C6-3C42-B6EA-D548FFF8D7E8}" srcOrd="2" destOrd="0" presId="urn:microsoft.com/office/officeart/2005/8/layout/venn3"/>
    <dgm:cxn modelId="{CAE3D086-7813-5340-A589-C2968F37A629}" type="presParOf" srcId="{5144ED24-3012-F34B-8D7E-B9FD668B09F0}" destId="{A020397B-F51F-E140-811B-4D1B2347ECAF}" srcOrd="3" destOrd="0" presId="urn:microsoft.com/office/officeart/2005/8/layout/venn3"/>
    <dgm:cxn modelId="{54D27D7F-9097-1544-AB52-5098265AD710}" type="presParOf" srcId="{5144ED24-3012-F34B-8D7E-B9FD668B09F0}" destId="{3D639D55-9910-DA41-B3AE-143CA9255248}" srcOrd="4" destOrd="0" presId="urn:microsoft.com/office/officeart/2005/8/layout/venn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1.xml><?xml version="1.0" encoding="utf-8"?>
<dgm:dataModel xmlns:dgm="http://schemas.openxmlformats.org/drawingml/2006/diagram" xmlns:a="http://schemas.openxmlformats.org/drawingml/2006/main">
  <dgm:ptLst>
    <dgm:pt modelId="{03D82D6B-86E2-F94E-A342-E4FD0701C9C8}" type="doc">
      <dgm:prSet loTypeId="urn:microsoft.com/office/officeart/2005/8/layout/venn3" loCatId="relationship" qsTypeId="urn:microsoft.com/office/officeart/2005/8/quickstyle/simple4" qsCatId="simple" csTypeId="urn:microsoft.com/office/officeart/2005/8/colors/accent1_2" csCatId="accent1" phldr="1"/>
      <dgm:spPr/>
      <dgm:t>
        <a:bodyPr/>
        <a:lstStyle/>
        <a:p>
          <a:endParaRPr lang="en-US"/>
        </a:p>
      </dgm:t>
    </dgm:pt>
    <dgm:pt modelId="{33887FBB-63CF-B849-AD14-F2855A4D3AA3}">
      <dgm:prSet phldrT="[Text]" custT="1"/>
      <dgm:spPr>
        <a:solidFill>
          <a:schemeClr val="accent6"/>
        </a:solidFill>
        <a:ln>
          <a:solidFill>
            <a:schemeClr val="bg1">
              <a:alpha val="90000"/>
            </a:schemeClr>
          </a:solidFill>
        </a:ln>
      </dgm:spPr>
      <dgm:t>
        <a:bodyPr/>
        <a:lstStyle/>
        <a:p>
          <a:r>
            <a:rPr lang="en-US" sz="1800" dirty="0">
              <a:solidFill>
                <a:schemeClr val="bg1"/>
              </a:solidFill>
            </a:rPr>
            <a:t>simplifies implementation</a:t>
          </a:r>
        </a:p>
      </dgm:t>
    </dgm:pt>
    <dgm:pt modelId="{30F287CE-644F-D542-B7B2-9C8D4075B5E3}" type="parTrans" cxnId="{AA355B9B-9B2A-A14B-92D8-5CA435EFE77C}">
      <dgm:prSet/>
      <dgm:spPr/>
      <dgm:t>
        <a:bodyPr/>
        <a:lstStyle/>
        <a:p>
          <a:endParaRPr lang="en-US"/>
        </a:p>
      </dgm:t>
    </dgm:pt>
    <dgm:pt modelId="{CF5F2B01-1290-0241-A083-7529D13E0B29}" type="sibTrans" cxnId="{AA355B9B-9B2A-A14B-92D8-5CA435EFE77C}">
      <dgm:prSet/>
      <dgm:spPr/>
      <dgm:t>
        <a:bodyPr/>
        <a:lstStyle/>
        <a:p>
          <a:endParaRPr lang="en-US"/>
        </a:p>
      </dgm:t>
    </dgm:pt>
    <dgm:pt modelId="{241F9BB7-8158-FB46-8B5B-09FDED8494A7}">
      <dgm:prSet custT="1"/>
      <dgm:spPr>
        <a:solidFill>
          <a:schemeClr val="accent6"/>
        </a:solidFill>
        <a:ln>
          <a:solidFill>
            <a:schemeClr val="bg1">
              <a:alpha val="90000"/>
            </a:schemeClr>
          </a:solidFill>
        </a:ln>
      </dgm:spPr>
      <dgm:t>
        <a:bodyPr/>
        <a:lstStyle/>
        <a:p>
          <a:r>
            <a:rPr lang="en-US" sz="1800" dirty="0">
              <a:solidFill>
                <a:schemeClr val="bg1"/>
              </a:solidFill>
            </a:rPr>
            <a:t>provides flexibility</a:t>
          </a:r>
        </a:p>
      </dgm:t>
    </dgm:pt>
    <dgm:pt modelId="{B8BEBE66-9810-6141-A57B-7DAA3967DE5D}" type="parTrans" cxnId="{5D2C2339-4820-D94A-99FE-4D654CF15B0D}">
      <dgm:prSet/>
      <dgm:spPr/>
      <dgm:t>
        <a:bodyPr/>
        <a:lstStyle/>
        <a:p>
          <a:endParaRPr lang="en-US"/>
        </a:p>
      </dgm:t>
    </dgm:pt>
    <dgm:pt modelId="{97FFB707-BDC0-814E-8337-BEF53A1A9CB1}" type="sibTrans" cxnId="{5D2C2339-4820-D94A-99FE-4D654CF15B0D}">
      <dgm:prSet/>
      <dgm:spPr/>
      <dgm:t>
        <a:bodyPr/>
        <a:lstStyle/>
        <a:p>
          <a:endParaRPr lang="en-US"/>
        </a:p>
      </dgm:t>
    </dgm:pt>
    <dgm:pt modelId="{FB258617-5D6C-F24C-B814-B7E4498F5627}">
      <dgm:prSet custT="1"/>
      <dgm:spPr>
        <a:solidFill>
          <a:schemeClr val="accent6"/>
        </a:solidFill>
        <a:ln>
          <a:solidFill>
            <a:schemeClr val="bg1">
              <a:alpha val="90000"/>
            </a:schemeClr>
          </a:solidFill>
        </a:ln>
      </dgm:spPr>
      <dgm:t>
        <a:bodyPr/>
        <a:lstStyle/>
        <a:p>
          <a:r>
            <a:rPr lang="en-US" sz="1800" dirty="0">
              <a:solidFill>
                <a:schemeClr val="bg1"/>
              </a:solidFill>
            </a:rPr>
            <a:t>is well suited to a distributed/edge environment</a:t>
          </a:r>
        </a:p>
      </dgm:t>
    </dgm:pt>
    <dgm:pt modelId="{A6648C37-814A-724C-98E9-AF4789374C97}" type="parTrans" cxnId="{85FABEFA-07EF-3041-85F4-FCC6D4B127DD}">
      <dgm:prSet/>
      <dgm:spPr/>
      <dgm:t>
        <a:bodyPr/>
        <a:lstStyle/>
        <a:p>
          <a:endParaRPr lang="en-US"/>
        </a:p>
      </dgm:t>
    </dgm:pt>
    <dgm:pt modelId="{397F509E-75D1-FF43-B6FC-B95ABAEF5DE4}" type="sibTrans" cxnId="{85FABEFA-07EF-3041-85F4-FCC6D4B127DD}">
      <dgm:prSet/>
      <dgm:spPr/>
      <dgm:t>
        <a:bodyPr/>
        <a:lstStyle/>
        <a:p>
          <a:endParaRPr lang="en-US"/>
        </a:p>
      </dgm:t>
    </dgm:pt>
    <dgm:pt modelId="{ACA9E242-03A2-DC46-B37E-488814D417B5}" type="pres">
      <dgm:prSet presAssocID="{03D82D6B-86E2-F94E-A342-E4FD0701C9C8}" presName="Name0" presStyleCnt="0">
        <dgm:presLayoutVars>
          <dgm:dir/>
          <dgm:resizeHandles val="exact"/>
        </dgm:presLayoutVars>
      </dgm:prSet>
      <dgm:spPr/>
    </dgm:pt>
    <dgm:pt modelId="{C42EC200-AA31-FF49-9439-3332FF002BCA}" type="pres">
      <dgm:prSet presAssocID="{33887FBB-63CF-B849-AD14-F2855A4D3AA3}" presName="Name5" presStyleLbl="vennNode1" presStyleIdx="0" presStyleCnt="3" custScaleX="168205">
        <dgm:presLayoutVars>
          <dgm:bulletEnabled val="1"/>
        </dgm:presLayoutVars>
      </dgm:prSet>
      <dgm:spPr/>
    </dgm:pt>
    <dgm:pt modelId="{DD953A8A-B43C-AC43-B924-4D7FACF9C095}" type="pres">
      <dgm:prSet presAssocID="{CF5F2B01-1290-0241-A083-7529D13E0B29}" presName="space" presStyleCnt="0"/>
      <dgm:spPr/>
    </dgm:pt>
    <dgm:pt modelId="{8F15053A-8F42-F340-900D-93E5ADC1CDED}" type="pres">
      <dgm:prSet presAssocID="{241F9BB7-8158-FB46-8B5B-09FDED8494A7}" presName="Name5" presStyleLbl="vennNode1" presStyleIdx="1" presStyleCnt="3" custScaleX="168205">
        <dgm:presLayoutVars>
          <dgm:bulletEnabled val="1"/>
        </dgm:presLayoutVars>
      </dgm:prSet>
      <dgm:spPr/>
    </dgm:pt>
    <dgm:pt modelId="{C7DC57B6-4CF2-6841-BB28-BEFF4772681A}" type="pres">
      <dgm:prSet presAssocID="{97FFB707-BDC0-814E-8337-BEF53A1A9CB1}" presName="space" presStyleCnt="0"/>
      <dgm:spPr/>
    </dgm:pt>
    <dgm:pt modelId="{F7CF12E1-CFEB-A84D-AE77-A9FCC92CF154}" type="pres">
      <dgm:prSet presAssocID="{FB258617-5D6C-F24C-B814-B7E4498F5627}" presName="Name5" presStyleLbl="vennNode1" presStyleIdx="2" presStyleCnt="3" custScaleX="168205">
        <dgm:presLayoutVars>
          <dgm:bulletEnabled val="1"/>
        </dgm:presLayoutVars>
      </dgm:prSet>
      <dgm:spPr/>
    </dgm:pt>
  </dgm:ptLst>
  <dgm:cxnLst>
    <dgm:cxn modelId="{5D2C2339-4820-D94A-99FE-4D654CF15B0D}" srcId="{03D82D6B-86E2-F94E-A342-E4FD0701C9C8}" destId="{241F9BB7-8158-FB46-8B5B-09FDED8494A7}" srcOrd="1" destOrd="0" parTransId="{B8BEBE66-9810-6141-A57B-7DAA3967DE5D}" sibTransId="{97FFB707-BDC0-814E-8337-BEF53A1A9CB1}"/>
    <dgm:cxn modelId="{AA355B9B-9B2A-A14B-92D8-5CA435EFE77C}" srcId="{03D82D6B-86E2-F94E-A342-E4FD0701C9C8}" destId="{33887FBB-63CF-B849-AD14-F2855A4D3AA3}" srcOrd="0" destOrd="0" parTransId="{30F287CE-644F-D542-B7B2-9C8D4075B5E3}" sibTransId="{CF5F2B01-1290-0241-A083-7529D13E0B29}"/>
    <dgm:cxn modelId="{725454A6-B1C1-0F44-AEBE-9C55EBD6B809}" type="presOf" srcId="{03D82D6B-86E2-F94E-A342-E4FD0701C9C8}" destId="{ACA9E242-03A2-DC46-B37E-488814D417B5}" srcOrd="0" destOrd="0" presId="urn:microsoft.com/office/officeart/2005/8/layout/venn3"/>
    <dgm:cxn modelId="{9833C1AE-B5BE-4846-97A8-F59A87D5B0F9}" type="presOf" srcId="{FB258617-5D6C-F24C-B814-B7E4498F5627}" destId="{F7CF12E1-CFEB-A84D-AE77-A9FCC92CF154}" srcOrd="0" destOrd="0" presId="urn:microsoft.com/office/officeart/2005/8/layout/venn3"/>
    <dgm:cxn modelId="{422EC8BB-7396-2848-BE83-B6A7FD9A7CCB}" type="presOf" srcId="{241F9BB7-8158-FB46-8B5B-09FDED8494A7}" destId="{8F15053A-8F42-F340-900D-93E5ADC1CDED}" srcOrd="0" destOrd="0" presId="urn:microsoft.com/office/officeart/2005/8/layout/venn3"/>
    <dgm:cxn modelId="{7E8491DB-C924-9948-8E84-25A1F4452EF2}" type="presOf" srcId="{33887FBB-63CF-B849-AD14-F2855A4D3AA3}" destId="{C42EC200-AA31-FF49-9439-3332FF002BCA}" srcOrd="0" destOrd="0" presId="urn:microsoft.com/office/officeart/2005/8/layout/venn3"/>
    <dgm:cxn modelId="{85FABEFA-07EF-3041-85F4-FCC6D4B127DD}" srcId="{03D82D6B-86E2-F94E-A342-E4FD0701C9C8}" destId="{FB258617-5D6C-F24C-B814-B7E4498F5627}" srcOrd="2" destOrd="0" parTransId="{A6648C37-814A-724C-98E9-AF4789374C97}" sibTransId="{397F509E-75D1-FF43-B6FC-B95ABAEF5DE4}"/>
    <dgm:cxn modelId="{453B6C90-AF91-C640-AC2F-FF295EECB658}" type="presParOf" srcId="{ACA9E242-03A2-DC46-B37E-488814D417B5}" destId="{C42EC200-AA31-FF49-9439-3332FF002BCA}" srcOrd="0" destOrd="0" presId="urn:microsoft.com/office/officeart/2005/8/layout/venn3"/>
    <dgm:cxn modelId="{DE9C33F9-806C-1341-AB28-751E37CACE04}" type="presParOf" srcId="{ACA9E242-03A2-DC46-B37E-488814D417B5}" destId="{DD953A8A-B43C-AC43-B924-4D7FACF9C095}" srcOrd="1" destOrd="0" presId="urn:microsoft.com/office/officeart/2005/8/layout/venn3"/>
    <dgm:cxn modelId="{D90EA90E-9CC8-194D-9843-3EADD5AD56D9}" type="presParOf" srcId="{ACA9E242-03A2-DC46-B37E-488814D417B5}" destId="{8F15053A-8F42-F340-900D-93E5ADC1CDED}" srcOrd="2" destOrd="0" presId="urn:microsoft.com/office/officeart/2005/8/layout/venn3"/>
    <dgm:cxn modelId="{6E830A05-02B3-1E4F-BA9A-42557C8D8E1D}" type="presParOf" srcId="{ACA9E242-03A2-DC46-B37E-488814D417B5}" destId="{C7DC57B6-4CF2-6841-BB28-BEFF4772681A}" srcOrd="3" destOrd="0" presId="urn:microsoft.com/office/officeart/2005/8/layout/venn3"/>
    <dgm:cxn modelId="{0C66AAF0-184D-6A4E-B739-652CCCCBC2A5}" type="presParOf" srcId="{ACA9E242-03A2-DC46-B37E-488814D417B5}" destId="{F7CF12E1-CFEB-A84D-AE77-A9FCC92CF154}" srcOrd="4" destOrd="0" presId="urn:microsoft.com/office/officeart/2005/8/layout/venn3"/>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22.xml><?xml version="1.0" encoding="utf-8"?>
<dgm:dataModel xmlns:dgm="http://schemas.openxmlformats.org/drawingml/2006/diagram" xmlns:a="http://schemas.openxmlformats.org/drawingml/2006/main">
  <dgm:ptLst>
    <dgm:pt modelId="{BB66C26E-7658-3F4D-87B9-56DEA3DA1277}" type="doc">
      <dgm:prSet loTypeId="urn:microsoft.com/office/officeart/2005/8/layout/lProcess3" loCatId="process" qsTypeId="urn:microsoft.com/office/officeart/2005/8/quickstyle/simple4" qsCatId="simple" csTypeId="urn:microsoft.com/office/officeart/2005/8/colors/accent1_2" csCatId="accent1" phldr="1"/>
      <dgm:spPr/>
      <dgm:t>
        <a:bodyPr/>
        <a:lstStyle/>
        <a:p>
          <a:endParaRPr lang="en-US"/>
        </a:p>
      </dgm:t>
    </dgm:pt>
    <dgm:pt modelId="{45C10F6C-9BD7-944B-8325-8B0D9B8EC984}">
      <dgm:prSet/>
      <dgm:spPr/>
      <dgm:t>
        <a:bodyPr/>
        <a:lstStyle/>
        <a:p>
          <a:pPr rtl="0"/>
          <a:r>
            <a:rPr lang="en-US" b="1" dirty="0">
              <a:solidFill>
                <a:schemeClr val="bg1"/>
              </a:solidFill>
            </a:rPr>
            <a:t>Performance</a:t>
          </a:r>
          <a:endParaRPr lang="en-US" dirty="0">
            <a:solidFill>
              <a:schemeClr val="bg1"/>
            </a:solidFill>
          </a:endParaRPr>
        </a:p>
      </dgm:t>
    </dgm:pt>
    <dgm:pt modelId="{BF9FA86F-A34A-0D4F-BE03-5F0EFD3E18A5}" type="parTrans" cxnId="{A7639771-A054-A640-A2E0-393A86F514AE}">
      <dgm:prSet/>
      <dgm:spPr/>
      <dgm:t>
        <a:bodyPr/>
        <a:lstStyle/>
        <a:p>
          <a:endParaRPr lang="en-US"/>
        </a:p>
      </dgm:t>
    </dgm:pt>
    <dgm:pt modelId="{BD02FB20-CCBB-1843-B7AA-66A7500902F0}" type="sibTrans" cxnId="{A7639771-A054-A640-A2E0-393A86F514AE}">
      <dgm:prSet/>
      <dgm:spPr/>
      <dgm:t>
        <a:bodyPr/>
        <a:lstStyle/>
        <a:p>
          <a:endParaRPr lang="en-US"/>
        </a:p>
      </dgm:t>
    </dgm:pt>
    <dgm:pt modelId="{34014611-702B-E14A-AB3C-E6EE5CD85021}">
      <dgm:prSet custT="1"/>
      <dgm:spPr>
        <a:solidFill>
          <a:schemeClr val="accent6"/>
        </a:solidFill>
      </dgm:spPr>
      <dgm:t>
        <a:bodyPr/>
        <a:lstStyle/>
        <a:p>
          <a:pPr rtl="0"/>
          <a:r>
            <a:rPr lang="en-US" sz="1800" dirty="0">
              <a:solidFill>
                <a:schemeClr val="bg1"/>
              </a:solidFill>
            </a:rPr>
            <a:t>more than one process can be running simultaneously, each on a different processor</a:t>
          </a:r>
        </a:p>
      </dgm:t>
    </dgm:pt>
    <dgm:pt modelId="{81FD828F-CBAF-1A45-8F22-952BE85B029D}" type="parTrans" cxnId="{FA642E8C-E56B-6748-875A-AC2D82D3BF2F}">
      <dgm:prSet/>
      <dgm:spPr/>
      <dgm:t>
        <a:bodyPr/>
        <a:lstStyle/>
        <a:p>
          <a:endParaRPr lang="en-US"/>
        </a:p>
      </dgm:t>
    </dgm:pt>
    <dgm:pt modelId="{D9A4A5BB-6255-0048-9912-929FB0D76AF4}" type="sibTrans" cxnId="{FA642E8C-E56B-6748-875A-AC2D82D3BF2F}">
      <dgm:prSet/>
      <dgm:spPr/>
      <dgm:t>
        <a:bodyPr/>
        <a:lstStyle/>
        <a:p>
          <a:endParaRPr lang="en-US"/>
        </a:p>
      </dgm:t>
    </dgm:pt>
    <dgm:pt modelId="{DA435AE3-263E-064E-A7A6-A283FC2FF7B8}">
      <dgm:prSet/>
      <dgm:spPr/>
      <dgm:t>
        <a:bodyPr/>
        <a:lstStyle/>
        <a:p>
          <a:pPr rtl="0"/>
          <a:r>
            <a:rPr lang="en-US" b="1" dirty="0">
              <a:solidFill>
                <a:schemeClr val="bg1"/>
              </a:solidFill>
            </a:rPr>
            <a:t>Availability</a:t>
          </a:r>
          <a:endParaRPr lang="en-US" dirty="0">
            <a:solidFill>
              <a:schemeClr val="bg1"/>
            </a:solidFill>
          </a:endParaRPr>
        </a:p>
      </dgm:t>
    </dgm:pt>
    <dgm:pt modelId="{4CDC0589-0E9D-0D4C-A048-F037C4B96473}" type="parTrans" cxnId="{A530EFD6-B6E4-E14A-99E1-DCE46A12C659}">
      <dgm:prSet/>
      <dgm:spPr/>
      <dgm:t>
        <a:bodyPr/>
        <a:lstStyle/>
        <a:p>
          <a:endParaRPr lang="en-US"/>
        </a:p>
      </dgm:t>
    </dgm:pt>
    <dgm:pt modelId="{5E31FA71-5796-6D4F-87AA-8E1C07915CD0}" type="sibTrans" cxnId="{A530EFD6-B6E4-E14A-99E1-DCE46A12C659}">
      <dgm:prSet/>
      <dgm:spPr/>
      <dgm:t>
        <a:bodyPr/>
        <a:lstStyle/>
        <a:p>
          <a:endParaRPr lang="en-US"/>
        </a:p>
      </dgm:t>
    </dgm:pt>
    <dgm:pt modelId="{B6A6355D-3B1A-6A47-A3F9-BDF6C7EE5077}">
      <dgm:prSet custT="1"/>
      <dgm:spPr>
        <a:solidFill>
          <a:schemeClr val="accent6"/>
        </a:solidFill>
      </dgm:spPr>
      <dgm:t>
        <a:bodyPr/>
        <a:lstStyle/>
        <a:p>
          <a:pPr rtl="0"/>
          <a:r>
            <a:rPr lang="en-US" sz="1800" dirty="0">
              <a:solidFill>
                <a:schemeClr val="bg1"/>
              </a:solidFill>
            </a:rPr>
            <a:t>failure of a single processor does not halt the system</a:t>
          </a:r>
        </a:p>
      </dgm:t>
    </dgm:pt>
    <dgm:pt modelId="{0698DECD-8033-094D-9155-260780D79C11}" type="parTrans" cxnId="{CBBB3CDA-3FCB-FE42-B649-4E9C4C023291}">
      <dgm:prSet/>
      <dgm:spPr/>
      <dgm:t>
        <a:bodyPr/>
        <a:lstStyle/>
        <a:p>
          <a:endParaRPr lang="en-US"/>
        </a:p>
      </dgm:t>
    </dgm:pt>
    <dgm:pt modelId="{75195BCC-5468-5045-B2C5-8087D3C72771}" type="sibTrans" cxnId="{CBBB3CDA-3FCB-FE42-B649-4E9C4C023291}">
      <dgm:prSet/>
      <dgm:spPr/>
      <dgm:t>
        <a:bodyPr/>
        <a:lstStyle/>
        <a:p>
          <a:endParaRPr lang="en-US"/>
        </a:p>
      </dgm:t>
    </dgm:pt>
    <dgm:pt modelId="{2C7E77CE-3A8F-6846-B646-004FD0DA38C8}">
      <dgm:prSet/>
      <dgm:spPr/>
      <dgm:t>
        <a:bodyPr/>
        <a:lstStyle/>
        <a:p>
          <a:pPr rtl="0"/>
          <a:r>
            <a:rPr lang="en-US" b="1" dirty="0">
              <a:solidFill>
                <a:schemeClr val="bg1"/>
              </a:solidFill>
            </a:rPr>
            <a:t>Incremental Growth</a:t>
          </a:r>
          <a:endParaRPr lang="en-US" dirty="0">
            <a:solidFill>
              <a:schemeClr val="bg1"/>
            </a:solidFill>
          </a:endParaRPr>
        </a:p>
      </dgm:t>
    </dgm:pt>
    <dgm:pt modelId="{A89C4313-91B0-BC45-B44C-342547E9FFC6}" type="parTrans" cxnId="{D17B2F4A-7055-3342-86D7-54D5482D72FF}">
      <dgm:prSet/>
      <dgm:spPr/>
      <dgm:t>
        <a:bodyPr/>
        <a:lstStyle/>
        <a:p>
          <a:endParaRPr lang="en-US"/>
        </a:p>
      </dgm:t>
    </dgm:pt>
    <dgm:pt modelId="{48B820C0-39BB-9144-8E2C-26EC5750BB54}" type="sibTrans" cxnId="{D17B2F4A-7055-3342-86D7-54D5482D72FF}">
      <dgm:prSet/>
      <dgm:spPr/>
      <dgm:t>
        <a:bodyPr/>
        <a:lstStyle/>
        <a:p>
          <a:endParaRPr lang="en-US"/>
        </a:p>
      </dgm:t>
    </dgm:pt>
    <dgm:pt modelId="{52762223-7F14-8542-BC7C-F76ED6127440}">
      <dgm:prSet custT="1"/>
      <dgm:spPr>
        <a:solidFill>
          <a:schemeClr val="accent6"/>
        </a:solidFill>
      </dgm:spPr>
      <dgm:t>
        <a:bodyPr/>
        <a:lstStyle/>
        <a:p>
          <a:pPr rtl="0"/>
          <a:r>
            <a:rPr lang="en-US" sz="1800" dirty="0">
              <a:solidFill>
                <a:schemeClr val="bg1"/>
              </a:solidFill>
            </a:rPr>
            <a:t>performance of a system can be enhanced by adding an additional processor</a:t>
          </a:r>
        </a:p>
      </dgm:t>
    </dgm:pt>
    <dgm:pt modelId="{7C412A29-1D23-364D-9729-5874FDB3C77A}" type="parTrans" cxnId="{D4685A31-CCA2-3244-A2D2-CD48CB9D145C}">
      <dgm:prSet/>
      <dgm:spPr/>
      <dgm:t>
        <a:bodyPr/>
        <a:lstStyle/>
        <a:p>
          <a:endParaRPr lang="en-US"/>
        </a:p>
      </dgm:t>
    </dgm:pt>
    <dgm:pt modelId="{49C14F09-DF81-ED4F-901D-5EFA3E0B11D1}" type="sibTrans" cxnId="{D4685A31-CCA2-3244-A2D2-CD48CB9D145C}">
      <dgm:prSet/>
      <dgm:spPr/>
      <dgm:t>
        <a:bodyPr/>
        <a:lstStyle/>
        <a:p>
          <a:endParaRPr lang="en-US"/>
        </a:p>
      </dgm:t>
    </dgm:pt>
    <dgm:pt modelId="{F4ACE233-0219-EE4C-9D0C-17E375974B83}">
      <dgm:prSet/>
      <dgm:spPr/>
      <dgm:t>
        <a:bodyPr/>
        <a:lstStyle/>
        <a:p>
          <a:pPr rtl="0"/>
          <a:r>
            <a:rPr lang="en-US" b="1" dirty="0">
              <a:solidFill>
                <a:schemeClr val="bg1"/>
              </a:solidFill>
            </a:rPr>
            <a:t>Scaling</a:t>
          </a:r>
          <a:endParaRPr lang="en-US" dirty="0">
            <a:solidFill>
              <a:schemeClr val="bg1"/>
            </a:solidFill>
          </a:endParaRPr>
        </a:p>
      </dgm:t>
    </dgm:pt>
    <dgm:pt modelId="{C9BF8693-76B9-3744-AED4-0E8127B07A8B}" type="parTrans" cxnId="{254A8FBB-1662-7D4B-AE0F-9A0692A5A7A8}">
      <dgm:prSet/>
      <dgm:spPr/>
      <dgm:t>
        <a:bodyPr/>
        <a:lstStyle/>
        <a:p>
          <a:endParaRPr lang="en-US"/>
        </a:p>
      </dgm:t>
    </dgm:pt>
    <dgm:pt modelId="{E22AB2F9-D743-064D-8B73-E74368FE4B15}" type="sibTrans" cxnId="{254A8FBB-1662-7D4B-AE0F-9A0692A5A7A8}">
      <dgm:prSet/>
      <dgm:spPr/>
      <dgm:t>
        <a:bodyPr/>
        <a:lstStyle/>
        <a:p>
          <a:endParaRPr lang="en-US"/>
        </a:p>
      </dgm:t>
    </dgm:pt>
    <dgm:pt modelId="{F4A8BD76-A775-7A4D-9877-C2AC9826E818}">
      <dgm:prSet custT="1"/>
      <dgm:spPr>
        <a:solidFill>
          <a:schemeClr val="accent6"/>
        </a:solidFill>
      </dgm:spPr>
      <dgm:t>
        <a:bodyPr/>
        <a:lstStyle/>
        <a:p>
          <a:pPr rtl="0"/>
          <a:r>
            <a:rPr lang="en-US" sz="1800" dirty="0">
              <a:solidFill>
                <a:schemeClr val="bg1"/>
              </a:solidFill>
            </a:rPr>
            <a:t>vendors can offer a range of products based on the number of processors configured in the system </a:t>
          </a:r>
        </a:p>
      </dgm:t>
    </dgm:pt>
    <dgm:pt modelId="{B3FEB357-0FE4-E54F-8347-5E3A5942DA66}" type="parTrans" cxnId="{2DEAC185-3E10-AB4C-9BB7-A4C091C506D4}">
      <dgm:prSet/>
      <dgm:spPr/>
      <dgm:t>
        <a:bodyPr/>
        <a:lstStyle/>
        <a:p>
          <a:endParaRPr lang="en-US"/>
        </a:p>
      </dgm:t>
    </dgm:pt>
    <dgm:pt modelId="{9FDA4D0E-A803-BF43-B763-B707184DF86D}" type="sibTrans" cxnId="{2DEAC185-3E10-AB4C-9BB7-A4C091C506D4}">
      <dgm:prSet/>
      <dgm:spPr/>
      <dgm:t>
        <a:bodyPr/>
        <a:lstStyle/>
        <a:p>
          <a:endParaRPr lang="en-US"/>
        </a:p>
      </dgm:t>
    </dgm:pt>
    <dgm:pt modelId="{1A79A4AA-F0D4-6B43-9AEF-AF99F39485AB}" type="pres">
      <dgm:prSet presAssocID="{BB66C26E-7658-3F4D-87B9-56DEA3DA1277}" presName="Name0" presStyleCnt="0">
        <dgm:presLayoutVars>
          <dgm:chPref val="3"/>
          <dgm:dir/>
          <dgm:animLvl val="lvl"/>
          <dgm:resizeHandles/>
        </dgm:presLayoutVars>
      </dgm:prSet>
      <dgm:spPr/>
    </dgm:pt>
    <dgm:pt modelId="{7D214221-B666-D24B-A131-F39DB444DFB7}" type="pres">
      <dgm:prSet presAssocID="{45C10F6C-9BD7-944B-8325-8B0D9B8EC984}" presName="horFlow" presStyleCnt="0"/>
      <dgm:spPr/>
    </dgm:pt>
    <dgm:pt modelId="{52A1816B-4E7E-2E48-8BDA-C4A334EFB13D}" type="pres">
      <dgm:prSet presAssocID="{45C10F6C-9BD7-944B-8325-8B0D9B8EC984}" presName="bigChev" presStyleLbl="node1" presStyleIdx="0" presStyleCnt="4"/>
      <dgm:spPr/>
    </dgm:pt>
    <dgm:pt modelId="{2578F17B-2004-294C-BB31-A5282AB1A3FC}" type="pres">
      <dgm:prSet presAssocID="{81FD828F-CBAF-1A45-8F22-952BE85B029D}" presName="parTrans" presStyleCnt="0"/>
      <dgm:spPr/>
    </dgm:pt>
    <dgm:pt modelId="{D1409364-D0A8-404B-A03C-74C180546E0E}" type="pres">
      <dgm:prSet presAssocID="{34014611-702B-E14A-AB3C-E6EE5CD85021}" presName="node" presStyleLbl="alignAccFollowNode1" presStyleIdx="0" presStyleCnt="4" custScaleX="216700">
        <dgm:presLayoutVars>
          <dgm:bulletEnabled val="1"/>
        </dgm:presLayoutVars>
      </dgm:prSet>
      <dgm:spPr/>
    </dgm:pt>
    <dgm:pt modelId="{0E65C198-D371-4E4D-B8BD-BD84F948610B}" type="pres">
      <dgm:prSet presAssocID="{45C10F6C-9BD7-944B-8325-8B0D9B8EC984}" presName="vSp" presStyleCnt="0"/>
      <dgm:spPr/>
    </dgm:pt>
    <dgm:pt modelId="{9B841B51-CE8E-B546-90A6-3F909014FA0B}" type="pres">
      <dgm:prSet presAssocID="{DA435AE3-263E-064E-A7A6-A283FC2FF7B8}" presName="horFlow" presStyleCnt="0"/>
      <dgm:spPr/>
    </dgm:pt>
    <dgm:pt modelId="{6EE4EF73-36EE-7D42-A45F-E6E41F881006}" type="pres">
      <dgm:prSet presAssocID="{DA435AE3-263E-064E-A7A6-A283FC2FF7B8}" presName="bigChev" presStyleLbl="node1" presStyleIdx="1" presStyleCnt="4"/>
      <dgm:spPr/>
    </dgm:pt>
    <dgm:pt modelId="{010C79D6-266C-E349-9765-9E43834FFDAD}" type="pres">
      <dgm:prSet presAssocID="{0698DECD-8033-094D-9155-260780D79C11}" presName="parTrans" presStyleCnt="0"/>
      <dgm:spPr/>
    </dgm:pt>
    <dgm:pt modelId="{65CA66AD-A686-A64E-B74D-33DC4C582B00}" type="pres">
      <dgm:prSet presAssocID="{B6A6355D-3B1A-6A47-A3F9-BDF6C7EE5077}" presName="node" presStyleLbl="alignAccFollowNode1" presStyleIdx="1" presStyleCnt="4" custScaleX="209223">
        <dgm:presLayoutVars>
          <dgm:bulletEnabled val="1"/>
        </dgm:presLayoutVars>
      </dgm:prSet>
      <dgm:spPr/>
    </dgm:pt>
    <dgm:pt modelId="{F4D11299-27B4-8C45-9186-D8FCA4BE396E}" type="pres">
      <dgm:prSet presAssocID="{DA435AE3-263E-064E-A7A6-A283FC2FF7B8}" presName="vSp" presStyleCnt="0"/>
      <dgm:spPr/>
    </dgm:pt>
    <dgm:pt modelId="{2C51EE73-276B-2343-A658-FAC8C7C4A323}" type="pres">
      <dgm:prSet presAssocID="{2C7E77CE-3A8F-6846-B646-004FD0DA38C8}" presName="horFlow" presStyleCnt="0"/>
      <dgm:spPr/>
    </dgm:pt>
    <dgm:pt modelId="{8F9EA938-DC97-864B-99D0-4FC17442E668}" type="pres">
      <dgm:prSet presAssocID="{2C7E77CE-3A8F-6846-B646-004FD0DA38C8}" presName="bigChev" presStyleLbl="node1" presStyleIdx="2" presStyleCnt="4"/>
      <dgm:spPr/>
    </dgm:pt>
    <dgm:pt modelId="{0D685C49-3FDD-C641-A13F-44442BFD78E5}" type="pres">
      <dgm:prSet presAssocID="{7C412A29-1D23-364D-9729-5874FDB3C77A}" presName="parTrans" presStyleCnt="0"/>
      <dgm:spPr/>
    </dgm:pt>
    <dgm:pt modelId="{8F69CEFB-EA93-B34B-B0E2-B6DC3736F014}" type="pres">
      <dgm:prSet presAssocID="{52762223-7F14-8542-BC7C-F76ED6127440}" presName="node" presStyleLbl="alignAccFollowNode1" presStyleIdx="2" presStyleCnt="4" custScaleX="198809">
        <dgm:presLayoutVars>
          <dgm:bulletEnabled val="1"/>
        </dgm:presLayoutVars>
      </dgm:prSet>
      <dgm:spPr/>
    </dgm:pt>
    <dgm:pt modelId="{22D7BABD-D664-CA4B-AA4D-DD282BB963B6}" type="pres">
      <dgm:prSet presAssocID="{2C7E77CE-3A8F-6846-B646-004FD0DA38C8}" presName="vSp" presStyleCnt="0"/>
      <dgm:spPr/>
    </dgm:pt>
    <dgm:pt modelId="{19E62D5F-4BF7-9341-B14E-1DC173A89B97}" type="pres">
      <dgm:prSet presAssocID="{F4ACE233-0219-EE4C-9D0C-17E375974B83}" presName="horFlow" presStyleCnt="0"/>
      <dgm:spPr/>
    </dgm:pt>
    <dgm:pt modelId="{875511A4-5AA0-AD4B-9347-384E886407FB}" type="pres">
      <dgm:prSet presAssocID="{F4ACE233-0219-EE4C-9D0C-17E375974B83}" presName="bigChev" presStyleLbl="node1" presStyleIdx="3" presStyleCnt="4"/>
      <dgm:spPr/>
    </dgm:pt>
    <dgm:pt modelId="{4E4803F3-D488-D746-88EB-241E9B39BDC2}" type="pres">
      <dgm:prSet presAssocID="{B3FEB357-0FE4-E54F-8347-5E3A5942DA66}" presName="parTrans" presStyleCnt="0"/>
      <dgm:spPr/>
    </dgm:pt>
    <dgm:pt modelId="{C6ADD55F-E00F-2644-A5F1-6B69A1D16E1D}" type="pres">
      <dgm:prSet presAssocID="{F4A8BD76-A775-7A4D-9877-C2AC9826E818}" presName="node" presStyleLbl="alignAccFollowNode1" presStyleIdx="3" presStyleCnt="4" custScaleX="221242">
        <dgm:presLayoutVars>
          <dgm:bulletEnabled val="1"/>
        </dgm:presLayoutVars>
      </dgm:prSet>
      <dgm:spPr/>
    </dgm:pt>
  </dgm:ptLst>
  <dgm:cxnLst>
    <dgm:cxn modelId="{296B4219-5373-DF4B-A73A-C0D547B2CFD4}" type="presOf" srcId="{2C7E77CE-3A8F-6846-B646-004FD0DA38C8}" destId="{8F9EA938-DC97-864B-99D0-4FC17442E668}" srcOrd="0" destOrd="0" presId="urn:microsoft.com/office/officeart/2005/8/layout/lProcess3"/>
    <dgm:cxn modelId="{D4685A31-CCA2-3244-A2D2-CD48CB9D145C}" srcId="{2C7E77CE-3A8F-6846-B646-004FD0DA38C8}" destId="{52762223-7F14-8542-BC7C-F76ED6127440}" srcOrd="0" destOrd="0" parTransId="{7C412A29-1D23-364D-9729-5874FDB3C77A}" sibTransId="{49C14F09-DF81-ED4F-901D-5EFA3E0B11D1}"/>
    <dgm:cxn modelId="{6E2BAD35-304F-7347-AF6C-85A1940BB650}" type="presOf" srcId="{45C10F6C-9BD7-944B-8325-8B0D9B8EC984}" destId="{52A1816B-4E7E-2E48-8BDA-C4A334EFB13D}" srcOrd="0" destOrd="0" presId="urn:microsoft.com/office/officeart/2005/8/layout/lProcess3"/>
    <dgm:cxn modelId="{D17B2F4A-7055-3342-86D7-54D5482D72FF}" srcId="{BB66C26E-7658-3F4D-87B9-56DEA3DA1277}" destId="{2C7E77CE-3A8F-6846-B646-004FD0DA38C8}" srcOrd="2" destOrd="0" parTransId="{A89C4313-91B0-BC45-B44C-342547E9FFC6}" sibTransId="{48B820C0-39BB-9144-8E2C-26EC5750BB54}"/>
    <dgm:cxn modelId="{087D984F-D540-B446-8CD8-2A176982A4B3}" type="presOf" srcId="{BB66C26E-7658-3F4D-87B9-56DEA3DA1277}" destId="{1A79A4AA-F0D4-6B43-9AEF-AF99F39485AB}" srcOrd="0" destOrd="0" presId="urn:microsoft.com/office/officeart/2005/8/layout/lProcess3"/>
    <dgm:cxn modelId="{A7639771-A054-A640-A2E0-393A86F514AE}" srcId="{BB66C26E-7658-3F4D-87B9-56DEA3DA1277}" destId="{45C10F6C-9BD7-944B-8325-8B0D9B8EC984}" srcOrd="0" destOrd="0" parTransId="{BF9FA86F-A34A-0D4F-BE03-5F0EFD3E18A5}" sibTransId="{BD02FB20-CCBB-1843-B7AA-66A7500902F0}"/>
    <dgm:cxn modelId="{2DEAC185-3E10-AB4C-9BB7-A4C091C506D4}" srcId="{F4ACE233-0219-EE4C-9D0C-17E375974B83}" destId="{F4A8BD76-A775-7A4D-9877-C2AC9826E818}" srcOrd="0" destOrd="0" parTransId="{B3FEB357-0FE4-E54F-8347-5E3A5942DA66}" sibTransId="{9FDA4D0E-A803-BF43-B763-B707184DF86D}"/>
    <dgm:cxn modelId="{EC8D4B86-9FCF-5240-9187-D218DC7FC136}" type="presOf" srcId="{52762223-7F14-8542-BC7C-F76ED6127440}" destId="{8F69CEFB-EA93-B34B-B0E2-B6DC3736F014}" srcOrd="0" destOrd="0" presId="urn:microsoft.com/office/officeart/2005/8/layout/lProcess3"/>
    <dgm:cxn modelId="{F23D8E87-BA59-A947-AFE2-817B252F5B9D}" type="presOf" srcId="{B6A6355D-3B1A-6A47-A3F9-BDF6C7EE5077}" destId="{65CA66AD-A686-A64E-B74D-33DC4C582B00}" srcOrd="0" destOrd="0" presId="urn:microsoft.com/office/officeart/2005/8/layout/lProcess3"/>
    <dgm:cxn modelId="{2605F38A-C1AE-8F4F-9BED-A15F1FF08CA8}" type="presOf" srcId="{F4A8BD76-A775-7A4D-9877-C2AC9826E818}" destId="{C6ADD55F-E00F-2644-A5F1-6B69A1D16E1D}" srcOrd="0" destOrd="0" presId="urn:microsoft.com/office/officeart/2005/8/layout/lProcess3"/>
    <dgm:cxn modelId="{FA642E8C-E56B-6748-875A-AC2D82D3BF2F}" srcId="{45C10F6C-9BD7-944B-8325-8B0D9B8EC984}" destId="{34014611-702B-E14A-AB3C-E6EE5CD85021}" srcOrd="0" destOrd="0" parTransId="{81FD828F-CBAF-1A45-8F22-952BE85B029D}" sibTransId="{D9A4A5BB-6255-0048-9912-929FB0D76AF4}"/>
    <dgm:cxn modelId="{254A8FBB-1662-7D4B-AE0F-9A0692A5A7A8}" srcId="{BB66C26E-7658-3F4D-87B9-56DEA3DA1277}" destId="{F4ACE233-0219-EE4C-9D0C-17E375974B83}" srcOrd="3" destOrd="0" parTransId="{C9BF8693-76B9-3744-AED4-0E8127B07A8B}" sibTransId="{E22AB2F9-D743-064D-8B73-E74368FE4B15}"/>
    <dgm:cxn modelId="{4110F8C3-B61C-884C-A601-C305624B1A90}" type="presOf" srcId="{34014611-702B-E14A-AB3C-E6EE5CD85021}" destId="{D1409364-D0A8-404B-A03C-74C180546E0E}" srcOrd="0" destOrd="0" presId="urn:microsoft.com/office/officeart/2005/8/layout/lProcess3"/>
    <dgm:cxn modelId="{A530EFD6-B6E4-E14A-99E1-DCE46A12C659}" srcId="{BB66C26E-7658-3F4D-87B9-56DEA3DA1277}" destId="{DA435AE3-263E-064E-A7A6-A283FC2FF7B8}" srcOrd="1" destOrd="0" parTransId="{4CDC0589-0E9D-0D4C-A048-F037C4B96473}" sibTransId="{5E31FA71-5796-6D4F-87AA-8E1C07915CD0}"/>
    <dgm:cxn modelId="{CBBB3CDA-3FCB-FE42-B649-4E9C4C023291}" srcId="{DA435AE3-263E-064E-A7A6-A283FC2FF7B8}" destId="{B6A6355D-3B1A-6A47-A3F9-BDF6C7EE5077}" srcOrd="0" destOrd="0" parTransId="{0698DECD-8033-094D-9155-260780D79C11}" sibTransId="{75195BCC-5468-5045-B2C5-8087D3C72771}"/>
    <dgm:cxn modelId="{5AF35FF6-B00D-164C-B65A-83402E05D6CE}" type="presOf" srcId="{F4ACE233-0219-EE4C-9D0C-17E375974B83}" destId="{875511A4-5AA0-AD4B-9347-384E886407FB}" srcOrd="0" destOrd="0" presId="urn:microsoft.com/office/officeart/2005/8/layout/lProcess3"/>
    <dgm:cxn modelId="{E0321AF7-F222-C245-8160-CF718430E93E}" type="presOf" srcId="{DA435AE3-263E-064E-A7A6-A283FC2FF7B8}" destId="{6EE4EF73-36EE-7D42-A45F-E6E41F881006}" srcOrd="0" destOrd="0" presId="urn:microsoft.com/office/officeart/2005/8/layout/lProcess3"/>
    <dgm:cxn modelId="{43A0B034-F94F-7D46-8F37-65BF4558B23F}" type="presParOf" srcId="{1A79A4AA-F0D4-6B43-9AEF-AF99F39485AB}" destId="{7D214221-B666-D24B-A131-F39DB444DFB7}" srcOrd="0" destOrd="0" presId="urn:microsoft.com/office/officeart/2005/8/layout/lProcess3"/>
    <dgm:cxn modelId="{351E85E8-3DAC-9A40-89B8-4793FC5AD2C7}" type="presParOf" srcId="{7D214221-B666-D24B-A131-F39DB444DFB7}" destId="{52A1816B-4E7E-2E48-8BDA-C4A334EFB13D}" srcOrd="0" destOrd="0" presId="urn:microsoft.com/office/officeart/2005/8/layout/lProcess3"/>
    <dgm:cxn modelId="{9BE2570F-3843-9E44-A0BC-FF9DF5267A5E}" type="presParOf" srcId="{7D214221-B666-D24B-A131-F39DB444DFB7}" destId="{2578F17B-2004-294C-BB31-A5282AB1A3FC}" srcOrd="1" destOrd="0" presId="urn:microsoft.com/office/officeart/2005/8/layout/lProcess3"/>
    <dgm:cxn modelId="{30745FF9-B597-6B41-97F5-D3959CD51BAA}" type="presParOf" srcId="{7D214221-B666-D24B-A131-F39DB444DFB7}" destId="{D1409364-D0A8-404B-A03C-74C180546E0E}" srcOrd="2" destOrd="0" presId="urn:microsoft.com/office/officeart/2005/8/layout/lProcess3"/>
    <dgm:cxn modelId="{BD84F754-D61E-B44E-BCF7-0E46E4A3D239}" type="presParOf" srcId="{1A79A4AA-F0D4-6B43-9AEF-AF99F39485AB}" destId="{0E65C198-D371-4E4D-B8BD-BD84F948610B}" srcOrd="1" destOrd="0" presId="urn:microsoft.com/office/officeart/2005/8/layout/lProcess3"/>
    <dgm:cxn modelId="{ED20933B-095E-C242-9E7D-9F9076355709}" type="presParOf" srcId="{1A79A4AA-F0D4-6B43-9AEF-AF99F39485AB}" destId="{9B841B51-CE8E-B546-90A6-3F909014FA0B}" srcOrd="2" destOrd="0" presId="urn:microsoft.com/office/officeart/2005/8/layout/lProcess3"/>
    <dgm:cxn modelId="{C19B1C80-584A-3A44-983F-38E0A79F916C}" type="presParOf" srcId="{9B841B51-CE8E-B546-90A6-3F909014FA0B}" destId="{6EE4EF73-36EE-7D42-A45F-E6E41F881006}" srcOrd="0" destOrd="0" presId="urn:microsoft.com/office/officeart/2005/8/layout/lProcess3"/>
    <dgm:cxn modelId="{19A75237-1D3D-B840-8B43-61B0AC3D9D2A}" type="presParOf" srcId="{9B841B51-CE8E-B546-90A6-3F909014FA0B}" destId="{010C79D6-266C-E349-9765-9E43834FFDAD}" srcOrd="1" destOrd="0" presId="urn:microsoft.com/office/officeart/2005/8/layout/lProcess3"/>
    <dgm:cxn modelId="{B01DD4AC-AC05-394B-AD16-7401F1A36EAF}" type="presParOf" srcId="{9B841B51-CE8E-B546-90A6-3F909014FA0B}" destId="{65CA66AD-A686-A64E-B74D-33DC4C582B00}" srcOrd="2" destOrd="0" presId="urn:microsoft.com/office/officeart/2005/8/layout/lProcess3"/>
    <dgm:cxn modelId="{336AF96D-DB41-3749-853C-1BF6FE050357}" type="presParOf" srcId="{1A79A4AA-F0D4-6B43-9AEF-AF99F39485AB}" destId="{F4D11299-27B4-8C45-9186-D8FCA4BE396E}" srcOrd="3" destOrd="0" presId="urn:microsoft.com/office/officeart/2005/8/layout/lProcess3"/>
    <dgm:cxn modelId="{B1F74D3F-2A3C-7D49-8FE6-D9ECF0CC5D8C}" type="presParOf" srcId="{1A79A4AA-F0D4-6B43-9AEF-AF99F39485AB}" destId="{2C51EE73-276B-2343-A658-FAC8C7C4A323}" srcOrd="4" destOrd="0" presId="urn:microsoft.com/office/officeart/2005/8/layout/lProcess3"/>
    <dgm:cxn modelId="{14E19C29-2C46-6344-8D3F-6EF444F52D4B}" type="presParOf" srcId="{2C51EE73-276B-2343-A658-FAC8C7C4A323}" destId="{8F9EA938-DC97-864B-99D0-4FC17442E668}" srcOrd="0" destOrd="0" presId="urn:microsoft.com/office/officeart/2005/8/layout/lProcess3"/>
    <dgm:cxn modelId="{883C896A-932B-8146-8D16-497F6442F1BF}" type="presParOf" srcId="{2C51EE73-276B-2343-A658-FAC8C7C4A323}" destId="{0D685C49-3FDD-C641-A13F-44442BFD78E5}" srcOrd="1" destOrd="0" presId="urn:microsoft.com/office/officeart/2005/8/layout/lProcess3"/>
    <dgm:cxn modelId="{25F71000-0BE7-3542-9DE0-77CBBE49CFDE}" type="presParOf" srcId="{2C51EE73-276B-2343-A658-FAC8C7C4A323}" destId="{8F69CEFB-EA93-B34B-B0E2-B6DC3736F014}" srcOrd="2" destOrd="0" presId="urn:microsoft.com/office/officeart/2005/8/layout/lProcess3"/>
    <dgm:cxn modelId="{ACEBFE39-839E-D946-9315-10FA3DF28718}" type="presParOf" srcId="{1A79A4AA-F0D4-6B43-9AEF-AF99F39485AB}" destId="{22D7BABD-D664-CA4B-AA4D-DD282BB963B6}" srcOrd="5" destOrd="0" presId="urn:microsoft.com/office/officeart/2005/8/layout/lProcess3"/>
    <dgm:cxn modelId="{48F678FC-146F-9E48-92D3-D217787FE610}" type="presParOf" srcId="{1A79A4AA-F0D4-6B43-9AEF-AF99F39485AB}" destId="{19E62D5F-4BF7-9341-B14E-1DC173A89B97}" srcOrd="6" destOrd="0" presId="urn:microsoft.com/office/officeart/2005/8/layout/lProcess3"/>
    <dgm:cxn modelId="{3A4FB95D-C2BE-B54A-9EA4-0CC34419DA9D}" type="presParOf" srcId="{19E62D5F-4BF7-9341-B14E-1DC173A89B97}" destId="{875511A4-5AA0-AD4B-9347-384E886407FB}" srcOrd="0" destOrd="0" presId="urn:microsoft.com/office/officeart/2005/8/layout/lProcess3"/>
    <dgm:cxn modelId="{84F9F335-F52D-3245-853F-0F6F711D58EF}" type="presParOf" srcId="{19E62D5F-4BF7-9341-B14E-1DC173A89B97}" destId="{4E4803F3-D488-D746-88EB-241E9B39BDC2}" srcOrd="1" destOrd="0" presId="urn:microsoft.com/office/officeart/2005/8/layout/lProcess3"/>
    <dgm:cxn modelId="{C4E51776-2C9C-3443-94BA-FD8A82792BCF}" type="presParOf" srcId="{19E62D5F-4BF7-9341-B14E-1DC173A89B97}" destId="{C6ADD55F-E00F-2644-A5F1-6B69A1D16E1D}" srcOrd="2" destOrd="0" presId="urn:microsoft.com/office/officeart/2005/8/layout/lProcess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3.xml><?xml version="1.0" encoding="utf-8"?>
<dgm:dataModel xmlns:dgm="http://schemas.openxmlformats.org/drawingml/2006/diagram" xmlns:a="http://schemas.openxmlformats.org/drawingml/2006/main">
  <dgm:ptLst>
    <dgm:pt modelId="{5A64BEDC-1FFA-2445-A2B4-71CB4B513E0F}" type="doc">
      <dgm:prSet loTypeId="urn:microsoft.com/office/officeart/2005/8/layout/vList2" loCatId="list" qsTypeId="urn:microsoft.com/office/officeart/2005/8/quickstyle/simple4" qsCatId="simple" csTypeId="urn:microsoft.com/office/officeart/2005/8/colors/accent1_2" csCatId="accent1" phldr="1"/>
      <dgm:spPr/>
      <dgm:t>
        <a:bodyPr/>
        <a:lstStyle/>
        <a:p>
          <a:endParaRPr lang="en-US"/>
        </a:p>
      </dgm:t>
    </dgm:pt>
    <dgm:pt modelId="{64A01B46-ADFB-334F-BEA5-FAA0E77296A3}">
      <dgm:prSet/>
      <dgm:spPr/>
      <dgm:t>
        <a:bodyPr/>
        <a:lstStyle/>
        <a:p>
          <a:r>
            <a:rPr lang="en-US" dirty="0"/>
            <a:t>Process </a:t>
          </a:r>
        </a:p>
      </dgm:t>
    </dgm:pt>
    <dgm:pt modelId="{5E2E3C9A-1D80-7E49-96F3-756EB29887C3}" type="parTrans" cxnId="{65D46421-B6EA-354B-81E2-8D264C304CAB}">
      <dgm:prSet/>
      <dgm:spPr/>
      <dgm:t>
        <a:bodyPr/>
        <a:lstStyle/>
        <a:p>
          <a:endParaRPr lang="en-US"/>
        </a:p>
      </dgm:t>
    </dgm:pt>
    <dgm:pt modelId="{4C25808B-B632-5645-A35B-69469FC6DCE9}" type="sibTrans" cxnId="{65D46421-B6EA-354B-81E2-8D264C304CAB}">
      <dgm:prSet/>
      <dgm:spPr/>
      <dgm:t>
        <a:bodyPr/>
        <a:lstStyle/>
        <a:p>
          <a:endParaRPr lang="en-US"/>
        </a:p>
      </dgm:t>
    </dgm:pt>
    <dgm:pt modelId="{A5483425-E586-134F-9A1E-D862D3F16E27}">
      <dgm:prSet/>
      <dgm:spPr/>
      <dgm:t>
        <a:bodyPr/>
        <a:lstStyle/>
        <a:p>
          <a:r>
            <a:rPr lang="en-US" dirty="0"/>
            <a:t>Typically independent</a:t>
          </a:r>
        </a:p>
      </dgm:t>
    </dgm:pt>
    <dgm:pt modelId="{989FCAAA-309A-F441-919A-6561D4259AC7}" type="parTrans" cxnId="{98E5EC7F-7818-1F4C-B693-E3D64303119C}">
      <dgm:prSet/>
      <dgm:spPr/>
      <dgm:t>
        <a:bodyPr/>
        <a:lstStyle/>
        <a:p>
          <a:endParaRPr lang="en-US"/>
        </a:p>
      </dgm:t>
    </dgm:pt>
    <dgm:pt modelId="{6726D3AC-BE0D-F143-9BF7-89B7DF712C32}" type="sibTrans" cxnId="{98E5EC7F-7818-1F4C-B693-E3D64303119C}">
      <dgm:prSet/>
      <dgm:spPr/>
      <dgm:t>
        <a:bodyPr/>
        <a:lstStyle/>
        <a:p>
          <a:endParaRPr lang="en-US"/>
        </a:p>
      </dgm:t>
    </dgm:pt>
    <dgm:pt modelId="{C9348E03-F0DE-334C-A511-B057467648D2}">
      <dgm:prSet/>
      <dgm:spPr/>
      <dgm:t>
        <a:bodyPr/>
        <a:lstStyle/>
        <a:p>
          <a:r>
            <a:rPr lang="en-US" b="1" dirty="0">
              <a:solidFill>
                <a:schemeClr val="accent1"/>
              </a:solidFill>
              <a:highlight>
                <a:srgbClr val="FFFF00"/>
              </a:highlight>
            </a:rPr>
            <a:t>Separate address spaces</a:t>
          </a:r>
        </a:p>
      </dgm:t>
    </dgm:pt>
    <dgm:pt modelId="{FC311450-F9D4-734A-B19F-2E67CC2F6459}" type="parTrans" cxnId="{BEF7AABD-E549-354D-B8AB-400758B20A0F}">
      <dgm:prSet/>
      <dgm:spPr/>
      <dgm:t>
        <a:bodyPr/>
        <a:lstStyle/>
        <a:p>
          <a:endParaRPr lang="en-US"/>
        </a:p>
      </dgm:t>
    </dgm:pt>
    <dgm:pt modelId="{D453CDF1-D479-E247-9DDE-EBEE978ED664}" type="sibTrans" cxnId="{BEF7AABD-E549-354D-B8AB-400758B20A0F}">
      <dgm:prSet/>
      <dgm:spPr/>
      <dgm:t>
        <a:bodyPr/>
        <a:lstStyle/>
        <a:p>
          <a:endParaRPr lang="en-US"/>
        </a:p>
      </dgm:t>
    </dgm:pt>
    <dgm:pt modelId="{1B4230CA-49BE-4FDA-9BD0-728676072E70}">
      <dgm:prSet phldrT="[Text]"/>
      <dgm:spPr/>
      <dgm:t>
        <a:bodyPr/>
        <a:lstStyle/>
        <a:p>
          <a:r>
            <a:rPr lang="en-US" dirty="0"/>
            <a:t>Thread</a:t>
          </a:r>
        </a:p>
      </dgm:t>
    </dgm:pt>
    <dgm:pt modelId="{B0839FC1-AA2C-4574-80B3-A245B528EC7E}" type="parTrans" cxnId="{6FE26050-8277-47C5-BF57-06A03D525463}">
      <dgm:prSet/>
      <dgm:spPr/>
      <dgm:t>
        <a:bodyPr/>
        <a:lstStyle/>
        <a:p>
          <a:endParaRPr lang="en-US"/>
        </a:p>
      </dgm:t>
    </dgm:pt>
    <dgm:pt modelId="{80FA1B0A-2049-4A3D-A953-96A425C67479}" type="sibTrans" cxnId="{6FE26050-8277-47C5-BF57-06A03D525463}">
      <dgm:prSet/>
      <dgm:spPr/>
      <dgm:t>
        <a:bodyPr/>
        <a:lstStyle/>
        <a:p>
          <a:endParaRPr lang="en-US"/>
        </a:p>
      </dgm:t>
    </dgm:pt>
    <dgm:pt modelId="{4CC327F1-05B3-4536-91D8-0F696F84F4F2}">
      <dgm:prSet/>
      <dgm:spPr/>
      <dgm:t>
        <a:bodyPr/>
        <a:lstStyle/>
        <a:p>
          <a:r>
            <a:rPr lang="en-US" dirty="0"/>
            <a:t>Subset of a process</a:t>
          </a:r>
        </a:p>
      </dgm:t>
    </dgm:pt>
    <dgm:pt modelId="{7AB5909F-0D6F-4B96-B302-4A4EB720DD8E}" type="parTrans" cxnId="{E7F280F0-23F7-491C-A4DC-A49B687231BF}">
      <dgm:prSet/>
      <dgm:spPr/>
      <dgm:t>
        <a:bodyPr/>
        <a:lstStyle/>
        <a:p>
          <a:endParaRPr lang="en-US"/>
        </a:p>
      </dgm:t>
    </dgm:pt>
    <dgm:pt modelId="{5A5D990E-36BA-4183-9A28-F4FFF4FF1DE0}" type="sibTrans" cxnId="{E7F280F0-23F7-491C-A4DC-A49B687231BF}">
      <dgm:prSet/>
      <dgm:spPr/>
      <dgm:t>
        <a:bodyPr/>
        <a:lstStyle/>
        <a:p>
          <a:endParaRPr lang="en-US"/>
        </a:p>
      </dgm:t>
    </dgm:pt>
    <dgm:pt modelId="{DF7DEDF5-994A-428C-8599-C180F820D311}">
      <dgm:prSet/>
      <dgm:spPr/>
      <dgm:t>
        <a:bodyPr/>
        <a:lstStyle/>
        <a:p>
          <a:r>
            <a:rPr lang="en-US" dirty="0"/>
            <a:t>Has more state information than threads</a:t>
          </a:r>
        </a:p>
      </dgm:t>
    </dgm:pt>
    <dgm:pt modelId="{1A990EA3-F0B8-40C9-804A-4604D7499405}" type="parTrans" cxnId="{53C0E7FF-4A1C-479A-9CC4-CF95FDE02C5F}">
      <dgm:prSet/>
      <dgm:spPr/>
      <dgm:t>
        <a:bodyPr/>
        <a:lstStyle/>
        <a:p>
          <a:endParaRPr lang="en-US"/>
        </a:p>
      </dgm:t>
    </dgm:pt>
    <dgm:pt modelId="{97B10E4B-FEFD-46D8-AFF6-18FC8F270FC8}" type="sibTrans" cxnId="{53C0E7FF-4A1C-479A-9CC4-CF95FDE02C5F}">
      <dgm:prSet/>
      <dgm:spPr/>
      <dgm:t>
        <a:bodyPr/>
        <a:lstStyle/>
        <a:p>
          <a:endParaRPr lang="en-US"/>
        </a:p>
      </dgm:t>
    </dgm:pt>
    <dgm:pt modelId="{D057BE53-4172-4B86-BFA3-C3A3150D269B}">
      <dgm:prSet/>
      <dgm:spPr/>
      <dgm:t>
        <a:bodyPr/>
        <a:lstStyle/>
        <a:p>
          <a:r>
            <a:rPr lang="en-US" dirty="0"/>
            <a:t>Multiple threads within a process share process state, memory etc.</a:t>
          </a:r>
        </a:p>
      </dgm:t>
    </dgm:pt>
    <dgm:pt modelId="{18E6D6CE-6EE7-4C51-BCB6-0630D7163632}" type="parTrans" cxnId="{760BF7A6-AFC9-44B5-A651-20CBC6C60C04}">
      <dgm:prSet/>
      <dgm:spPr/>
      <dgm:t>
        <a:bodyPr/>
        <a:lstStyle/>
        <a:p>
          <a:endParaRPr lang="en-US"/>
        </a:p>
      </dgm:t>
    </dgm:pt>
    <dgm:pt modelId="{A66D7D91-03F2-4C82-86B6-B44E17E15626}" type="sibTrans" cxnId="{760BF7A6-AFC9-44B5-A651-20CBC6C60C04}">
      <dgm:prSet/>
      <dgm:spPr/>
      <dgm:t>
        <a:bodyPr/>
        <a:lstStyle/>
        <a:p>
          <a:endParaRPr lang="en-US"/>
        </a:p>
      </dgm:t>
    </dgm:pt>
    <dgm:pt modelId="{C6B132EB-E523-46BB-B277-10776E93EA1E}">
      <dgm:prSet/>
      <dgm:spPr/>
      <dgm:t>
        <a:bodyPr/>
        <a:lstStyle/>
        <a:p>
          <a:r>
            <a:rPr lang="en-US" dirty="0"/>
            <a:t>Threads </a:t>
          </a:r>
          <a:r>
            <a:rPr lang="en-US" dirty="0">
              <a:highlight>
                <a:srgbClr val="FFFF00"/>
              </a:highlight>
            </a:rPr>
            <a:t>share</a:t>
          </a:r>
          <a:r>
            <a:rPr lang="en-US" dirty="0"/>
            <a:t> their address space</a:t>
          </a:r>
        </a:p>
      </dgm:t>
    </dgm:pt>
    <dgm:pt modelId="{350A9B24-8E50-48EE-8209-28C6B19C56C6}" type="parTrans" cxnId="{8348E5C7-7ACC-4BD0-BA9E-0ABBC705CFE5}">
      <dgm:prSet/>
      <dgm:spPr/>
      <dgm:t>
        <a:bodyPr/>
        <a:lstStyle/>
        <a:p>
          <a:endParaRPr lang="en-US"/>
        </a:p>
      </dgm:t>
    </dgm:pt>
    <dgm:pt modelId="{537BB822-CBF2-4FB3-8194-266C1144F59A}" type="sibTrans" cxnId="{8348E5C7-7ACC-4BD0-BA9E-0ABBC705CFE5}">
      <dgm:prSet/>
      <dgm:spPr/>
      <dgm:t>
        <a:bodyPr/>
        <a:lstStyle/>
        <a:p>
          <a:endParaRPr lang="en-US"/>
        </a:p>
      </dgm:t>
    </dgm:pt>
    <dgm:pt modelId="{4118B874-B9DF-4340-B503-7A62112AD9AB}" type="pres">
      <dgm:prSet presAssocID="{5A64BEDC-1FFA-2445-A2B4-71CB4B513E0F}" presName="linear" presStyleCnt="0">
        <dgm:presLayoutVars>
          <dgm:animLvl val="lvl"/>
          <dgm:resizeHandles val="exact"/>
        </dgm:presLayoutVars>
      </dgm:prSet>
      <dgm:spPr/>
    </dgm:pt>
    <dgm:pt modelId="{A7FA07F0-CADB-7B40-BA4A-D97041E1B80A}" type="pres">
      <dgm:prSet presAssocID="{64A01B46-ADFB-334F-BEA5-FAA0E77296A3}" presName="parentText" presStyleLbl="node1" presStyleIdx="0" presStyleCnt="2">
        <dgm:presLayoutVars>
          <dgm:chMax val="0"/>
          <dgm:bulletEnabled val="1"/>
        </dgm:presLayoutVars>
      </dgm:prSet>
      <dgm:spPr/>
    </dgm:pt>
    <dgm:pt modelId="{364D31BB-83A3-C745-980D-1D6C1545B46C}" type="pres">
      <dgm:prSet presAssocID="{64A01B46-ADFB-334F-BEA5-FAA0E77296A3}" presName="childText" presStyleLbl="revTx" presStyleIdx="0" presStyleCnt="2">
        <dgm:presLayoutVars>
          <dgm:bulletEnabled val="1"/>
        </dgm:presLayoutVars>
      </dgm:prSet>
      <dgm:spPr/>
    </dgm:pt>
    <dgm:pt modelId="{C078317C-517B-4E5B-86A8-60FBE5867A31}" type="pres">
      <dgm:prSet presAssocID="{1B4230CA-49BE-4FDA-9BD0-728676072E70}" presName="parentText" presStyleLbl="node1" presStyleIdx="1" presStyleCnt="2">
        <dgm:presLayoutVars>
          <dgm:chMax val="0"/>
          <dgm:bulletEnabled val="1"/>
        </dgm:presLayoutVars>
      </dgm:prSet>
      <dgm:spPr/>
    </dgm:pt>
    <dgm:pt modelId="{D8266F49-A822-4EB6-A328-6AC3530468EC}" type="pres">
      <dgm:prSet presAssocID="{1B4230CA-49BE-4FDA-9BD0-728676072E70}" presName="childText" presStyleLbl="revTx" presStyleIdx="1" presStyleCnt="2">
        <dgm:presLayoutVars>
          <dgm:bulletEnabled val="1"/>
        </dgm:presLayoutVars>
      </dgm:prSet>
      <dgm:spPr/>
    </dgm:pt>
  </dgm:ptLst>
  <dgm:cxnLst>
    <dgm:cxn modelId="{6E8FA605-B8F4-4943-9E91-4CFC0CB4FC39}" type="presOf" srcId="{1B4230CA-49BE-4FDA-9BD0-728676072E70}" destId="{C078317C-517B-4E5B-86A8-60FBE5867A31}" srcOrd="0" destOrd="0" presId="urn:microsoft.com/office/officeart/2005/8/layout/vList2"/>
    <dgm:cxn modelId="{91113706-CCC8-42E6-9654-A429C447959A}" type="presOf" srcId="{DF7DEDF5-994A-428C-8599-C180F820D311}" destId="{364D31BB-83A3-C745-980D-1D6C1545B46C}" srcOrd="0" destOrd="1" presId="urn:microsoft.com/office/officeart/2005/8/layout/vList2"/>
    <dgm:cxn modelId="{65D46421-B6EA-354B-81E2-8D264C304CAB}" srcId="{5A64BEDC-1FFA-2445-A2B4-71CB4B513E0F}" destId="{64A01B46-ADFB-334F-BEA5-FAA0E77296A3}" srcOrd="0" destOrd="0" parTransId="{5E2E3C9A-1D80-7E49-96F3-756EB29887C3}" sibTransId="{4C25808B-B632-5645-A35B-69469FC6DCE9}"/>
    <dgm:cxn modelId="{75615D66-37BB-DF4A-B770-69C7C3479CB7}" type="presOf" srcId="{A5483425-E586-134F-9A1E-D862D3F16E27}" destId="{364D31BB-83A3-C745-980D-1D6C1545B46C}" srcOrd="0" destOrd="0" presId="urn:microsoft.com/office/officeart/2005/8/layout/vList2"/>
    <dgm:cxn modelId="{5610A767-C852-42DF-98A9-C146C82B3E28}" type="presOf" srcId="{D057BE53-4172-4B86-BFA3-C3A3150D269B}" destId="{D8266F49-A822-4EB6-A328-6AC3530468EC}" srcOrd="0" destOrd="1" presId="urn:microsoft.com/office/officeart/2005/8/layout/vList2"/>
    <dgm:cxn modelId="{6FE26050-8277-47C5-BF57-06A03D525463}" srcId="{5A64BEDC-1FFA-2445-A2B4-71CB4B513E0F}" destId="{1B4230CA-49BE-4FDA-9BD0-728676072E70}" srcOrd="1" destOrd="0" parTransId="{B0839FC1-AA2C-4574-80B3-A245B528EC7E}" sibTransId="{80FA1B0A-2049-4A3D-A953-96A425C67479}"/>
    <dgm:cxn modelId="{98E5EC7F-7818-1F4C-B693-E3D64303119C}" srcId="{64A01B46-ADFB-334F-BEA5-FAA0E77296A3}" destId="{A5483425-E586-134F-9A1E-D862D3F16E27}" srcOrd="0" destOrd="0" parTransId="{989FCAAA-309A-F441-919A-6561D4259AC7}" sibTransId="{6726D3AC-BE0D-F143-9BF7-89B7DF712C32}"/>
    <dgm:cxn modelId="{760BF7A6-AFC9-44B5-A651-20CBC6C60C04}" srcId="{1B4230CA-49BE-4FDA-9BD0-728676072E70}" destId="{D057BE53-4172-4B86-BFA3-C3A3150D269B}" srcOrd="1" destOrd="0" parTransId="{18E6D6CE-6EE7-4C51-BCB6-0630D7163632}" sibTransId="{A66D7D91-03F2-4C82-86B6-B44E17E15626}"/>
    <dgm:cxn modelId="{BD17CEAE-7B34-4BA5-B78A-B95C74779738}" type="presOf" srcId="{4CC327F1-05B3-4536-91D8-0F696F84F4F2}" destId="{D8266F49-A822-4EB6-A328-6AC3530468EC}" srcOrd="0" destOrd="0" presId="urn:microsoft.com/office/officeart/2005/8/layout/vList2"/>
    <dgm:cxn modelId="{BEF7AABD-E549-354D-B8AB-400758B20A0F}" srcId="{64A01B46-ADFB-334F-BEA5-FAA0E77296A3}" destId="{C9348E03-F0DE-334C-A511-B057467648D2}" srcOrd="2" destOrd="0" parTransId="{FC311450-F9D4-734A-B19F-2E67CC2F6459}" sibTransId="{D453CDF1-D479-E247-9DDE-EBEE978ED664}"/>
    <dgm:cxn modelId="{B8B1ADC4-44B9-9E48-9D12-81CD71732C13}" type="presOf" srcId="{64A01B46-ADFB-334F-BEA5-FAA0E77296A3}" destId="{A7FA07F0-CADB-7B40-BA4A-D97041E1B80A}" srcOrd="0" destOrd="0" presId="urn:microsoft.com/office/officeart/2005/8/layout/vList2"/>
    <dgm:cxn modelId="{8348E5C7-7ACC-4BD0-BA9E-0ABBC705CFE5}" srcId="{1B4230CA-49BE-4FDA-9BD0-728676072E70}" destId="{C6B132EB-E523-46BB-B277-10776E93EA1E}" srcOrd="2" destOrd="0" parTransId="{350A9B24-8E50-48EE-8209-28C6B19C56C6}" sibTransId="{537BB822-CBF2-4FB3-8194-266C1144F59A}"/>
    <dgm:cxn modelId="{631B54DC-0AAF-49F7-9E54-F7B1B4389790}" type="presOf" srcId="{C6B132EB-E523-46BB-B277-10776E93EA1E}" destId="{D8266F49-A822-4EB6-A328-6AC3530468EC}" srcOrd="0" destOrd="2" presId="urn:microsoft.com/office/officeart/2005/8/layout/vList2"/>
    <dgm:cxn modelId="{5D8499E8-35A6-BC42-AAA4-2BC120BE9E2D}" type="presOf" srcId="{5A64BEDC-1FFA-2445-A2B4-71CB4B513E0F}" destId="{4118B874-B9DF-4340-B503-7A62112AD9AB}" srcOrd="0" destOrd="0" presId="urn:microsoft.com/office/officeart/2005/8/layout/vList2"/>
    <dgm:cxn modelId="{E7F280F0-23F7-491C-A4DC-A49B687231BF}" srcId="{1B4230CA-49BE-4FDA-9BD0-728676072E70}" destId="{4CC327F1-05B3-4536-91D8-0F696F84F4F2}" srcOrd="0" destOrd="0" parTransId="{7AB5909F-0D6F-4B96-B302-4A4EB720DD8E}" sibTransId="{5A5D990E-36BA-4183-9A28-F4FFF4FF1DE0}"/>
    <dgm:cxn modelId="{A6367FF1-3CBE-2C40-ACA8-92DF8D8DD6C2}" type="presOf" srcId="{C9348E03-F0DE-334C-A511-B057467648D2}" destId="{364D31BB-83A3-C745-980D-1D6C1545B46C}" srcOrd="0" destOrd="2" presId="urn:microsoft.com/office/officeart/2005/8/layout/vList2"/>
    <dgm:cxn modelId="{53C0E7FF-4A1C-479A-9CC4-CF95FDE02C5F}" srcId="{64A01B46-ADFB-334F-BEA5-FAA0E77296A3}" destId="{DF7DEDF5-994A-428C-8599-C180F820D311}" srcOrd="1" destOrd="0" parTransId="{1A990EA3-F0B8-40C9-804A-4604D7499405}" sibTransId="{97B10E4B-FEFD-46D8-AFF6-18FC8F270FC8}"/>
    <dgm:cxn modelId="{BF281ADD-0D00-0C41-8424-F1FD952CA7EF}" type="presParOf" srcId="{4118B874-B9DF-4340-B503-7A62112AD9AB}" destId="{A7FA07F0-CADB-7B40-BA4A-D97041E1B80A}" srcOrd="0" destOrd="0" presId="urn:microsoft.com/office/officeart/2005/8/layout/vList2"/>
    <dgm:cxn modelId="{884DC73B-9391-F244-ABF0-1C8852A247EE}" type="presParOf" srcId="{4118B874-B9DF-4340-B503-7A62112AD9AB}" destId="{364D31BB-83A3-C745-980D-1D6C1545B46C}" srcOrd="1" destOrd="0" presId="urn:microsoft.com/office/officeart/2005/8/layout/vList2"/>
    <dgm:cxn modelId="{52396DE4-BA4A-41AE-BC18-83C1813BD52D}" type="presParOf" srcId="{4118B874-B9DF-4340-B503-7A62112AD9AB}" destId="{C078317C-517B-4E5B-86A8-60FBE5867A31}" srcOrd="2" destOrd="0" presId="urn:microsoft.com/office/officeart/2005/8/layout/vList2"/>
    <dgm:cxn modelId="{A829BD9B-6D84-47D7-B510-8CB5CFC7948A}" type="presParOf" srcId="{4118B874-B9DF-4340-B503-7A62112AD9AB}" destId="{D8266F49-A822-4EB6-A328-6AC3530468EC}" srcOrd="3"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4.xml><?xml version="1.0" encoding="utf-8"?>
<dgm:dataModel xmlns:dgm="http://schemas.openxmlformats.org/drawingml/2006/diagram" xmlns:a="http://schemas.openxmlformats.org/drawingml/2006/main">
  <dgm:ptLst>
    <dgm:pt modelId="{83E14DA5-D759-F541-8B16-977471FE3DF9}" type="doc">
      <dgm:prSet loTypeId="urn:microsoft.com/office/officeart/2005/8/layout/hList1" loCatId="list" qsTypeId="urn:microsoft.com/office/officeart/2005/8/quickstyle/simple4" qsCatId="simple" csTypeId="urn:microsoft.com/office/officeart/2005/8/colors/accent1_2" csCatId="accent1" phldr="1"/>
      <dgm:spPr/>
      <dgm:t>
        <a:bodyPr/>
        <a:lstStyle/>
        <a:p>
          <a:endParaRPr lang="en-US"/>
        </a:p>
      </dgm:t>
    </dgm:pt>
    <dgm:pt modelId="{D7084217-1845-9443-93AB-30DC4AA11EB0}">
      <dgm:prSet phldrT="[Text]"/>
      <dgm:spPr>
        <a:solidFill>
          <a:schemeClr val="accent6"/>
        </a:solidFill>
        <a:ln>
          <a:solidFill>
            <a:schemeClr val="accent6"/>
          </a:solidFill>
        </a:ln>
      </dgm:spPr>
      <dgm:t>
        <a:bodyPr/>
        <a:lstStyle/>
        <a:p>
          <a:r>
            <a:rPr lang="en-US" dirty="0"/>
            <a:t>Grand Central Dispatch (GCD)</a:t>
          </a:r>
        </a:p>
      </dgm:t>
    </dgm:pt>
    <dgm:pt modelId="{760370DB-04CA-7B49-B5C4-A679EDABD512}" type="parTrans" cxnId="{24DAE6BB-D8DF-5143-A72E-6049FEAD2BF3}">
      <dgm:prSet/>
      <dgm:spPr/>
      <dgm:t>
        <a:bodyPr/>
        <a:lstStyle/>
        <a:p>
          <a:endParaRPr lang="en-US"/>
        </a:p>
      </dgm:t>
    </dgm:pt>
    <dgm:pt modelId="{D99E7A39-65C9-C543-90E9-57126E738AF3}" type="sibTrans" cxnId="{24DAE6BB-D8DF-5143-A72E-6049FEAD2BF3}">
      <dgm:prSet/>
      <dgm:spPr/>
      <dgm:t>
        <a:bodyPr/>
        <a:lstStyle/>
        <a:p>
          <a:endParaRPr lang="en-US"/>
        </a:p>
      </dgm:t>
    </dgm:pt>
    <dgm:pt modelId="{A95A777E-66FA-9341-B41F-4EF7DA82342C}">
      <dgm:prSet/>
      <dgm:spPr>
        <a:solidFill>
          <a:schemeClr val="bg1"/>
        </a:solidFill>
        <a:ln>
          <a:solidFill>
            <a:schemeClr val="accent6">
              <a:lumMod val="75000"/>
            </a:schemeClr>
          </a:solidFill>
        </a:ln>
      </dgm:spPr>
      <dgm:t>
        <a:bodyPr/>
        <a:lstStyle/>
        <a:p>
          <a:r>
            <a:rPr lang="en-US" dirty="0"/>
            <a:t>implemented in Mac Os X 10.6</a:t>
          </a:r>
        </a:p>
      </dgm:t>
    </dgm:pt>
    <dgm:pt modelId="{77504356-B8E2-EC4D-B4ED-CA531002EA23}" type="parTrans" cxnId="{1AD99CA3-47EE-B548-8783-F8EAF01F161C}">
      <dgm:prSet/>
      <dgm:spPr/>
      <dgm:t>
        <a:bodyPr/>
        <a:lstStyle/>
        <a:p>
          <a:endParaRPr lang="en-US"/>
        </a:p>
      </dgm:t>
    </dgm:pt>
    <dgm:pt modelId="{9C27BFE1-60F9-244B-83A2-DA67669C84CC}" type="sibTrans" cxnId="{1AD99CA3-47EE-B548-8783-F8EAF01F161C}">
      <dgm:prSet/>
      <dgm:spPr/>
      <dgm:t>
        <a:bodyPr/>
        <a:lstStyle/>
        <a:p>
          <a:endParaRPr lang="en-US"/>
        </a:p>
      </dgm:t>
    </dgm:pt>
    <dgm:pt modelId="{8D2722F4-9906-A54F-8748-1365DFCBABEB}">
      <dgm:prSet/>
      <dgm:spPr>
        <a:solidFill>
          <a:schemeClr val="bg1"/>
        </a:solidFill>
        <a:ln>
          <a:solidFill>
            <a:schemeClr val="accent6">
              <a:lumMod val="75000"/>
            </a:schemeClr>
          </a:solidFill>
        </a:ln>
      </dgm:spPr>
      <dgm:t>
        <a:bodyPr/>
        <a:lstStyle/>
        <a:p>
          <a:r>
            <a:rPr lang="en-US" dirty="0"/>
            <a:t>helps a developer once something has been identified that can be split off into a separate task</a:t>
          </a:r>
        </a:p>
      </dgm:t>
    </dgm:pt>
    <dgm:pt modelId="{EC74E4BA-6B40-584D-A148-A100AC6AF120}" type="parTrans" cxnId="{E4AA986F-F91D-5341-BC60-A33A5D31843D}">
      <dgm:prSet/>
      <dgm:spPr/>
      <dgm:t>
        <a:bodyPr/>
        <a:lstStyle/>
        <a:p>
          <a:endParaRPr lang="en-US"/>
        </a:p>
      </dgm:t>
    </dgm:pt>
    <dgm:pt modelId="{CAB96874-2ACF-1446-97E2-FCA0C1C0BA7E}" type="sibTrans" cxnId="{E4AA986F-F91D-5341-BC60-A33A5D31843D}">
      <dgm:prSet/>
      <dgm:spPr/>
      <dgm:t>
        <a:bodyPr/>
        <a:lstStyle/>
        <a:p>
          <a:endParaRPr lang="en-US"/>
        </a:p>
      </dgm:t>
    </dgm:pt>
    <dgm:pt modelId="{D1B43AF8-A02E-054E-871F-DEC40E7E73DC}">
      <dgm:prSet/>
      <dgm:spPr>
        <a:solidFill>
          <a:schemeClr val="bg1"/>
        </a:solidFill>
        <a:ln>
          <a:solidFill>
            <a:schemeClr val="accent6">
              <a:lumMod val="75000"/>
            </a:schemeClr>
          </a:solidFill>
        </a:ln>
      </dgm:spPr>
      <dgm:t>
        <a:bodyPr/>
        <a:lstStyle/>
        <a:p>
          <a:r>
            <a:rPr lang="en-US" b="1" dirty="0">
              <a:solidFill>
                <a:schemeClr val="accent1"/>
              </a:solidFill>
            </a:rPr>
            <a:t>thread pool </a:t>
          </a:r>
          <a:r>
            <a:rPr lang="en-US" dirty="0"/>
            <a:t>mechanism</a:t>
          </a:r>
        </a:p>
      </dgm:t>
    </dgm:pt>
    <dgm:pt modelId="{F623C994-A9E0-9345-A554-E268F9E5F634}" type="parTrans" cxnId="{8698926F-F022-DA46-977A-1855A3971571}">
      <dgm:prSet/>
      <dgm:spPr/>
      <dgm:t>
        <a:bodyPr/>
        <a:lstStyle/>
        <a:p>
          <a:endParaRPr lang="en-US"/>
        </a:p>
      </dgm:t>
    </dgm:pt>
    <dgm:pt modelId="{53EED6B0-12BA-414B-ADC8-70A399B8A3F0}" type="sibTrans" cxnId="{8698926F-F022-DA46-977A-1855A3971571}">
      <dgm:prSet/>
      <dgm:spPr/>
      <dgm:t>
        <a:bodyPr/>
        <a:lstStyle/>
        <a:p>
          <a:endParaRPr lang="en-US"/>
        </a:p>
      </dgm:t>
    </dgm:pt>
    <dgm:pt modelId="{9F4051FA-0D78-AA46-BE4B-48BBD6F414CE}" type="pres">
      <dgm:prSet presAssocID="{83E14DA5-D759-F541-8B16-977471FE3DF9}" presName="Name0" presStyleCnt="0">
        <dgm:presLayoutVars>
          <dgm:dir/>
          <dgm:animLvl val="lvl"/>
          <dgm:resizeHandles val="exact"/>
        </dgm:presLayoutVars>
      </dgm:prSet>
      <dgm:spPr/>
    </dgm:pt>
    <dgm:pt modelId="{57C72012-269C-3D40-A4D5-EFBA05C0C8F2}" type="pres">
      <dgm:prSet presAssocID="{D7084217-1845-9443-93AB-30DC4AA11EB0}" presName="composite" presStyleCnt="0"/>
      <dgm:spPr/>
    </dgm:pt>
    <dgm:pt modelId="{60FCBC03-7B76-DD48-803C-C7963A0171D5}" type="pres">
      <dgm:prSet presAssocID="{D7084217-1845-9443-93AB-30DC4AA11EB0}" presName="parTx" presStyleLbl="alignNode1" presStyleIdx="0" presStyleCnt="1">
        <dgm:presLayoutVars>
          <dgm:chMax val="0"/>
          <dgm:chPref val="0"/>
          <dgm:bulletEnabled val="1"/>
        </dgm:presLayoutVars>
      </dgm:prSet>
      <dgm:spPr/>
    </dgm:pt>
    <dgm:pt modelId="{C4E7449B-DB6D-5C4E-8BE9-0CBFAC0E778B}" type="pres">
      <dgm:prSet presAssocID="{D7084217-1845-9443-93AB-30DC4AA11EB0}" presName="desTx" presStyleLbl="alignAccFollowNode1" presStyleIdx="0" presStyleCnt="1">
        <dgm:presLayoutVars>
          <dgm:bulletEnabled val="1"/>
        </dgm:presLayoutVars>
      </dgm:prSet>
      <dgm:spPr/>
    </dgm:pt>
  </dgm:ptLst>
  <dgm:cxnLst>
    <dgm:cxn modelId="{94AE9132-BBE6-C749-90B5-F60EC140CE55}" type="presOf" srcId="{83E14DA5-D759-F541-8B16-977471FE3DF9}" destId="{9F4051FA-0D78-AA46-BE4B-48BBD6F414CE}" srcOrd="0" destOrd="0" presId="urn:microsoft.com/office/officeart/2005/8/layout/hList1"/>
    <dgm:cxn modelId="{8698926F-F022-DA46-977A-1855A3971571}" srcId="{D7084217-1845-9443-93AB-30DC4AA11EB0}" destId="{D1B43AF8-A02E-054E-871F-DEC40E7E73DC}" srcOrd="2" destOrd="0" parTransId="{F623C994-A9E0-9345-A554-E268F9E5F634}" sibTransId="{53EED6B0-12BA-414B-ADC8-70A399B8A3F0}"/>
    <dgm:cxn modelId="{E4AA986F-F91D-5341-BC60-A33A5D31843D}" srcId="{D7084217-1845-9443-93AB-30DC4AA11EB0}" destId="{8D2722F4-9906-A54F-8748-1365DFCBABEB}" srcOrd="1" destOrd="0" parTransId="{EC74E4BA-6B40-584D-A148-A100AC6AF120}" sibTransId="{CAB96874-2ACF-1446-97E2-FCA0C1C0BA7E}"/>
    <dgm:cxn modelId="{ADD07192-354E-9F4D-9509-A6F9575565A5}" type="presOf" srcId="{A95A777E-66FA-9341-B41F-4EF7DA82342C}" destId="{C4E7449B-DB6D-5C4E-8BE9-0CBFAC0E778B}" srcOrd="0" destOrd="0" presId="urn:microsoft.com/office/officeart/2005/8/layout/hList1"/>
    <dgm:cxn modelId="{1AD99CA3-47EE-B548-8783-F8EAF01F161C}" srcId="{D7084217-1845-9443-93AB-30DC4AA11EB0}" destId="{A95A777E-66FA-9341-B41F-4EF7DA82342C}" srcOrd="0" destOrd="0" parTransId="{77504356-B8E2-EC4D-B4ED-CA531002EA23}" sibTransId="{9C27BFE1-60F9-244B-83A2-DA67669C84CC}"/>
    <dgm:cxn modelId="{EDC90EB9-4A86-FE43-A480-00D8D2F280B0}" type="presOf" srcId="{D1B43AF8-A02E-054E-871F-DEC40E7E73DC}" destId="{C4E7449B-DB6D-5C4E-8BE9-0CBFAC0E778B}" srcOrd="0" destOrd="2" presId="urn:microsoft.com/office/officeart/2005/8/layout/hList1"/>
    <dgm:cxn modelId="{24DAE6BB-D8DF-5143-A72E-6049FEAD2BF3}" srcId="{83E14DA5-D759-F541-8B16-977471FE3DF9}" destId="{D7084217-1845-9443-93AB-30DC4AA11EB0}" srcOrd="0" destOrd="0" parTransId="{760370DB-04CA-7B49-B5C4-A679EDABD512}" sibTransId="{D99E7A39-65C9-C543-90E9-57126E738AF3}"/>
    <dgm:cxn modelId="{0EC198DD-F189-954E-8226-A3D856C185CC}" type="presOf" srcId="{8D2722F4-9906-A54F-8748-1365DFCBABEB}" destId="{C4E7449B-DB6D-5C4E-8BE9-0CBFAC0E778B}" srcOrd="0" destOrd="1" presId="urn:microsoft.com/office/officeart/2005/8/layout/hList1"/>
    <dgm:cxn modelId="{CE0F16F5-F4A0-244A-B27C-3AF8B2DDDF9E}" type="presOf" srcId="{D7084217-1845-9443-93AB-30DC4AA11EB0}" destId="{60FCBC03-7B76-DD48-803C-C7963A0171D5}" srcOrd="0" destOrd="0" presId="urn:microsoft.com/office/officeart/2005/8/layout/hList1"/>
    <dgm:cxn modelId="{69B9ED6E-D32C-B345-B346-60B4D95D6CDB}" type="presParOf" srcId="{9F4051FA-0D78-AA46-BE4B-48BBD6F414CE}" destId="{57C72012-269C-3D40-A4D5-EFBA05C0C8F2}" srcOrd="0" destOrd="0" presId="urn:microsoft.com/office/officeart/2005/8/layout/hList1"/>
    <dgm:cxn modelId="{EFE6FECC-D865-7540-8B0A-A5D1A9418DB7}" type="presParOf" srcId="{57C72012-269C-3D40-A4D5-EFBA05C0C8F2}" destId="{60FCBC03-7B76-DD48-803C-C7963A0171D5}" srcOrd="0" destOrd="0" presId="urn:microsoft.com/office/officeart/2005/8/layout/hList1"/>
    <dgm:cxn modelId="{2C9F050F-8B64-3541-9D50-A9B8090F45FC}" type="presParOf" srcId="{57C72012-269C-3D40-A4D5-EFBA05C0C8F2}" destId="{C4E7449B-DB6D-5C4E-8BE9-0CBFAC0E778B}"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AE4A990-5AA0-034B-8CCF-8670DC0A0746}">
      <dsp:nvSpPr>
        <dsp:cNvPr id="0" name=""/>
        <dsp:cNvSpPr/>
      </dsp:nvSpPr>
      <dsp:spPr>
        <a:xfrm>
          <a:off x="0" y="6515"/>
          <a:ext cx="5257800" cy="748800"/>
        </a:xfrm>
        <a:prstGeom prst="rect">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w="15875" cap="flat" cmpd="sng" algn="ctr">
          <a:solidFill>
            <a:schemeClr val="accent1">
              <a:hueOff val="0"/>
              <a:satOff val="0"/>
              <a:lumOff val="0"/>
              <a:alphaOff val="0"/>
            </a:schemeClr>
          </a:solidFill>
          <a:prstDash val="solid"/>
        </a:ln>
        <a:effectLst/>
      </dsp:spPr>
      <dsp:style>
        <a:lnRef idx="1">
          <a:scrgbClr r="0" g="0" b="0"/>
        </a:lnRef>
        <a:fillRef idx="3">
          <a:scrgbClr r="0" g="0" b="0"/>
        </a:fillRef>
        <a:effectRef idx="2">
          <a:scrgbClr r="0" g="0" b="0"/>
        </a:effectRef>
        <a:fontRef idx="minor">
          <a:schemeClr val="lt1"/>
        </a:fontRef>
      </dsp:style>
      <dsp:txBody>
        <a:bodyPr spcFirstLastPara="0" vert="horz" wrap="square" lIns="184912" tIns="105664" rIns="184912" bIns="105664" numCol="1" spcCol="1270" anchor="ctr" anchorCtr="0">
          <a:noAutofit/>
        </a:bodyPr>
        <a:lstStyle/>
        <a:p>
          <a:pPr marL="0" lvl="0" indent="0" algn="ctr" defTabSz="1155700">
            <a:lnSpc>
              <a:spcPct val="90000"/>
            </a:lnSpc>
            <a:spcBef>
              <a:spcPct val="0"/>
            </a:spcBef>
            <a:spcAft>
              <a:spcPct val="35000"/>
            </a:spcAft>
            <a:buNone/>
          </a:pPr>
          <a:r>
            <a:rPr lang="en-US" sz="2600" kern="1200" dirty="0"/>
            <a:t>Main objectives of an OS:</a:t>
          </a:r>
        </a:p>
      </dsp:txBody>
      <dsp:txXfrm>
        <a:off x="0" y="6515"/>
        <a:ext cx="5257800" cy="748800"/>
      </dsp:txXfrm>
    </dsp:sp>
    <dsp:sp modelId="{D90CF14F-E010-5649-9AC4-6BBF9E914CA0}">
      <dsp:nvSpPr>
        <dsp:cNvPr id="0" name=""/>
        <dsp:cNvSpPr/>
      </dsp:nvSpPr>
      <dsp:spPr>
        <a:xfrm>
          <a:off x="0" y="755315"/>
          <a:ext cx="5257800" cy="1498769"/>
        </a:xfrm>
        <a:prstGeom prst="rect">
          <a:avLst/>
        </a:prstGeom>
        <a:solidFill>
          <a:schemeClr val="bg1"/>
        </a:solidFill>
        <a:ln w="15875" cap="flat" cmpd="sng" algn="ctr">
          <a:solidFill>
            <a:schemeClr val="accent1">
              <a:lumMod val="7500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38684" tIns="138684" rIns="184912" bIns="208026" numCol="1" spcCol="1270" anchor="t" anchorCtr="0">
          <a:noAutofit/>
        </a:bodyPr>
        <a:lstStyle/>
        <a:p>
          <a:pPr marL="228600" lvl="1" indent="-228600" algn="l" defTabSz="1155700">
            <a:lnSpc>
              <a:spcPct val="90000"/>
            </a:lnSpc>
            <a:spcBef>
              <a:spcPct val="0"/>
            </a:spcBef>
            <a:spcAft>
              <a:spcPct val="15000"/>
            </a:spcAft>
            <a:buChar char="•"/>
          </a:pPr>
          <a:r>
            <a:rPr lang="en-US" sz="2600" kern="1200" dirty="0"/>
            <a:t>convenience</a:t>
          </a:r>
        </a:p>
        <a:p>
          <a:pPr marL="228600" lvl="1" indent="-228600" algn="l" defTabSz="1155700">
            <a:lnSpc>
              <a:spcPct val="90000"/>
            </a:lnSpc>
            <a:spcBef>
              <a:spcPct val="0"/>
            </a:spcBef>
            <a:spcAft>
              <a:spcPct val="15000"/>
            </a:spcAft>
            <a:buChar char="•"/>
          </a:pPr>
          <a:r>
            <a:rPr lang="en-US" sz="2600" kern="1200" dirty="0"/>
            <a:t>efficiency</a:t>
          </a:r>
        </a:p>
        <a:p>
          <a:pPr marL="228600" lvl="1" indent="-228600" algn="l" defTabSz="1155700">
            <a:lnSpc>
              <a:spcPct val="90000"/>
            </a:lnSpc>
            <a:spcBef>
              <a:spcPct val="0"/>
            </a:spcBef>
            <a:spcAft>
              <a:spcPct val="15000"/>
            </a:spcAft>
            <a:buChar char="•"/>
          </a:pPr>
          <a:r>
            <a:rPr lang="en-US" sz="2600" kern="1200" dirty="0"/>
            <a:t>ability to evolve</a:t>
          </a:r>
        </a:p>
      </dsp:txBody>
      <dsp:txXfrm>
        <a:off x="0" y="755315"/>
        <a:ext cx="5257800" cy="149876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C63F472-A208-BC48-9954-72AE57388841}">
      <dsp:nvSpPr>
        <dsp:cNvPr id="0" name=""/>
        <dsp:cNvSpPr/>
      </dsp:nvSpPr>
      <dsp:spPr>
        <a:xfrm>
          <a:off x="228577" y="228597"/>
          <a:ext cx="2090400" cy="543980"/>
        </a:xfrm>
        <a:prstGeom prst="roundRect">
          <a:avLst/>
        </a:prstGeom>
        <a:solidFill>
          <a:schemeClr val="accent3">
            <a:lumMod val="7500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t>hardware upgrades</a:t>
          </a:r>
        </a:p>
      </dsp:txBody>
      <dsp:txXfrm>
        <a:off x="255132" y="255152"/>
        <a:ext cx="2037290" cy="490870"/>
      </dsp:txXfrm>
    </dsp:sp>
    <dsp:sp modelId="{06E7AF27-17CB-6C41-9B00-422CDBA69BDA}">
      <dsp:nvSpPr>
        <dsp:cNvPr id="0" name=""/>
        <dsp:cNvSpPr/>
      </dsp:nvSpPr>
      <dsp:spPr>
        <a:xfrm>
          <a:off x="990596" y="740854"/>
          <a:ext cx="2743254" cy="563848"/>
        </a:xfrm>
        <a:prstGeom prst="roundRect">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t>new types of hardware</a:t>
          </a:r>
        </a:p>
      </dsp:txBody>
      <dsp:txXfrm>
        <a:off x="1018121" y="768379"/>
        <a:ext cx="2688204" cy="508798"/>
      </dsp:txXfrm>
    </dsp:sp>
    <dsp:sp modelId="{54C39DF2-6921-BB4E-8411-E1AA720107FC}">
      <dsp:nvSpPr>
        <dsp:cNvPr id="0" name=""/>
        <dsp:cNvSpPr/>
      </dsp:nvSpPr>
      <dsp:spPr>
        <a:xfrm>
          <a:off x="2133564" y="1300729"/>
          <a:ext cx="2395060" cy="496765"/>
        </a:xfrm>
        <a:prstGeom prst="roundRect">
          <a:avLst/>
        </a:prstGeom>
        <a:solidFill>
          <a:schemeClr val="accent2">
            <a:lumMod val="7500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t>new services</a:t>
          </a:r>
        </a:p>
      </dsp:txBody>
      <dsp:txXfrm>
        <a:off x="2157814" y="1324979"/>
        <a:ext cx="2346560" cy="448265"/>
      </dsp:txXfrm>
    </dsp:sp>
    <dsp:sp modelId="{87EED797-7526-BB4E-8C40-6D097D0CBF95}">
      <dsp:nvSpPr>
        <dsp:cNvPr id="0" name=""/>
        <dsp:cNvSpPr/>
      </dsp:nvSpPr>
      <dsp:spPr>
        <a:xfrm>
          <a:off x="3048038" y="1798342"/>
          <a:ext cx="2133523" cy="555835"/>
        </a:xfrm>
        <a:prstGeom prst="roundRect">
          <a:avLst/>
        </a:prstGeom>
        <a:solidFill>
          <a:schemeClr val="accent6"/>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t>Fixes</a:t>
          </a:r>
        </a:p>
      </dsp:txBody>
      <dsp:txXfrm>
        <a:off x="3075172" y="1825476"/>
        <a:ext cx="2079255" cy="50156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274B0A6-A780-AC4D-A192-A17A96D7D56B}">
      <dsp:nvSpPr>
        <dsp:cNvPr id="0" name=""/>
        <dsp:cNvSpPr/>
      </dsp:nvSpPr>
      <dsp:spPr>
        <a:xfrm>
          <a:off x="162559" y="0"/>
          <a:ext cx="6990080" cy="4368800"/>
        </a:xfrm>
        <a:prstGeom prst="swooshArrow">
          <a:avLst>
            <a:gd name="adj1" fmla="val 25000"/>
            <a:gd name="adj2" fmla="val 25000"/>
          </a:avLst>
        </a:prstGeom>
        <a:solidFill>
          <a:schemeClr val="accent1">
            <a:tint val="40000"/>
            <a:hueOff val="0"/>
            <a:satOff val="0"/>
            <a:lumOff val="0"/>
            <a:alphaOff val="0"/>
          </a:schemeClr>
        </a:solidFill>
        <a:ln>
          <a:solidFill>
            <a:schemeClr val="accent1">
              <a:lumMod val="75000"/>
            </a:schemeClr>
          </a:solidFill>
        </a:ln>
        <a:effectLst/>
      </dsp:spPr>
      <dsp:style>
        <a:lnRef idx="0">
          <a:scrgbClr r="0" g="0" b="0"/>
        </a:lnRef>
        <a:fillRef idx="1">
          <a:scrgbClr r="0" g="0" b="0"/>
        </a:fillRef>
        <a:effectRef idx="2">
          <a:scrgbClr r="0" g="0" b="0"/>
        </a:effectRef>
        <a:fontRef idx="minor"/>
      </dsp:style>
    </dsp:sp>
    <dsp:sp modelId="{14244A61-2F42-FE4C-B4AE-14F538A72BD4}">
      <dsp:nvSpPr>
        <dsp:cNvPr id="0" name=""/>
        <dsp:cNvSpPr/>
      </dsp:nvSpPr>
      <dsp:spPr>
        <a:xfrm>
          <a:off x="851082" y="3248639"/>
          <a:ext cx="160771" cy="160771"/>
        </a:xfrm>
        <a:prstGeom prst="ellipse">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sp>
    <dsp:sp modelId="{68990ADE-EECC-A843-9CB8-385F4DCE6884}">
      <dsp:nvSpPr>
        <dsp:cNvPr id="0" name=""/>
        <dsp:cNvSpPr/>
      </dsp:nvSpPr>
      <dsp:spPr>
        <a:xfrm>
          <a:off x="931468" y="3583026"/>
          <a:ext cx="1195303" cy="53177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5190" tIns="0" rIns="0" bIns="0" numCol="1" spcCol="1270" anchor="t" anchorCtr="0">
          <a:noAutofit/>
        </a:bodyPr>
        <a:lstStyle/>
        <a:p>
          <a:pPr marL="0" lvl="0" indent="0" algn="l" defTabSz="800100">
            <a:lnSpc>
              <a:spcPct val="90000"/>
            </a:lnSpc>
            <a:spcBef>
              <a:spcPct val="0"/>
            </a:spcBef>
            <a:spcAft>
              <a:spcPct val="35000"/>
            </a:spcAft>
            <a:buNone/>
          </a:pPr>
          <a:r>
            <a:rPr lang="en-NZ" sz="1800" b="1" kern="1200" dirty="0">
              <a:solidFill>
                <a:srgbClr val="FF0000"/>
              </a:solidFill>
            </a:rPr>
            <a:t>Serial Processing</a:t>
          </a:r>
          <a:endParaRPr lang="en-US" sz="1800" b="1" kern="1200" dirty="0">
            <a:solidFill>
              <a:srgbClr val="FF0000"/>
            </a:solidFill>
          </a:endParaRPr>
        </a:p>
      </dsp:txBody>
      <dsp:txXfrm>
        <a:off x="931468" y="3583026"/>
        <a:ext cx="1195303" cy="531771"/>
      </dsp:txXfrm>
    </dsp:sp>
    <dsp:sp modelId="{9AA8AB03-D64A-C342-B37C-4CCC9DA9EB94}">
      <dsp:nvSpPr>
        <dsp:cNvPr id="0" name=""/>
        <dsp:cNvSpPr/>
      </dsp:nvSpPr>
      <dsp:spPr>
        <a:xfrm>
          <a:off x="1986970" y="2232456"/>
          <a:ext cx="279603" cy="279603"/>
        </a:xfrm>
        <a:prstGeom prst="ellipse">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sp>
    <dsp:sp modelId="{CD842123-1D21-A749-9096-4D7D760BAAD9}">
      <dsp:nvSpPr>
        <dsp:cNvPr id="0" name=""/>
        <dsp:cNvSpPr/>
      </dsp:nvSpPr>
      <dsp:spPr>
        <a:xfrm>
          <a:off x="2057398" y="2895591"/>
          <a:ext cx="1467916" cy="79745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8156" tIns="0" rIns="0" bIns="0" numCol="1" spcCol="1270" anchor="t" anchorCtr="0">
          <a:noAutofit/>
        </a:bodyPr>
        <a:lstStyle/>
        <a:p>
          <a:pPr marL="0" lvl="0" indent="0" algn="l" defTabSz="800100">
            <a:lnSpc>
              <a:spcPct val="90000"/>
            </a:lnSpc>
            <a:spcBef>
              <a:spcPct val="0"/>
            </a:spcBef>
            <a:spcAft>
              <a:spcPct val="35000"/>
            </a:spcAft>
            <a:buNone/>
          </a:pPr>
          <a:r>
            <a:rPr lang="en-NZ" sz="1800" kern="1200" dirty="0"/>
            <a:t>Simple Batch Systems</a:t>
          </a:r>
        </a:p>
      </dsp:txBody>
      <dsp:txXfrm>
        <a:off x="2057398" y="2895591"/>
        <a:ext cx="1467916" cy="797458"/>
      </dsp:txXfrm>
    </dsp:sp>
    <dsp:sp modelId="{36778976-587A-8042-87A9-FC1C9FD954F8}">
      <dsp:nvSpPr>
        <dsp:cNvPr id="0" name=""/>
        <dsp:cNvSpPr/>
      </dsp:nvSpPr>
      <dsp:spPr>
        <a:xfrm>
          <a:off x="3437412" y="1483644"/>
          <a:ext cx="370474" cy="370474"/>
        </a:xfrm>
        <a:prstGeom prst="ellipse">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sp>
    <dsp:sp modelId="{D9519E44-3DC2-2543-B587-8A3BE587954F}">
      <dsp:nvSpPr>
        <dsp:cNvPr id="0" name=""/>
        <dsp:cNvSpPr/>
      </dsp:nvSpPr>
      <dsp:spPr>
        <a:xfrm>
          <a:off x="3200403" y="2209796"/>
          <a:ext cx="2107194" cy="7036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6307" tIns="0" rIns="0" bIns="0" numCol="1" spcCol="1270" anchor="t" anchorCtr="0">
          <a:noAutofit/>
        </a:bodyPr>
        <a:lstStyle/>
        <a:p>
          <a:pPr marL="0" lvl="0" indent="0" algn="l" defTabSz="800100">
            <a:lnSpc>
              <a:spcPct val="90000"/>
            </a:lnSpc>
            <a:spcBef>
              <a:spcPct val="0"/>
            </a:spcBef>
            <a:spcAft>
              <a:spcPct val="35000"/>
            </a:spcAft>
            <a:buNone/>
          </a:pPr>
          <a:r>
            <a:rPr lang="en-NZ" sz="1800" kern="1200" dirty="0"/>
            <a:t>Multiprogrammed Batch Systems</a:t>
          </a:r>
        </a:p>
      </dsp:txBody>
      <dsp:txXfrm>
        <a:off x="3200403" y="2209796"/>
        <a:ext cx="2107194" cy="703679"/>
      </dsp:txXfrm>
    </dsp:sp>
    <dsp:sp modelId="{6C5317EB-E0BB-C646-8AC7-1B8FB3CE6475}">
      <dsp:nvSpPr>
        <dsp:cNvPr id="0" name=""/>
        <dsp:cNvSpPr/>
      </dsp:nvSpPr>
      <dsp:spPr>
        <a:xfrm>
          <a:off x="5017170" y="988222"/>
          <a:ext cx="496295" cy="496295"/>
        </a:xfrm>
        <a:prstGeom prst="ellipse">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sp>
    <dsp:sp modelId="{9DBEC3F6-5D1C-984A-A8A3-A5F0342491D8}">
      <dsp:nvSpPr>
        <dsp:cNvPr id="0" name=""/>
        <dsp:cNvSpPr/>
      </dsp:nvSpPr>
      <dsp:spPr>
        <a:xfrm>
          <a:off x="5105396" y="1752594"/>
          <a:ext cx="1275282" cy="9988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2977" tIns="0" rIns="0" bIns="0" numCol="1" spcCol="1270" anchor="t" anchorCtr="0">
          <a:noAutofit/>
        </a:bodyPr>
        <a:lstStyle/>
        <a:p>
          <a:pPr marL="0" lvl="0" indent="0" algn="l" defTabSz="800100">
            <a:lnSpc>
              <a:spcPct val="90000"/>
            </a:lnSpc>
            <a:spcBef>
              <a:spcPct val="0"/>
            </a:spcBef>
            <a:spcAft>
              <a:spcPct val="35000"/>
            </a:spcAft>
            <a:buNone/>
          </a:pPr>
          <a:r>
            <a:rPr lang="en-NZ" sz="1800" kern="1200" dirty="0"/>
            <a:t>Time Sharing Systems</a:t>
          </a:r>
        </a:p>
      </dsp:txBody>
      <dsp:txXfrm>
        <a:off x="5105396" y="1752594"/>
        <a:ext cx="1275282" cy="998869"/>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274B0A6-A780-AC4D-A192-A17A96D7D56B}">
      <dsp:nvSpPr>
        <dsp:cNvPr id="0" name=""/>
        <dsp:cNvSpPr/>
      </dsp:nvSpPr>
      <dsp:spPr>
        <a:xfrm>
          <a:off x="162559" y="0"/>
          <a:ext cx="6990080" cy="4368800"/>
        </a:xfrm>
        <a:prstGeom prst="swooshArrow">
          <a:avLst>
            <a:gd name="adj1" fmla="val 25000"/>
            <a:gd name="adj2" fmla="val 25000"/>
          </a:avLst>
        </a:prstGeom>
        <a:solidFill>
          <a:schemeClr val="accent1">
            <a:tint val="40000"/>
            <a:hueOff val="0"/>
            <a:satOff val="0"/>
            <a:lumOff val="0"/>
            <a:alphaOff val="0"/>
          </a:schemeClr>
        </a:solidFill>
        <a:ln>
          <a:solidFill>
            <a:schemeClr val="accent1">
              <a:lumMod val="75000"/>
            </a:schemeClr>
          </a:solidFill>
        </a:ln>
        <a:effectLst/>
      </dsp:spPr>
      <dsp:style>
        <a:lnRef idx="0">
          <a:scrgbClr r="0" g="0" b="0"/>
        </a:lnRef>
        <a:fillRef idx="1">
          <a:scrgbClr r="0" g="0" b="0"/>
        </a:fillRef>
        <a:effectRef idx="2">
          <a:scrgbClr r="0" g="0" b="0"/>
        </a:effectRef>
        <a:fontRef idx="minor"/>
      </dsp:style>
    </dsp:sp>
    <dsp:sp modelId="{14244A61-2F42-FE4C-B4AE-14F538A72BD4}">
      <dsp:nvSpPr>
        <dsp:cNvPr id="0" name=""/>
        <dsp:cNvSpPr/>
      </dsp:nvSpPr>
      <dsp:spPr>
        <a:xfrm>
          <a:off x="851082" y="3248639"/>
          <a:ext cx="160771" cy="160771"/>
        </a:xfrm>
        <a:prstGeom prst="ellipse">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sp>
    <dsp:sp modelId="{68990ADE-EECC-A843-9CB8-385F4DCE6884}">
      <dsp:nvSpPr>
        <dsp:cNvPr id="0" name=""/>
        <dsp:cNvSpPr/>
      </dsp:nvSpPr>
      <dsp:spPr>
        <a:xfrm>
          <a:off x="931468" y="3583026"/>
          <a:ext cx="1195303" cy="53177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5190" tIns="0" rIns="0" bIns="0" numCol="1" spcCol="1270" anchor="t" anchorCtr="0">
          <a:noAutofit/>
        </a:bodyPr>
        <a:lstStyle/>
        <a:p>
          <a:pPr marL="0" lvl="0" indent="0" algn="l" defTabSz="800100">
            <a:lnSpc>
              <a:spcPct val="90000"/>
            </a:lnSpc>
            <a:spcBef>
              <a:spcPct val="0"/>
            </a:spcBef>
            <a:spcAft>
              <a:spcPct val="35000"/>
            </a:spcAft>
            <a:buNone/>
          </a:pPr>
          <a:r>
            <a:rPr lang="en-NZ" sz="1800" kern="1200" dirty="0"/>
            <a:t>Serial Processing</a:t>
          </a:r>
          <a:endParaRPr lang="en-US" sz="1800" kern="1200" dirty="0"/>
        </a:p>
      </dsp:txBody>
      <dsp:txXfrm>
        <a:off x="931468" y="3583026"/>
        <a:ext cx="1195303" cy="531771"/>
      </dsp:txXfrm>
    </dsp:sp>
    <dsp:sp modelId="{9AA8AB03-D64A-C342-B37C-4CCC9DA9EB94}">
      <dsp:nvSpPr>
        <dsp:cNvPr id="0" name=""/>
        <dsp:cNvSpPr/>
      </dsp:nvSpPr>
      <dsp:spPr>
        <a:xfrm>
          <a:off x="1986970" y="2232456"/>
          <a:ext cx="279603" cy="279603"/>
        </a:xfrm>
        <a:prstGeom prst="ellipse">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sp>
    <dsp:sp modelId="{CD842123-1D21-A749-9096-4D7D760BAAD9}">
      <dsp:nvSpPr>
        <dsp:cNvPr id="0" name=""/>
        <dsp:cNvSpPr/>
      </dsp:nvSpPr>
      <dsp:spPr>
        <a:xfrm>
          <a:off x="2057398" y="2895591"/>
          <a:ext cx="1467916" cy="79745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8156" tIns="0" rIns="0" bIns="0" numCol="1" spcCol="1270" anchor="t" anchorCtr="0">
          <a:noAutofit/>
        </a:bodyPr>
        <a:lstStyle/>
        <a:p>
          <a:pPr marL="0" lvl="0" indent="0" algn="l" defTabSz="800100">
            <a:lnSpc>
              <a:spcPct val="90000"/>
            </a:lnSpc>
            <a:spcBef>
              <a:spcPct val="0"/>
            </a:spcBef>
            <a:spcAft>
              <a:spcPct val="35000"/>
            </a:spcAft>
            <a:buNone/>
          </a:pPr>
          <a:r>
            <a:rPr lang="en-NZ" sz="1800" b="1" kern="1200" dirty="0">
              <a:solidFill>
                <a:srgbClr val="FF0000"/>
              </a:solidFill>
            </a:rPr>
            <a:t>Simple Batch Systems</a:t>
          </a:r>
        </a:p>
      </dsp:txBody>
      <dsp:txXfrm>
        <a:off x="2057398" y="2895591"/>
        <a:ext cx="1467916" cy="797458"/>
      </dsp:txXfrm>
    </dsp:sp>
    <dsp:sp modelId="{36778976-587A-8042-87A9-FC1C9FD954F8}">
      <dsp:nvSpPr>
        <dsp:cNvPr id="0" name=""/>
        <dsp:cNvSpPr/>
      </dsp:nvSpPr>
      <dsp:spPr>
        <a:xfrm>
          <a:off x="3437412" y="1483644"/>
          <a:ext cx="370474" cy="370474"/>
        </a:xfrm>
        <a:prstGeom prst="ellipse">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sp>
    <dsp:sp modelId="{D9519E44-3DC2-2543-B587-8A3BE587954F}">
      <dsp:nvSpPr>
        <dsp:cNvPr id="0" name=""/>
        <dsp:cNvSpPr/>
      </dsp:nvSpPr>
      <dsp:spPr>
        <a:xfrm>
          <a:off x="3200403" y="2209796"/>
          <a:ext cx="2107194" cy="7036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6307" tIns="0" rIns="0" bIns="0" numCol="1" spcCol="1270" anchor="t" anchorCtr="0">
          <a:noAutofit/>
        </a:bodyPr>
        <a:lstStyle/>
        <a:p>
          <a:pPr marL="0" lvl="0" indent="0" algn="l" defTabSz="800100">
            <a:lnSpc>
              <a:spcPct val="90000"/>
            </a:lnSpc>
            <a:spcBef>
              <a:spcPct val="0"/>
            </a:spcBef>
            <a:spcAft>
              <a:spcPct val="35000"/>
            </a:spcAft>
            <a:buNone/>
          </a:pPr>
          <a:r>
            <a:rPr lang="en-NZ" sz="1800" kern="1200" dirty="0"/>
            <a:t>Multiprogrammed Batch Systems</a:t>
          </a:r>
        </a:p>
      </dsp:txBody>
      <dsp:txXfrm>
        <a:off x="3200403" y="2209796"/>
        <a:ext cx="2107194" cy="703679"/>
      </dsp:txXfrm>
    </dsp:sp>
    <dsp:sp modelId="{6C5317EB-E0BB-C646-8AC7-1B8FB3CE6475}">
      <dsp:nvSpPr>
        <dsp:cNvPr id="0" name=""/>
        <dsp:cNvSpPr/>
      </dsp:nvSpPr>
      <dsp:spPr>
        <a:xfrm>
          <a:off x="5017170" y="988222"/>
          <a:ext cx="496295" cy="496295"/>
        </a:xfrm>
        <a:prstGeom prst="ellipse">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sp>
    <dsp:sp modelId="{9DBEC3F6-5D1C-984A-A8A3-A5F0342491D8}">
      <dsp:nvSpPr>
        <dsp:cNvPr id="0" name=""/>
        <dsp:cNvSpPr/>
      </dsp:nvSpPr>
      <dsp:spPr>
        <a:xfrm>
          <a:off x="5105396" y="1752594"/>
          <a:ext cx="1275282" cy="9988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2977" tIns="0" rIns="0" bIns="0" numCol="1" spcCol="1270" anchor="t" anchorCtr="0">
          <a:noAutofit/>
        </a:bodyPr>
        <a:lstStyle/>
        <a:p>
          <a:pPr marL="0" lvl="0" indent="0" algn="l" defTabSz="800100">
            <a:lnSpc>
              <a:spcPct val="90000"/>
            </a:lnSpc>
            <a:spcBef>
              <a:spcPct val="0"/>
            </a:spcBef>
            <a:spcAft>
              <a:spcPct val="35000"/>
            </a:spcAft>
            <a:buNone/>
          </a:pPr>
          <a:r>
            <a:rPr lang="en-NZ" sz="1800" kern="1200" dirty="0"/>
            <a:t>Time Sharing Systems</a:t>
          </a:r>
        </a:p>
      </dsp:txBody>
      <dsp:txXfrm>
        <a:off x="5105396" y="1752594"/>
        <a:ext cx="1275282" cy="998869"/>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4E20ED8-9E78-0743-A964-AB099207626E}">
      <dsp:nvSpPr>
        <dsp:cNvPr id="0" name=""/>
        <dsp:cNvSpPr/>
      </dsp:nvSpPr>
      <dsp:spPr>
        <a:xfrm>
          <a:off x="2072641" y="330357"/>
          <a:ext cx="3562612" cy="1076591"/>
        </a:xfrm>
        <a:prstGeom prst="roundRect">
          <a:avLst>
            <a:gd name="adj" fmla="val 10000"/>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26670" tIns="26670" rIns="26670" bIns="26670" numCol="1" spcCol="1270" anchor="ctr" anchorCtr="0">
          <a:noAutofit/>
        </a:bodyPr>
        <a:lstStyle/>
        <a:p>
          <a:pPr marL="0" lvl="0" indent="0" algn="ctr" defTabSz="933450" rtl="0">
            <a:lnSpc>
              <a:spcPct val="90000"/>
            </a:lnSpc>
            <a:spcBef>
              <a:spcPct val="0"/>
            </a:spcBef>
            <a:spcAft>
              <a:spcPct val="35000"/>
            </a:spcAft>
            <a:buNone/>
          </a:pPr>
          <a:r>
            <a:rPr lang="en-US" sz="2100" kern="1200" dirty="0"/>
            <a:t>Special type of programming language used to provide instructions to the monitor</a:t>
          </a:r>
        </a:p>
      </dsp:txBody>
      <dsp:txXfrm>
        <a:off x="2104173" y="361889"/>
        <a:ext cx="3499548" cy="1013527"/>
      </dsp:txXfrm>
    </dsp:sp>
    <dsp:sp modelId="{A5A3E6ED-4CCD-E54E-9A1B-DA75B953AAEA}">
      <dsp:nvSpPr>
        <dsp:cNvPr id="0" name=""/>
        <dsp:cNvSpPr/>
      </dsp:nvSpPr>
      <dsp:spPr>
        <a:xfrm rot="5400000">
          <a:off x="3759745" y="1501150"/>
          <a:ext cx="188403" cy="188403"/>
        </a:xfrm>
        <a:prstGeom prst="rightArrow">
          <a:avLst>
            <a:gd name="adj1" fmla="val 66700"/>
            <a:gd name="adj2" fmla="val 50000"/>
          </a:avLst>
        </a:prstGeom>
        <a:solidFill>
          <a:schemeClr val="tx2">
            <a:alpha val="90000"/>
          </a:schemeClr>
        </a:solidFill>
        <a:ln>
          <a:noFill/>
        </a:ln>
        <a:effectLst/>
      </dsp:spPr>
      <dsp:style>
        <a:lnRef idx="0">
          <a:scrgbClr r="0" g="0" b="0"/>
        </a:lnRef>
        <a:fillRef idx="3">
          <a:scrgbClr r="0" g="0" b="0"/>
        </a:fillRef>
        <a:effectRef idx="2">
          <a:scrgbClr r="0" g="0" b="0"/>
        </a:effectRef>
        <a:fontRef idx="minor">
          <a:schemeClr val="lt1"/>
        </a:fontRef>
      </dsp:style>
    </dsp:sp>
    <dsp:sp modelId="{569CB027-7CF0-9B4D-84C1-093791E27A8E}">
      <dsp:nvSpPr>
        <dsp:cNvPr id="0" name=""/>
        <dsp:cNvSpPr/>
      </dsp:nvSpPr>
      <dsp:spPr>
        <a:xfrm>
          <a:off x="1828793" y="1783755"/>
          <a:ext cx="4050307" cy="1076591"/>
        </a:xfrm>
        <a:prstGeom prst="roundRect">
          <a:avLst>
            <a:gd name="adj" fmla="val 10000"/>
          </a:avLst>
        </a:prstGeom>
        <a:solidFill>
          <a:schemeClr val="bg1"/>
        </a:solidFill>
        <a:ln w="15875" cap="flat" cmpd="sng" algn="ctr">
          <a:solidFill>
            <a:schemeClr val="accent6"/>
          </a:solidFill>
          <a:prstDash val="solid"/>
        </a:ln>
        <a:effectLst/>
      </dsp:spPr>
      <dsp:style>
        <a:lnRef idx="1">
          <a:scrgbClr r="0" g="0" b="0"/>
        </a:lnRef>
        <a:fillRef idx="1">
          <a:scrgbClr r="0" g="0" b="0"/>
        </a:fillRef>
        <a:effectRef idx="0">
          <a:scrgbClr r="0" g="0" b="0"/>
        </a:effectRef>
        <a:fontRef idx="minor"/>
      </dsp:style>
      <dsp:txBody>
        <a:bodyPr spcFirstLastPara="0" vert="horz" wrap="square" lIns="40640" tIns="40640" rIns="40640" bIns="40640" numCol="1" spcCol="1270" anchor="ctr" anchorCtr="0">
          <a:noAutofit/>
        </a:bodyPr>
        <a:lstStyle/>
        <a:p>
          <a:pPr marL="0" lvl="0" indent="0" algn="ctr" defTabSz="1422400" rtl="0">
            <a:lnSpc>
              <a:spcPct val="90000"/>
            </a:lnSpc>
            <a:spcBef>
              <a:spcPct val="0"/>
            </a:spcBef>
            <a:spcAft>
              <a:spcPct val="35000"/>
            </a:spcAft>
            <a:buNone/>
          </a:pPr>
          <a:r>
            <a:rPr lang="en-US" sz="3200" kern="1200" dirty="0">
              <a:solidFill>
                <a:schemeClr val="tx1"/>
              </a:solidFill>
            </a:rPr>
            <a:t>what compiler to use</a:t>
          </a:r>
        </a:p>
      </dsp:txBody>
      <dsp:txXfrm>
        <a:off x="1860325" y="1815287"/>
        <a:ext cx="3987243" cy="1013527"/>
      </dsp:txXfrm>
    </dsp:sp>
    <dsp:sp modelId="{161882D6-7C8A-B249-8241-DD2C41894718}">
      <dsp:nvSpPr>
        <dsp:cNvPr id="0" name=""/>
        <dsp:cNvSpPr/>
      </dsp:nvSpPr>
      <dsp:spPr>
        <a:xfrm rot="5400000">
          <a:off x="3853947" y="2885420"/>
          <a:ext cx="0" cy="188403"/>
        </a:xfrm>
        <a:prstGeom prst="rightArrow">
          <a:avLst>
            <a:gd name="adj1" fmla="val 66700"/>
            <a:gd name="adj2" fmla="val 50000"/>
          </a:avLst>
        </a:prstGeom>
        <a:solidFill>
          <a:schemeClr val="tx2">
            <a:alpha val="90000"/>
          </a:schemeClr>
        </a:solidFill>
        <a:ln>
          <a:noFill/>
        </a:ln>
        <a:effectLst/>
      </dsp:spPr>
      <dsp:style>
        <a:lnRef idx="0">
          <a:scrgbClr r="0" g="0" b="0"/>
        </a:lnRef>
        <a:fillRef idx="3">
          <a:scrgbClr r="0" g="0" b="0"/>
        </a:fillRef>
        <a:effectRef idx="2">
          <a:scrgbClr r="0" g="0" b="0"/>
        </a:effectRef>
        <a:fontRef idx="minor">
          <a:schemeClr val="lt1"/>
        </a:fontRef>
      </dsp:style>
    </dsp:sp>
    <dsp:sp modelId="{5951BF98-9B04-6B4B-B2C9-5892F2A4DC9C}">
      <dsp:nvSpPr>
        <dsp:cNvPr id="0" name=""/>
        <dsp:cNvSpPr/>
      </dsp:nvSpPr>
      <dsp:spPr>
        <a:xfrm>
          <a:off x="1798325" y="2910494"/>
          <a:ext cx="4111243" cy="1076591"/>
        </a:xfrm>
        <a:prstGeom prst="roundRect">
          <a:avLst>
            <a:gd name="adj" fmla="val 10000"/>
          </a:avLst>
        </a:prstGeom>
        <a:solidFill>
          <a:schemeClr val="bg1"/>
        </a:solidFill>
        <a:ln w="15875" cap="flat" cmpd="sng" algn="ctr">
          <a:solidFill>
            <a:schemeClr val="accent6"/>
          </a:solidFill>
          <a:prstDash val="solid"/>
        </a:ln>
        <a:effectLst/>
      </dsp:spPr>
      <dsp:style>
        <a:lnRef idx="1">
          <a:scrgbClr r="0" g="0" b="0"/>
        </a:lnRef>
        <a:fillRef idx="1">
          <a:scrgbClr r="0" g="0" b="0"/>
        </a:fillRef>
        <a:effectRef idx="0">
          <a:scrgbClr r="0" g="0" b="0"/>
        </a:effectRef>
        <a:fontRef idx="minor"/>
      </dsp:style>
      <dsp:txBody>
        <a:bodyPr spcFirstLastPara="0" vert="horz" wrap="square" lIns="40640" tIns="40640" rIns="40640" bIns="40640" numCol="1" spcCol="1270" anchor="ctr" anchorCtr="0">
          <a:noAutofit/>
        </a:bodyPr>
        <a:lstStyle/>
        <a:p>
          <a:pPr marL="0" lvl="0" indent="0" algn="ctr" defTabSz="1422400" rtl="0">
            <a:lnSpc>
              <a:spcPct val="90000"/>
            </a:lnSpc>
            <a:spcBef>
              <a:spcPct val="0"/>
            </a:spcBef>
            <a:spcAft>
              <a:spcPct val="35000"/>
            </a:spcAft>
            <a:buNone/>
          </a:pPr>
          <a:r>
            <a:rPr lang="en-US" sz="3200" kern="1200" dirty="0">
              <a:solidFill>
                <a:schemeClr val="tx1"/>
              </a:solidFill>
            </a:rPr>
            <a:t>what data to use</a:t>
          </a:r>
        </a:p>
      </dsp:txBody>
      <dsp:txXfrm>
        <a:off x="1829857" y="2942026"/>
        <a:ext cx="4048179" cy="1013527"/>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16CAC94-6033-ED45-9937-89B21B10E203}">
      <dsp:nvSpPr>
        <dsp:cNvPr id="0" name=""/>
        <dsp:cNvSpPr/>
      </dsp:nvSpPr>
      <dsp:spPr>
        <a:xfrm>
          <a:off x="0" y="420712"/>
          <a:ext cx="8229600" cy="1102500"/>
        </a:xfrm>
        <a:prstGeom prst="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38708" tIns="416560" rIns="638708" bIns="142240" numCol="1" spcCol="1270" anchor="t" anchorCtr="0">
          <a:noAutofit/>
        </a:bodyPr>
        <a:lstStyle/>
        <a:p>
          <a:pPr marL="228600" lvl="1" indent="-228600" algn="l" defTabSz="889000" rtl="0">
            <a:lnSpc>
              <a:spcPct val="90000"/>
            </a:lnSpc>
            <a:spcBef>
              <a:spcPct val="0"/>
            </a:spcBef>
            <a:spcAft>
              <a:spcPct val="15000"/>
            </a:spcAft>
            <a:buChar char="•"/>
          </a:pPr>
          <a:r>
            <a:rPr lang="en-US" sz="2000" kern="1200" dirty="0"/>
            <a:t>while the user program is executing, it must not alter the memory area containing the monitor</a:t>
          </a:r>
        </a:p>
      </dsp:txBody>
      <dsp:txXfrm>
        <a:off x="0" y="420712"/>
        <a:ext cx="8229600" cy="1102500"/>
      </dsp:txXfrm>
    </dsp:sp>
    <dsp:sp modelId="{149ADC22-A787-BD43-AE53-1E5F9F0EF60D}">
      <dsp:nvSpPr>
        <dsp:cNvPr id="0" name=""/>
        <dsp:cNvSpPr/>
      </dsp:nvSpPr>
      <dsp:spPr>
        <a:xfrm>
          <a:off x="411480" y="125512"/>
          <a:ext cx="5760720" cy="590400"/>
        </a:xfrm>
        <a:prstGeom prst="roundRect">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217742" tIns="0" rIns="217742" bIns="0" numCol="1" spcCol="1270" anchor="ctr" anchorCtr="0">
          <a:noAutofit/>
        </a:bodyPr>
        <a:lstStyle/>
        <a:p>
          <a:pPr marL="0" lvl="0" indent="0" algn="l" defTabSz="889000" rtl="0">
            <a:lnSpc>
              <a:spcPct val="90000"/>
            </a:lnSpc>
            <a:spcBef>
              <a:spcPct val="0"/>
            </a:spcBef>
            <a:spcAft>
              <a:spcPct val="35000"/>
            </a:spcAft>
            <a:buNone/>
          </a:pPr>
          <a:r>
            <a:rPr lang="en-US" sz="2000" kern="1200" dirty="0"/>
            <a:t>Memory protection for monitor</a:t>
          </a:r>
        </a:p>
      </dsp:txBody>
      <dsp:txXfrm>
        <a:off x="440301" y="154333"/>
        <a:ext cx="5703078" cy="532758"/>
      </dsp:txXfrm>
    </dsp:sp>
    <dsp:sp modelId="{C121F52B-3C08-654C-83AE-2EAF2AB55D38}">
      <dsp:nvSpPr>
        <dsp:cNvPr id="0" name=""/>
        <dsp:cNvSpPr/>
      </dsp:nvSpPr>
      <dsp:spPr>
        <a:xfrm>
          <a:off x="0" y="1926412"/>
          <a:ext cx="8229600" cy="834750"/>
        </a:xfrm>
        <a:prstGeom prst="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38708" tIns="416560" rIns="638708" bIns="142240" numCol="1" spcCol="1270" anchor="t" anchorCtr="0">
          <a:noAutofit/>
        </a:bodyPr>
        <a:lstStyle/>
        <a:p>
          <a:pPr marL="228600" lvl="1" indent="-228600" algn="l" defTabSz="889000" rtl="0">
            <a:lnSpc>
              <a:spcPct val="90000"/>
            </a:lnSpc>
            <a:spcBef>
              <a:spcPct val="0"/>
            </a:spcBef>
            <a:spcAft>
              <a:spcPct val="15000"/>
            </a:spcAft>
            <a:buChar char="•"/>
          </a:pPr>
          <a:r>
            <a:rPr lang="en-US" sz="2000" kern="1200" dirty="0"/>
            <a:t>prevents a job from monopolizing the system</a:t>
          </a:r>
        </a:p>
      </dsp:txBody>
      <dsp:txXfrm>
        <a:off x="0" y="1926412"/>
        <a:ext cx="8229600" cy="834750"/>
      </dsp:txXfrm>
    </dsp:sp>
    <dsp:sp modelId="{EFED6759-161A-0247-881A-8697555D7731}">
      <dsp:nvSpPr>
        <dsp:cNvPr id="0" name=""/>
        <dsp:cNvSpPr/>
      </dsp:nvSpPr>
      <dsp:spPr>
        <a:xfrm>
          <a:off x="411480" y="1631212"/>
          <a:ext cx="5760720" cy="590400"/>
        </a:xfrm>
        <a:prstGeom prst="roundRect">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217742" tIns="0" rIns="217742" bIns="0" numCol="1" spcCol="1270" anchor="ctr" anchorCtr="0">
          <a:noAutofit/>
        </a:bodyPr>
        <a:lstStyle/>
        <a:p>
          <a:pPr marL="0" lvl="0" indent="0" algn="l" defTabSz="889000" rtl="0">
            <a:lnSpc>
              <a:spcPct val="90000"/>
            </a:lnSpc>
            <a:spcBef>
              <a:spcPct val="0"/>
            </a:spcBef>
            <a:spcAft>
              <a:spcPct val="35000"/>
            </a:spcAft>
            <a:buNone/>
          </a:pPr>
          <a:r>
            <a:rPr lang="en-US" sz="2000" kern="1200" dirty="0"/>
            <a:t>Timer</a:t>
          </a:r>
        </a:p>
      </dsp:txBody>
      <dsp:txXfrm>
        <a:off x="440301" y="1660033"/>
        <a:ext cx="5703078" cy="532758"/>
      </dsp:txXfrm>
    </dsp:sp>
    <dsp:sp modelId="{5DD7CB04-61EF-8749-9728-DC4AEA3DB611}">
      <dsp:nvSpPr>
        <dsp:cNvPr id="0" name=""/>
        <dsp:cNvSpPr/>
      </dsp:nvSpPr>
      <dsp:spPr>
        <a:xfrm>
          <a:off x="0" y="3164362"/>
          <a:ext cx="8229600" cy="834750"/>
        </a:xfrm>
        <a:prstGeom prst="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38708" tIns="416560" rIns="638708" bIns="142240" numCol="1" spcCol="1270" anchor="t" anchorCtr="0">
          <a:noAutofit/>
        </a:bodyPr>
        <a:lstStyle/>
        <a:p>
          <a:pPr marL="228600" lvl="1" indent="-228600" algn="l" defTabSz="889000" rtl="0">
            <a:lnSpc>
              <a:spcPct val="90000"/>
            </a:lnSpc>
            <a:spcBef>
              <a:spcPct val="0"/>
            </a:spcBef>
            <a:spcAft>
              <a:spcPct val="15000"/>
            </a:spcAft>
            <a:buChar char="•"/>
          </a:pPr>
          <a:r>
            <a:rPr lang="en-US" sz="2000" kern="1200" dirty="0"/>
            <a:t>can only be executed by the monitor</a:t>
          </a:r>
        </a:p>
      </dsp:txBody>
      <dsp:txXfrm>
        <a:off x="0" y="3164362"/>
        <a:ext cx="8229600" cy="834750"/>
      </dsp:txXfrm>
    </dsp:sp>
    <dsp:sp modelId="{F1A4EEB2-F42C-DC47-9AAD-66A3C8EDB4FF}">
      <dsp:nvSpPr>
        <dsp:cNvPr id="0" name=""/>
        <dsp:cNvSpPr/>
      </dsp:nvSpPr>
      <dsp:spPr>
        <a:xfrm>
          <a:off x="411480" y="2869162"/>
          <a:ext cx="5760720" cy="590400"/>
        </a:xfrm>
        <a:prstGeom prst="roundRect">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217742" tIns="0" rIns="217742" bIns="0" numCol="1" spcCol="1270" anchor="ctr" anchorCtr="0">
          <a:noAutofit/>
        </a:bodyPr>
        <a:lstStyle/>
        <a:p>
          <a:pPr marL="0" lvl="0" indent="0" algn="l" defTabSz="889000" rtl="0">
            <a:lnSpc>
              <a:spcPct val="90000"/>
            </a:lnSpc>
            <a:spcBef>
              <a:spcPct val="0"/>
            </a:spcBef>
            <a:spcAft>
              <a:spcPct val="35000"/>
            </a:spcAft>
            <a:buNone/>
          </a:pPr>
          <a:r>
            <a:rPr lang="en-US" sz="2000" kern="1200" dirty="0"/>
            <a:t>Privileged instructions</a:t>
          </a:r>
        </a:p>
      </dsp:txBody>
      <dsp:txXfrm>
        <a:off x="440301" y="2897983"/>
        <a:ext cx="5703078" cy="532758"/>
      </dsp:txXfrm>
    </dsp:sp>
    <dsp:sp modelId="{7A96011C-FD4C-4E48-A721-EBACBA9C917E}">
      <dsp:nvSpPr>
        <dsp:cNvPr id="0" name=""/>
        <dsp:cNvSpPr/>
      </dsp:nvSpPr>
      <dsp:spPr>
        <a:xfrm>
          <a:off x="0" y="4402312"/>
          <a:ext cx="8229600" cy="834750"/>
        </a:xfrm>
        <a:prstGeom prst="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38708" tIns="416560" rIns="638708" bIns="142240" numCol="1" spcCol="1270" anchor="t" anchorCtr="0">
          <a:noAutofit/>
        </a:bodyPr>
        <a:lstStyle/>
        <a:p>
          <a:pPr marL="228600" lvl="1" indent="-228600" algn="l" defTabSz="889000" rtl="0">
            <a:lnSpc>
              <a:spcPct val="90000"/>
            </a:lnSpc>
            <a:spcBef>
              <a:spcPct val="0"/>
            </a:spcBef>
            <a:spcAft>
              <a:spcPct val="15000"/>
            </a:spcAft>
            <a:buChar char="•"/>
          </a:pPr>
          <a:r>
            <a:rPr lang="en-US" sz="2000" kern="1200" dirty="0"/>
            <a:t>gives monitor more flexibility in controlling user programs</a:t>
          </a:r>
        </a:p>
      </dsp:txBody>
      <dsp:txXfrm>
        <a:off x="0" y="4402312"/>
        <a:ext cx="8229600" cy="834750"/>
      </dsp:txXfrm>
    </dsp:sp>
    <dsp:sp modelId="{80D85195-02CD-764C-97FD-8C9D668486D7}">
      <dsp:nvSpPr>
        <dsp:cNvPr id="0" name=""/>
        <dsp:cNvSpPr/>
      </dsp:nvSpPr>
      <dsp:spPr>
        <a:xfrm>
          <a:off x="411480" y="4107112"/>
          <a:ext cx="5760720" cy="590400"/>
        </a:xfrm>
        <a:prstGeom prst="roundRect">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217742" tIns="0" rIns="217742" bIns="0" numCol="1" spcCol="1270" anchor="ctr" anchorCtr="0">
          <a:noAutofit/>
        </a:bodyPr>
        <a:lstStyle/>
        <a:p>
          <a:pPr marL="0" lvl="0" indent="0" algn="l" defTabSz="889000" rtl="0">
            <a:lnSpc>
              <a:spcPct val="90000"/>
            </a:lnSpc>
            <a:spcBef>
              <a:spcPct val="0"/>
            </a:spcBef>
            <a:spcAft>
              <a:spcPct val="35000"/>
            </a:spcAft>
            <a:buNone/>
          </a:pPr>
          <a:r>
            <a:rPr lang="en-US" sz="2000" kern="1200" dirty="0"/>
            <a:t>Interrupts</a:t>
          </a:r>
        </a:p>
      </dsp:txBody>
      <dsp:txXfrm>
        <a:off x="440301" y="4135933"/>
        <a:ext cx="5703078" cy="532758"/>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2A33E13-DCDF-E341-9AC4-85F30FCF821E}">
      <dsp:nvSpPr>
        <dsp:cNvPr id="0" name=""/>
        <dsp:cNvSpPr/>
      </dsp:nvSpPr>
      <dsp:spPr>
        <a:xfrm rot="16200000">
          <a:off x="-696117" y="700236"/>
          <a:ext cx="5362575" cy="3962102"/>
        </a:xfrm>
        <a:prstGeom prst="flowChartManualOperation">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209550" tIns="0" rIns="211460" bIns="0" numCol="1" spcCol="1270" anchor="t" anchorCtr="0">
          <a:noAutofit/>
        </a:bodyPr>
        <a:lstStyle/>
        <a:p>
          <a:pPr marL="0" lvl="0" indent="0" algn="l" defTabSz="1466850" rtl="0">
            <a:lnSpc>
              <a:spcPct val="90000"/>
            </a:lnSpc>
            <a:spcBef>
              <a:spcPct val="0"/>
            </a:spcBef>
            <a:spcAft>
              <a:spcPct val="35000"/>
            </a:spcAft>
            <a:buNone/>
          </a:pPr>
          <a:r>
            <a:rPr lang="en-US" sz="3300" kern="1200" dirty="0"/>
            <a:t>User Mode</a:t>
          </a:r>
        </a:p>
        <a:p>
          <a:pPr marL="228600" lvl="1" indent="-228600" algn="l" defTabSz="1155700" rtl="0">
            <a:lnSpc>
              <a:spcPct val="90000"/>
            </a:lnSpc>
            <a:spcBef>
              <a:spcPct val="0"/>
            </a:spcBef>
            <a:spcAft>
              <a:spcPct val="15000"/>
            </a:spcAft>
            <a:buChar char="•"/>
          </a:pPr>
          <a:r>
            <a:rPr lang="en-US" sz="2600" kern="1200" dirty="0"/>
            <a:t>user program executes in user mode </a:t>
          </a:r>
        </a:p>
        <a:p>
          <a:pPr marL="228600" lvl="1" indent="-228600" algn="l" defTabSz="1155700" rtl="0">
            <a:lnSpc>
              <a:spcPct val="90000"/>
            </a:lnSpc>
            <a:spcBef>
              <a:spcPct val="0"/>
            </a:spcBef>
            <a:spcAft>
              <a:spcPct val="15000"/>
            </a:spcAft>
            <a:buChar char="•"/>
          </a:pPr>
          <a:r>
            <a:rPr lang="en-US" sz="2600" kern="1200" dirty="0"/>
            <a:t>certain areas of memory are protected from user access</a:t>
          </a:r>
        </a:p>
        <a:p>
          <a:pPr marL="228600" lvl="1" indent="-228600" algn="l" defTabSz="1155700" rtl="0">
            <a:lnSpc>
              <a:spcPct val="90000"/>
            </a:lnSpc>
            <a:spcBef>
              <a:spcPct val="0"/>
            </a:spcBef>
            <a:spcAft>
              <a:spcPct val="15000"/>
            </a:spcAft>
            <a:buChar char="•"/>
          </a:pPr>
          <a:r>
            <a:rPr lang="en-US" sz="2600" kern="1200" dirty="0"/>
            <a:t>certain instructions may not be executed</a:t>
          </a:r>
        </a:p>
      </dsp:txBody>
      <dsp:txXfrm rot="5400000">
        <a:off x="4120" y="1072514"/>
        <a:ext cx="3962102" cy="3217545"/>
      </dsp:txXfrm>
    </dsp:sp>
    <dsp:sp modelId="{B00B1CAD-B259-2E45-8456-48DD193C9431}">
      <dsp:nvSpPr>
        <dsp:cNvPr id="0" name=""/>
        <dsp:cNvSpPr/>
      </dsp:nvSpPr>
      <dsp:spPr>
        <a:xfrm rot="16200000">
          <a:off x="3563142" y="700236"/>
          <a:ext cx="5362575" cy="3962102"/>
        </a:xfrm>
        <a:prstGeom prst="flowChartManualOperation">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209550" tIns="0" rIns="211460" bIns="0" numCol="1" spcCol="1270" anchor="t" anchorCtr="0">
          <a:noAutofit/>
        </a:bodyPr>
        <a:lstStyle/>
        <a:p>
          <a:pPr marL="0" lvl="0" indent="0" algn="l" defTabSz="1466850" rtl="0">
            <a:lnSpc>
              <a:spcPct val="90000"/>
            </a:lnSpc>
            <a:spcBef>
              <a:spcPct val="0"/>
            </a:spcBef>
            <a:spcAft>
              <a:spcPct val="35000"/>
            </a:spcAft>
            <a:buNone/>
          </a:pPr>
          <a:r>
            <a:rPr lang="en-US" sz="3300" kern="1200" dirty="0"/>
            <a:t>Kernel Mode</a:t>
          </a:r>
        </a:p>
        <a:p>
          <a:pPr marL="228600" lvl="1" indent="-228600" algn="l" defTabSz="1155700" rtl="0">
            <a:lnSpc>
              <a:spcPct val="90000"/>
            </a:lnSpc>
            <a:spcBef>
              <a:spcPct val="0"/>
            </a:spcBef>
            <a:spcAft>
              <a:spcPct val="15000"/>
            </a:spcAft>
            <a:buChar char="•"/>
          </a:pPr>
          <a:r>
            <a:rPr lang="en-US" sz="2600" kern="1200" dirty="0"/>
            <a:t>monitor executes in kernel mode</a:t>
          </a:r>
        </a:p>
        <a:p>
          <a:pPr marL="228600" lvl="1" indent="-228600" algn="l" defTabSz="1155700" rtl="0">
            <a:lnSpc>
              <a:spcPct val="90000"/>
            </a:lnSpc>
            <a:spcBef>
              <a:spcPct val="0"/>
            </a:spcBef>
            <a:spcAft>
              <a:spcPct val="15000"/>
            </a:spcAft>
            <a:buChar char="•"/>
          </a:pPr>
          <a:r>
            <a:rPr lang="en-US" sz="2600" kern="1200" dirty="0"/>
            <a:t>privileged instructions may be executed</a:t>
          </a:r>
        </a:p>
        <a:p>
          <a:pPr marL="228600" lvl="1" indent="-228600" algn="l" defTabSz="1155700" rtl="0">
            <a:lnSpc>
              <a:spcPct val="90000"/>
            </a:lnSpc>
            <a:spcBef>
              <a:spcPct val="0"/>
            </a:spcBef>
            <a:spcAft>
              <a:spcPct val="15000"/>
            </a:spcAft>
            <a:buChar char="•"/>
          </a:pPr>
          <a:r>
            <a:rPr lang="en-US" sz="2600" kern="1200" dirty="0"/>
            <a:t>protected areas of memory may be accessed</a:t>
          </a:r>
        </a:p>
      </dsp:txBody>
      <dsp:txXfrm rot="5400000">
        <a:off x="4263379" y="1072514"/>
        <a:ext cx="3962102" cy="3217545"/>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274B0A6-A780-AC4D-A192-A17A96D7D56B}">
      <dsp:nvSpPr>
        <dsp:cNvPr id="0" name=""/>
        <dsp:cNvSpPr/>
      </dsp:nvSpPr>
      <dsp:spPr>
        <a:xfrm>
          <a:off x="162559" y="0"/>
          <a:ext cx="6990080" cy="4368800"/>
        </a:xfrm>
        <a:prstGeom prst="swooshArrow">
          <a:avLst>
            <a:gd name="adj1" fmla="val 25000"/>
            <a:gd name="adj2" fmla="val 25000"/>
          </a:avLst>
        </a:prstGeom>
        <a:solidFill>
          <a:schemeClr val="accent1">
            <a:tint val="40000"/>
            <a:hueOff val="0"/>
            <a:satOff val="0"/>
            <a:lumOff val="0"/>
            <a:alphaOff val="0"/>
          </a:schemeClr>
        </a:solidFill>
        <a:ln>
          <a:solidFill>
            <a:schemeClr val="accent1">
              <a:lumMod val="75000"/>
            </a:schemeClr>
          </a:solidFill>
        </a:ln>
        <a:effectLst/>
      </dsp:spPr>
      <dsp:style>
        <a:lnRef idx="0">
          <a:scrgbClr r="0" g="0" b="0"/>
        </a:lnRef>
        <a:fillRef idx="1">
          <a:scrgbClr r="0" g="0" b="0"/>
        </a:fillRef>
        <a:effectRef idx="2">
          <a:scrgbClr r="0" g="0" b="0"/>
        </a:effectRef>
        <a:fontRef idx="minor"/>
      </dsp:style>
    </dsp:sp>
    <dsp:sp modelId="{14244A61-2F42-FE4C-B4AE-14F538A72BD4}">
      <dsp:nvSpPr>
        <dsp:cNvPr id="0" name=""/>
        <dsp:cNvSpPr/>
      </dsp:nvSpPr>
      <dsp:spPr>
        <a:xfrm>
          <a:off x="851082" y="3248639"/>
          <a:ext cx="160771" cy="160771"/>
        </a:xfrm>
        <a:prstGeom prst="ellipse">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sp>
    <dsp:sp modelId="{68990ADE-EECC-A843-9CB8-385F4DCE6884}">
      <dsp:nvSpPr>
        <dsp:cNvPr id="0" name=""/>
        <dsp:cNvSpPr/>
      </dsp:nvSpPr>
      <dsp:spPr>
        <a:xfrm>
          <a:off x="931468" y="3583026"/>
          <a:ext cx="1195303" cy="53177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5190" tIns="0" rIns="0" bIns="0" numCol="1" spcCol="1270" anchor="t" anchorCtr="0">
          <a:noAutofit/>
        </a:bodyPr>
        <a:lstStyle/>
        <a:p>
          <a:pPr marL="0" lvl="0" indent="0" algn="l" defTabSz="800100">
            <a:lnSpc>
              <a:spcPct val="90000"/>
            </a:lnSpc>
            <a:spcBef>
              <a:spcPct val="0"/>
            </a:spcBef>
            <a:spcAft>
              <a:spcPct val="35000"/>
            </a:spcAft>
            <a:buNone/>
          </a:pPr>
          <a:r>
            <a:rPr lang="en-NZ" sz="1800" kern="1200" dirty="0"/>
            <a:t>Serial Processing</a:t>
          </a:r>
          <a:endParaRPr lang="en-US" sz="1800" kern="1200" dirty="0"/>
        </a:p>
      </dsp:txBody>
      <dsp:txXfrm>
        <a:off x="931468" y="3583026"/>
        <a:ext cx="1195303" cy="531771"/>
      </dsp:txXfrm>
    </dsp:sp>
    <dsp:sp modelId="{9AA8AB03-D64A-C342-B37C-4CCC9DA9EB94}">
      <dsp:nvSpPr>
        <dsp:cNvPr id="0" name=""/>
        <dsp:cNvSpPr/>
      </dsp:nvSpPr>
      <dsp:spPr>
        <a:xfrm>
          <a:off x="1986970" y="2232456"/>
          <a:ext cx="279603" cy="279603"/>
        </a:xfrm>
        <a:prstGeom prst="ellipse">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sp>
    <dsp:sp modelId="{CD842123-1D21-A749-9096-4D7D760BAAD9}">
      <dsp:nvSpPr>
        <dsp:cNvPr id="0" name=""/>
        <dsp:cNvSpPr/>
      </dsp:nvSpPr>
      <dsp:spPr>
        <a:xfrm>
          <a:off x="2057398" y="2895591"/>
          <a:ext cx="1467916" cy="79745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8156" tIns="0" rIns="0" bIns="0" numCol="1" spcCol="1270" anchor="t" anchorCtr="0">
          <a:noAutofit/>
        </a:bodyPr>
        <a:lstStyle/>
        <a:p>
          <a:pPr marL="0" lvl="0" indent="0" algn="l" defTabSz="800100">
            <a:lnSpc>
              <a:spcPct val="90000"/>
            </a:lnSpc>
            <a:spcBef>
              <a:spcPct val="0"/>
            </a:spcBef>
            <a:spcAft>
              <a:spcPct val="35000"/>
            </a:spcAft>
            <a:buNone/>
          </a:pPr>
          <a:r>
            <a:rPr lang="en-NZ" sz="1800" kern="1200" dirty="0"/>
            <a:t>Simple Batch Systems</a:t>
          </a:r>
        </a:p>
      </dsp:txBody>
      <dsp:txXfrm>
        <a:off x="2057398" y="2895591"/>
        <a:ext cx="1467916" cy="797458"/>
      </dsp:txXfrm>
    </dsp:sp>
    <dsp:sp modelId="{36778976-587A-8042-87A9-FC1C9FD954F8}">
      <dsp:nvSpPr>
        <dsp:cNvPr id="0" name=""/>
        <dsp:cNvSpPr/>
      </dsp:nvSpPr>
      <dsp:spPr>
        <a:xfrm>
          <a:off x="3437412" y="1483644"/>
          <a:ext cx="370474" cy="370474"/>
        </a:xfrm>
        <a:prstGeom prst="ellipse">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sp>
    <dsp:sp modelId="{D9519E44-3DC2-2543-B587-8A3BE587954F}">
      <dsp:nvSpPr>
        <dsp:cNvPr id="0" name=""/>
        <dsp:cNvSpPr/>
      </dsp:nvSpPr>
      <dsp:spPr>
        <a:xfrm>
          <a:off x="3200403" y="2209796"/>
          <a:ext cx="2107194" cy="7036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6307" tIns="0" rIns="0" bIns="0" numCol="1" spcCol="1270" anchor="t" anchorCtr="0">
          <a:noAutofit/>
        </a:bodyPr>
        <a:lstStyle/>
        <a:p>
          <a:pPr marL="0" lvl="0" indent="0" algn="l" defTabSz="800100">
            <a:lnSpc>
              <a:spcPct val="90000"/>
            </a:lnSpc>
            <a:spcBef>
              <a:spcPct val="0"/>
            </a:spcBef>
            <a:spcAft>
              <a:spcPct val="35000"/>
            </a:spcAft>
            <a:buNone/>
          </a:pPr>
          <a:r>
            <a:rPr lang="en-NZ" sz="1800" b="1" kern="1200" dirty="0">
              <a:solidFill>
                <a:srgbClr val="FF0000"/>
              </a:solidFill>
            </a:rPr>
            <a:t>Multiprogrammed Batch Systems</a:t>
          </a:r>
        </a:p>
      </dsp:txBody>
      <dsp:txXfrm>
        <a:off x="3200403" y="2209796"/>
        <a:ext cx="2107194" cy="703679"/>
      </dsp:txXfrm>
    </dsp:sp>
    <dsp:sp modelId="{6C5317EB-E0BB-C646-8AC7-1B8FB3CE6475}">
      <dsp:nvSpPr>
        <dsp:cNvPr id="0" name=""/>
        <dsp:cNvSpPr/>
      </dsp:nvSpPr>
      <dsp:spPr>
        <a:xfrm>
          <a:off x="5017170" y="988222"/>
          <a:ext cx="496295" cy="496295"/>
        </a:xfrm>
        <a:prstGeom prst="ellipse">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sp>
    <dsp:sp modelId="{9DBEC3F6-5D1C-984A-A8A3-A5F0342491D8}">
      <dsp:nvSpPr>
        <dsp:cNvPr id="0" name=""/>
        <dsp:cNvSpPr/>
      </dsp:nvSpPr>
      <dsp:spPr>
        <a:xfrm>
          <a:off x="5105396" y="1752594"/>
          <a:ext cx="1275282" cy="9988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2977" tIns="0" rIns="0" bIns="0" numCol="1" spcCol="1270" anchor="t" anchorCtr="0">
          <a:noAutofit/>
        </a:bodyPr>
        <a:lstStyle/>
        <a:p>
          <a:pPr marL="0" lvl="0" indent="0" algn="l" defTabSz="800100">
            <a:lnSpc>
              <a:spcPct val="90000"/>
            </a:lnSpc>
            <a:spcBef>
              <a:spcPct val="0"/>
            </a:spcBef>
            <a:spcAft>
              <a:spcPct val="35000"/>
            </a:spcAft>
            <a:buNone/>
          </a:pPr>
          <a:r>
            <a:rPr lang="en-NZ" sz="1800" kern="1200" dirty="0"/>
            <a:t>Time Sharing Systems</a:t>
          </a:r>
        </a:p>
      </dsp:txBody>
      <dsp:txXfrm>
        <a:off x="5105396" y="1752594"/>
        <a:ext cx="1275282" cy="998869"/>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274B0A6-A780-AC4D-A192-A17A96D7D56B}">
      <dsp:nvSpPr>
        <dsp:cNvPr id="0" name=""/>
        <dsp:cNvSpPr/>
      </dsp:nvSpPr>
      <dsp:spPr>
        <a:xfrm>
          <a:off x="162559" y="0"/>
          <a:ext cx="6990080" cy="4368800"/>
        </a:xfrm>
        <a:prstGeom prst="swooshArrow">
          <a:avLst>
            <a:gd name="adj1" fmla="val 25000"/>
            <a:gd name="adj2" fmla="val 25000"/>
          </a:avLst>
        </a:prstGeom>
        <a:solidFill>
          <a:schemeClr val="accent1">
            <a:tint val="40000"/>
            <a:hueOff val="0"/>
            <a:satOff val="0"/>
            <a:lumOff val="0"/>
            <a:alphaOff val="0"/>
          </a:schemeClr>
        </a:solidFill>
        <a:ln>
          <a:solidFill>
            <a:schemeClr val="accent1">
              <a:lumMod val="75000"/>
            </a:schemeClr>
          </a:solidFill>
        </a:ln>
        <a:effectLst/>
      </dsp:spPr>
      <dsp:style>
        <a:lnRef idx="0">
          <a:scrgbClr r="0" g="0" b="0"/>
        </a:lnRef>
        <a:fillRef idx="1">
          <a:scrgbClr r="0" g="0" b="0"/>
        </a:fillRef>
        <a:effectRef idx="2">
          <a:scrgbClr r="0" g="0" b="0"/>
        </a:effectRef>
        <a:fontRef idx="minor"/>
      </dsp:style>
    </dsp:sp>
    <dsp:sp modelId="{14244A61-2F42-FE4C-B4AE-14F538A72BD4}">
      <dsp:nvSpPr>
        <dsp:cNvPr id="0" name=""/>
        <dsp:cNvSpPr/>
      </dsp:nvSpPr>
      <dsp:spPr>
        <a:xfrm>
          <a:off x="851082" y="3248639"/>
          <a:ext cx="160771" cy="160771"/>
        </a:xfrm>
        <a:prstGeom prst="ellipse">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sp>
    <dsp:sp modelId="{68990ADE-EECC-A843-9CB8-385F4DCE6884}">
      <dsp:nvSpPr>
        <dsp:cNvPr id="0" name=""/>
        <dsp:cNvSpPr/>
      </dsp:nvSpPr>
      <dsp:spPr>
        <a:xfrm>
          <a:off x="931468" y="3583026"/>
          <a:ext cx="1195303" cy="53177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5190" tIns="0" rIns="0" bIns="0" numCol="1" spcCol="1270" anchor="t" anchorCtr="0">
          <a:noAutofit/>
        </a:bodyPr>
        <a:lstStyle/>
        <a:p>
          <a:pPr marL="0" lvl="0" indent="0" algn="l" defTabSz="800100">
            <a:lnSpc>
              <a:spcPct val="90000"/>
            </a:lnSpc>
            <a:spcBef>
              <a:spcPct val="0"/>
            </a:spcBef>
            <a:spcAft>
              <a:spcPct val="35000"/>
            </a:spcAft>
            <a:buNone/>
          </a:pPr>
          <a:r>
            <a:rPr lang="en-NZ" sz="1800" kern="1200" dirty="0"/>
            <a:t>Serial Processing</a:t>
          </a:r>
          <a:endParaRPr lang="en-US" sz="1800" kern="1200" dirty="0"/>
        </a:p>
      </dsp:txBody>
      <dsp:txXfrm>
        <a:off x="931468" y="3583026"/>
        <a:ext cx="1195303" cy="531771"/>
      </dsp:txXfrm>
    </dsp:sp>
    <dsp:sp modelId="{9AA8AB03-D64A-C342-B37C-4CCC9DA9EB94}">
      <dsp:nvSpPr>
        <dsp:cNvPr id="0" name=""/>
        <dsp:cNvSpPr/>
      </dsp:nvSpPr>
      <dsp:spPr>
        <a:xfrm>
          <a:off x="1986970" y="2232456"/>
          <a:ext cx="279603" cy="279603"/>
        </a:xfrm>
        <a:prstGeom prst="ellipse">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sp>
    <dsp:sp modelId="{CD842123-1D21-A749-9096-4D7D760BAAD9}">
      <dsp:nvSpPr>
        <dsp:cNvPr id="0" name=""/>
        <dsp:cNvSpPr/>
      </dsp:nvSpPr>
      <dsp:spPr>
        <a:xfrm>
          <a:off x="2057398" y="2895591"/>
          <a:ext cx="1467916" cy="79745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8156" tIns="0" rIns="0" bIns="0" numCol="1" spcCol="1270" anchor="t" anchorCtr="0">
          <a:noAutofit/>
        </a:bodyPr>
        <a:lstStyle/>
        <a:p>
          <a:pPr marL="0" lvl="0" indent="0" algn="l" defTabSz="800100">
            <a:lnSpc>
              <a:spcPct val="90000"/>
            </a:lnSpc>
            <a:spcBef>
              <a:spcPct val="0"/>
            </a:spcBef>
            <a:spcAft>
              <a:spcPct val="35000"/>
            </a:spcAft>
            <a:buNone/>
          </a:pPr>
          <a:r>
            <a:rPr lang="en-NZ" sz="1800" kern="1200" dirty="0"/>
            <a:t>Simple Batch Systems</a:t>
          </a:r>
        </a:p>
      </dsp:txBody>
      <dsp:txXfrm>
        <a:off x="2057398" y="2895591"/>
        <a:ext cx="1467916" cy="797458"/>
      </dsp:txXfrm>
    </dsp:sp>
    <dsp:sp modelId="{36778976-587A-8042-87A9-FC1C9FD954F8}">
      <dsp:nvSpPr>
        <dsp:cNvPr id="0" name=""/>
        <dsp:cNvSpPr/>
      </dsp:nvSpPr>
      <dsp:spPr>
        <a:xfrm>
          <a:off x="3437412" y="1483644"/>
          <a:ext cx="370474" cy="370474"/>
        </a:xfrm>
        <a:prstGeom prst="ellipse">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sp>
    <dsp:sp modelId="{D9519E44-3DC2-2543-B587-8A3BE587954F}">
      <dsp:nvSpPr>
        <dsp:cNvPr id="0" name=""/>
        <dsp:cNvSpPr/>
      </dsp:nvSpPr>
      <dsp:spPr>
        <a:xfrm>
          <a:off x="3200403" y="2209796"/>
          <a:ext cx="2107194" cy="7036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6307" tIns="0" rIns="0" bIns="0" numCol="1" spcCol="1270" anchor="t" anchorCtr="0">
          <a:noAutofit/>
        </a:bodyPr>
        <a:lstStyle/>
        <a:p>
          <a:pPr marL="0" lvl="0" indent="0" algn="l" defTabSz="800100">
            <a:lnSpc>
              <a:spcPct val="90000"/>
            </a:lnSpc>
            <a:spcBef>
              <a:spcPct val="0"/>
            </a:spcBef>
            <a:spcAft>
              <a:spcPct val="35000"/>
            </a:spcAft>
            <a:buNone/>
          </a:pPr>
          <a:r>
            <a:rPr lang="en-NZ" sz="1800" kern="1200" dirty="0"/>
            <a:t>Multiprogrammed Batch Systems</a:t>
          </a:r>
        </a:p>
      </dsp:txBody>
      <dsp:txXfrm>
        <a:off x="3200403" y="2209796"/>
        <a:ext cx="2107194" cy="703679"/>
      </dsp:txXfrm>
    </dsp:sp>
    <dsp:sp modelId="{6C5317EB-E0BB-C646-8AC7-1B8FB3CE6475}">
      <dsp:nvSpPr>
        <dsp:cNvPr id="0" name=""/>
        <dsp:cNvSpPr/>
      </dsp:nvSpPr>
      <dsp:spPr>
        <a:xfrm>
          <a:off x="5017170" y="988222"/>
          <a:ext cx="496295" cy="496295"/>
        </a:xfrm>
        <a:prstGeom prst="ellipse">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sp>
    <dsp:sp modelId="{9DBEC3F6-5D1C-984A-A8A3-A5F0342491D8}">
      <dsp:nvSpPr>
        <dsp:cNvPr id="0" name=""/>
        <dsp:cNvSpPr/>
      </dsp:nvSpPr>
      <dsp:spPr>
        <a:xfrm>
          <a:off x="5105396" y="1752594"/>
          <a:ext cx="1275282" cy="9988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2977" tIns="0" rIns="0" bIns="0" numCol="1" spcCol="1270" anchor="t" anchorCtr="0">
          <a:noAutofit/>
        </a:bodyPr>
        <a:lstStyle/>
        <a:p>
          <a:pPr marL="0" lvl="0" indent="0" algn="l" defTabSz="800100">
            <a:lnSpc>
              <a:spcPct val="90000"/>
            </a:lnSpc>
            <a:spcBef>
              <a:spcPct val="0"/>
            </a:spcBef>
            <a:spcAft>
              <a:spcPct val="35000"/>
            </a:spcAft>
            <a:buNone/>
          </a:pPr>
          <a:r>
            <a:rPr lang="en-NZ" sz="1800" b="1" kern="1200" dirty="0">
              <a:solidFill>
                <a:srgbClr val="FF0000"/>
              </a:solidFill>
            </a:rPr>
            <a:t>Time Sharing Systems</a:t>
          </a:r>
        </a:p>
      </dsp:txBody>
      <dsp:txXfrm>
        <a:off x="5105396" y="1752594"/>
        <a:ext cx="1275282" cy="998869"/>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3F7FC10-09A1-3847-BFBC-2B58715396DE}">
      <dsp:nvSpPr>
        <dsp:cNvPr id="0" name=""/>
        <dsp:cNvSpPr/>
      </dsp:nvSpPr>
      <dsp:spPr>
        <a:xfrm>
          <a:off x="411891" y="0"/>
          <a:ext cx="2715768" cy="3022600"/>
        </a:xfrm>
        <a:prstGeom prst="upArrow">
          <a:avLst/>
        </a:prstGeom>
        <a:solidFill>
          <a:schemeClr val="bg1"/>
        </a:solidFill>
        <a:ln>
          <a:solidFill>
            <a:schemeClr val="accent6">
              <a:alpha val="90000"/>
            </a:schemeClr>
          </a:solidFill>
        </a:ln>
        <a:effectLst>
          <a:glow rad="190500">
            <a:schemeClr val="accent6">
              <a:alpha val="75000"/>
            </a:schemeClr>
          </a:glow>
          <a:softEdge rad="38100"/>
        </a:effectLst>
      </dsp:spPr>
      <dsp:style>
        <a:lnRef idx="0">
          <a:scrgbClr r="0" g="0" b="0"/>
        </a:lnRef>
        <a:fillRef idx="3">
          <a:scrgbClr r="0" g="0" b="0"/>
        </a:fillRef>
        <a:effectRef idx="2">
          <a:scrgbClr r="0" g="0" b="0"/>
        </a:effectRef>
        <a:fontRef idx="minor">
          <a:schemeClr val="lt1"/>
        </a:fontRef>
      </dsp:style>
    </dsp:sp>
    <dsp:sp modelId="{034B72AF-7DDE-9145-BEBA-D89E86DFBE7E}">
      <dsp:nvSpPr>
        <dsp:cNvPr id="0" name=""/>
        <dsp:cNvSpPr/>
      </dsp:nvSpPr>
      <dsp:spPr>
        <a:xfrm>
          <a:off x="3209132" y="0"/>
          <a:ext cx="4608576" cy="30226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9136" tIns="0" rIns="199136" bIns="199136" numCol="1" spcCol="1270" anchor="ctr" anchorCtr="0">
          <a:noAutofit/>
        </a:bodyPr>
        <a:lstStyle/>
        <a:p>
          <a:pPr marL="0" lvl="0" indent="0" algn="l" defTabSz="1244600">
            <a:lnSpc>
              <a:spcPct val="90000"/>
            </a:lnSpc>
            <a:spcBef>
              <a:spcPct val="0"/>
            </a:spcBef>
            <a:spcAft>
              <a:spcPct val="35000"/>
            </a:spcAft>
            <a:buNone/>
          </a:pPr>
          <a:r>
            <a:rPr lang="en-NZ" sz="2800" kern="1200" dirty="0"/>
            <a:t>Major advances in development include:</a:t>
          </a:r>
          <a:endParaRPr lang="en-US" sz="2800" kern="1200" dirty="0"/>
        </a:p>
        <a:p>
          <a:pPr marL="228600" lvl="1" indent="-228600" algn="l" defTabSz="977900">
            <a:lnSpc>
              <a:spcPct val="90000"/>
            </a:lnSpc>
            <a:spcBef>
              <a:spcPct val="0"/>
            </a:spcBef>
            <a:spcAft>
              <a:spcPct val="15000"/>
            </a:spcAft>
            <a:buChar char="•"/>
          </a:pPr>
          <a:r>
            <a:rPr lang="en-NZ" sz="2200" b="1" kern="1200" dirty="0">
              <a:solidFill>
                <a:schemeClr val="accent3">
                  <a:lumMod val="75000"/>
                </a:schemeClr>
              </a:solidFill>
            </a:rPr>
            <a:t>processes</a:t>
          </a:r>
          <a:endParaRPr lang="en-US" sz="2200" b="1" kern="1200" dirty="0">
            <a:solidFill>
              <a:schemeClr val="accent3">
                <a:lumMod val="75000"/>
              </a:schemeClr>
            </a:solidFill>
          </a:endParaRPr>
        </a:p>
        <a:p>
          <a:pPr marL="228600" lvl="1" indent="-228600" algn="l" defTabSz="977900">
            <a:lnSpc>
              <a:spcPct val="90000"/>
            </a:lnSpc>
            <a:spcBef>
              <a:spcPct val="0"/>
            </a:spcBef>
            <a:spcAft>
              <a:spcPct val="15000"/>
            </a:spcAft>
            <a:buChar char="•"/>
          </a:pPr>
          <a:r>
            <a:rPr lang="en-NZ" sz="2200" b="1" kern="1200" dirty="0">
              <a:solidFill>
                <a:schemeClr val="accent3">
                  <a:lumMod val="75000"/>
                </a:schemeClr>
              </a:solidFill>
            </a:rPr>
            <a:t>memory management</a:t>
          </a:r>
        </a:p>
        <a:p>
          <a:pPr marL="228600" lvl="1" indent="-228600" algn="l" defTabSz="977900">
            <a:lnSpc>
              <a:spcPct val="90000"/>
            </a:lnSpc>
            <a:spcBef>
              <a:spcPct val="0"/>
            </a:spcBef>
            <a:spcAft>
              <a:spcPct val="15000"/>
            </a:spcAft>
            <a:buChar char="•"/>
          </a:pPr>
          <a:r>
            <a:rPr lang="en-NZ" sz="2200" b="1" kern="1200" dirty="0">
              <a:solidFill>
                <a:schemeClr val="accent3">
                  <a:lumMod val="75000"/>
                </a:schemeClr>
              </a:solidFill>
            </a:rPr>
            <a:t>information protection and security</a:t>
          </a:r>
        </a:p>
        <a:p>
          <a:pPr marL="228600" lvl="1" indent="-228600" algn="l" defTabSz="977900">
            <a:lnSpc>
              <a:spcPct val="90000"/>
            </a:lnSpc>
            <a:spcBef>
              <a:spcPct val="0"/>
            </a:spcBef>
            <a:spcAft>
              <a:spcPct val="15000"/>
            </a:spcAft>
            <a:buChar char="•"/>
          </a:pPr>
          <a:r>
            <a:rPr lang="en-NZ" sz="2200" b="1" kern="1200" dirty="0">
              <a:solidFill>
                <a:schemeClr val="accent3">
                  <a:lumMod val="75000"/>
                </a:schemeClr>
              </a:solidFill>
            </a:rPr>
            <a:t>scheduling and resource management</a:t>
          </a:r>
        </a:p>
      </dsp:txBody>
      <dsp:txXfrm>
        <a:off x="3209132" y="0"/>
        <a:ext cx="4608576" cy="3022600"/>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CB26FD4-9907-2748-832C-F91F21C962A7}">
      <dsp:nvSpPr>
        <dsp:cNvPr id="0" name=""/>
        <dsp:cNvSpPr/>
      </dsp:nvSpPr>
      <dsp:spPr>
        <a:xfrm>
          <a:off x="0" y="0"/>
          <a:ext cx="7536433" cy="335280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2">
          <a:scrgbClr r="0" g="0" b="0"/>
        </a:effectRef>
        <a:fontRef idx="minor"/>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US" sz="2600" kern="1200" dirty="0"/>
            <a:t>A </a:t>
          </a:r>
          <a:r>
            <a:rPr lang="en-US" sz="2600" i="1" kern="1200" dirty="0">
              <a:solidFill>
                <a:schemeClr val="accent1"/>
              </a:solidFill>
            </a:rPr>
            <a:t>process</a:t>
          </a:r>
          <a:r>
            <a:rPr lang="en-US" sz="2600" i="1" kern="1200" dirty="0"/>
            <a:t> </a:t>
          </a:r>
          <a:r>
            <a:rPr lang="en-US" sz="2600" kern="1200" dirty="0"/>
            <a:t>can be defined as:</a:t>
          </a:r>
        </a:p>
      </dsp:txBody>
      <dsp:txXfrm>
        <a:off x="0" y="0"/>
        <a:ext cx="7536433" cy="1005840"/>
      </dsp:txXfrm>
    </dsp:sp>
    <dsp:sp modelId="{9F6B7AC7-BCB3-4244-B25A-23CDDD94424B}">
      <dsp:nvSpPr>
        <dsp:cNvPr id="0" name=""/>
        <dsp:cNvSpPr/>
      </dsp:nvSpPr>
      <dsp:spPr>
        <a:xfrm>
          <a:off x="685790" y="990600"/>
          <a:ext cx="6172218" cy="421958"/>
        </a:xfrm>
        <a:prstGeom prst="roundRect">
          <a:avLst>
            <a:gd name="adj" fmla="val 10000"/>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5720" tIns="34290" rIns="45720" bIns="34290" numCol="1" spcCol="1270" anchor="ctr" anchorCtr="0">
          <a:noAutofit/>
        </a:bodyPr>
        <a:lstStyle/>
        <a:p>
          <a:pPr marL="0" lvl="0" indent="0" algn="ctr" defTabSz="800100">
            <a:lnSpc>
              <a:spcPct val="90000"/>
            </a:lnSpc>
            <a:spcBef>
              <a:spcPct val="0"/>
            </a:spcBef>
            <a:spcAft>
              <a:spcPct val="35000"/>
            </a:spcAft>
            <a:buNone/>
          </a:pPr>
          <a:r>
            <a:rPr lang="en-US" sz="1800" kern="1200" dirty="0">
              <a:solidFill>
                <a:schemeClr val="bg1"/>
              </a:solidFill>
            </a:rPr>
            <a:t>a program in execution</a:t>
          </a:r>
        </a:p>
      </dsp:txBody>
      <dsp:txXfrm>
        <a:off x="698149" y="1002959"/>
        <a:ext cx="6147500" cy="397240"/>
      </dsp:txXfrm>
    </dsp:sp>
    <dsp:sp modelId="{F3F77B7A-035D-B349-9DB8-48C9B0CD4D14}">
      <dsp:nvSpPr>
        <dsp:cNvPr id="0" name=""/>
        <dsp:cNvSpPr/>
      </dsp:nvSpPr>
      <dsp:spPr>
        <a:xfrm>
          <a:off x="609612" y="1371600"/>
          <a:ext cx="6324574" cy="489481"/>
        </a:xfrm>
        <a:prstGeom prst="roundRect">
          <a:avLst>
            <a:gd name="adj" fmla="val 10000"/>
          </a:avLst>
        </a:prstGeom>
        <a:solidFill>
          <a:schemeClr val="accent6"/>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5720" tIns="34290" rIns="45720" bIns="34290" numCol="1" spcCol="1270" anchor="ctr" anchorCtr="0">
          <a:noAutofit/>
        </a:bodyPr>
        <a:lstStyle/>
        <a:p>
          <a:pPr marL="0" lvl="0" indent="0" algn="ctr" defTabSz="800100">
            <a:lnSpc>
              <a:spcPct val="90000"/>
            </a:lnSpc>
            <a:spcBef>
              <a:spcPct val="0"/>
            </a:spcBef>
            <a:spcAft>
              <a:spcPct val="35000"/>
            </a:spcAft>
            <a:buNone/>
          </a:pPr>
          <a:r>
            <a:rPr lang="en-US" sz="1800" kern="1200" dirty="0">
              <a:solidFill>
                <a:schemeClr val="bg1"/>
              </a:solidFill>
            </a:rPr>
            <a:t>an instance of a running program</a:t>
          </a:r>
        </a:p>
      </dsp:txBody>
      <dsp:txXfrm>
        <a:off x="623948" y="1385936"/>
        <a:ext cx="6295902" cy="460809"/>
      </dsp:txXfrm>
    </dsp:sp>
    <dsp:sp modelId="{3F65BAAA-18B9-4047-82A7-7018E03752A1}">
      <dsp:nvSpPr>
        <dsp:cNvPr id="0" name=""/>
        <dsp:cNvSpPr/>
      </dsp:nvSpPr>
      <dsp:spPr>
        <a:xfrm>
          <a:off x="304809" y="1852077"/>
          <a:ext cx="6934181" cy="583302"/>
        </a:xfrm>
        <a:prstGeom prst="roundRect">
          <a:avLst>
            <a:gd name="adj" fmla="val 10000"/>
          </a:avLst>
        </a:prstGeom>
        <a:solidFill>
          <a:schemeClr val="accent2">
            <a:lumMod val="7500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5720" tIns="34290" rIns="45720" bIns="34290" numCol="1" spcCol="1270" anchor="ctr" anchorCtr="0">
          <a:noAutofit/>
        </a:bodyPr>
        <a:lstStyle/>
        <a:p>
          <a:pPr marL="0" lvl="0" indent="0" algn="ctr" defTabSz="800100">
            <a:lnSpc>
              <a:spcPct val="90000"/>
            </a:lnSpc>
            <a:spcBef>
              <a:spcPct val="0"/>
            </a:spcBef>
            <a:spcAft>
              <a:spcPct val="35000"/>
            </a:spcAft>
            <a:buNone/>
          </a:pPr>
          <a:r>
            <a:rPr lang="en-US" sz="1800" kern="1200" dirty="0">
              <a:solidFill>
                <a:schemeClr val="bg1"/>
              </a:solidFill>
            </a:rPr>
            <a:t>the entity that can be assigned to, and executed on, a processor</a:t>
          </a:r>
        </a:p>
      </dsp:txBody>
      <dsp:txXfrm>
        <a:off x="321893" y="1869161"/>
        <a:ext cx="6900013" cy="549134"/>
      </dsp:txXfrm>
    </dsp:sp>
    <dsp:sp modelId="{A82AB75B-5168-3348-B180-A3053A31EAEA}">
      <dsp:nvSpPr>
        <dsp:cNvPr id="0" name=""/>
        <dsp:cNvSpPr/>
      </dsp:nvSpPr>
      <dsp:spPr>
        <a:xfrm>
          <a:off x="5" y="2438400"/>
          <a:ext cx="7543788" cy="571643"/>
        </a:xfrm>
        <a:prstGeom prst="roundRect">
          <a:avLst>
            <a:gd name="adj" fmla="val 10000"/>
          </a:avLst>
        </a:prstGeom>
        <a:solidFill>
          <a:schemeClr val="accent3">
            <a:lumMod val="7500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5720" tIns="34290" rIns="45720" bIns="34290" numCol="1" spcCol="1270" anchor="ctr" anchorCtr="0">
          <a:noAutofit/>
        </a:bodyPr>
        <a:lstStyle/>
        <a:p>
          <a:pPr marL="0" lvl="0" indent="0" algn="ctr" defTabSz="800100">
            <a:lnSpc>
              <a:spcPct val="90000"/>
            </a:lnSpc>
            <a:spcBef>
              <a:spcPct val="0"/>
            </a:spcBef>
            <a:spcAft>
              <a:spcPct val="35000"/>
            </a:spcAft>
            <a:buNone/>
          </a:pPr>
          <a:r>
            <a:rPr lang="en-NZ" sz="1800" kern="1200" dirty="0">
              <a:solidFill>
                <a:schemeClr val="bg1"/>
              </a:solidFill>
            </a:rPr>
            <a:t>a unit of activity characterized by a single sequential thread of execution, a current state, and an associated set of system resources</a:t>
          </a:r>
          <a:endParaRPr lang="en-US" sz="1800" kern="1200" dirty="0">
            <a:solidFill>
              <a:schemeClr val="bg1"/>
            </a:solidFill>
          </a:endParaRPr>
        </a:p>
      </dsp:txBody>
      <dsp:txXfrm>
        <a:off x="16748" y="2455143"/>
        <a:ext cx="7510302" cy="538157"/>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64606FB-5D20-144B-B501-E8786E822E20}">
      <dsp:nvSpPr>
        <dsp:cNvPr id="0" name=""/>
        <dsp:cNvSpPr/>
      </dsp:nvSpPr>
      <dsp:spPr>
        <a:xfrm>
          <a:off x="0" y="218607"/>
          <a:ext cx="8382000" cy="848924"/>
        </a:xfrm>
        <a:prstGeom prst="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50536" tIns="229108" rIns="650536" bIns="128016" numCol="1" spcCol="1270" anchor="t" anchorCtr="0">
          <a:noAutofit/>
        </a:bodyPr>
        <a:lstStyle/>
        <a:p>
          <a:pPr marL="171450" lvl="1" indent="-171450" algn="l" defTabSz="800100">
            <a:lnSpc>
              <a:spcPct val="90000"/>
            </a:lnSpc>
            <a:spcBef>
              <a:spcPct val="0"/>
            </a:spcBef>
            <a:spcAft>
              <a:spcPct val="15000"/>
            </a:spcAft>
            <a:buChar char="•"/>
          </a:pPr>
          <a:r>
            <a:rPr lang="en-US" sz="1800" kern="1200" dirty="0"/>
            <a:t>processor is switched among the various programs residing in main memory</a:t>
          </a:r>
        </a:p>
      </dsp:txBody>
      <dsp:txXfrm>
        <a:off x="0" y="218607"/>
        <a:ext cx="8382000" cy="848924"/>
      </dsp:txXfrm>
    </dsp:sp>
    <dsp:sp modelId="{82E57853-70E3-7A46-AADA-BF7731AC4DC4}">
      <dsp:nvSpPr>
        <dsp:cNvPr id="0" name=""/>
        <dsp:cNvSpPr/>
      </dsp:nvSpPr>
      <dsp:spPr>
        <a:xfrm>
          <a:off x="419100" y="56247"/>
          <a:ext cx="5867399" cy="324720"/>
        </a:xfrm>
        <a:prstGeom prst="roundRect">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221774" tIns="0" rIns="221774" bIns="0" numCol="1" spcCol="1270" anchor="ctr" anchorCtr="0">
          <a:noAutofit/>
        </a:bodyPr>
        <a:lstStyle/>
        <a:p>
          <a:pPr marL="0" lvl="0" indent="0" algn="l" defTabSz="800100">
            <a:lnSpc>
              <a:spcPct val="90000"/>
            </a:lnSpc>
            <a:spcBef>
              <a:spcPct val="0"/>
            </a:spcBef>
            <a:spcAft>
              <a:spcPct val="35000"/>
            </a:spcAft>
            <a:buNone/>
          </a:pPr>
          <a:r>
            <a:rPr lang="en-US" sz="1800" kern="1200" dirty="0"/>
            <a:t>utilization (e.g. multiprogramming batch operation)</a:t>
          </a:r>
        </a:p>
      </dsp:txBody>
      <dsp:txXfrm>
        <a:off x="434952" y="72099"/>
        <a:ext cx="5835695" cy="293016"/>
      </dsp:txXfrm>
    </dsp:sp>
    <dsp:sp modelId="{B1F670F3-D264-4046-87DC-A6F828D90574}">
      <dsp:nvSpPr>
        <dsp:cNvPr id="0" name=""/>
        <dsp:cNvSpPr/>
      </dsp:nvSpPr>
      <dsp:spPr>
        <a:xfrm>
          <a:off x="0" y="1289292"/>
          <a:ext cx="8382000" cy="848924"/>
        </a:xfrm>
        <a:prstGeom prst="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50536" tIns="229108" rIns="650536" bIns="128016" numCol="1" spcCol="1270" anchor="t" anchorCtr="0">
          <a:noAutofit/>
        </a:bodyPr>
        <a:lstStyle/>
        <a:p>
          <a:pPr marL="171450" lvl="1" indent="-171450" algn="l" defTabSz="800100">
            <a:lnSpc>
              <a:spcPct val="90000"/>
            </a:lnSpc>
            <a:spcBef>
              <a:spcPct val="0"/>
            </a:spcBef>
            <a:spcAft>
              <a:spcPct val="15000"/>
            </a:spcAft>
            <a:buChar char="•"/>
          </a:pPr>
          <a:r>
            <a:rPr lang="en-US" sz="1800" kern="1200" dirty="0"/>
            <a:t>be responsive to the individual user but be able to support many users simultaneously</a:t>
          </a:r>
        </a:p>
      </dsp:txBody>
      <dsp:txXfrm>
        <a:off x="0" y="1289292"/>
        <a:ext cx="8382000" cy="848924"/>
      </dsp:txXfrm>
    </dsp:sp>
    <dsp:sp modelId="{AEF5B4F8-0BEB-CA45-966A-7A4B1541DFC8}">
      <dsp:nvSpPr>
        <dsp:cNvPr id="0" name=""/>
        <dsp:cNvSpPr/>
      </dsp:nvSpPr>
      <dsp:spPr>
        <a:xfrm>
          <a:off x="419100" y="1126932"/>
          <a:ext cx="5867399" cy="324720"/>
        </a:xfrm>
        <a:prstGeom prst="roundRect">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221774" tIns="0" rIns="221774" bIns="0" numCol="1" spcCol="1270" anchor="ctr" anchorCtr="0">
          <a:noAutofit/>
        </a:bodyPr>
        <a:lstStyle/>
        <a:p>
          <a:pPr marL="0" lvl="0" indent="0" algn="l" defTabSz="800100">
            <a:lnSpc>
              <a:spcPct val="90000"/>
            </a:lnSpc>
            <a:spcBef>
              <a:spcPct val="0"/>
            </a:spcBef>
            <a:spcAft>
              <a:spcPct val="35000"/>
            </a:spcAft>
            <a:buNone/>
          </a:pPr>
          <a:r>
            <a:rPr lang="en-US" sz="1800" kern="1200" dirty="0"/>
            <a:t>responsiveness (e.g. time sharing)</a:t>
          </a:r>
        </a:p>
      </dsp:txBody>
      <dsp:txXfrm>
        <a:off x="434952" y="1142784"/>
        <a:ext cx="5835695" cy="293016"/>
      </dsp:txXfrm>
    </dsp:sp>
    <dsp:sp modelId="{01E9E69B-17E4-D64F-8AF9-CCFECEFBC5CA}">
      <dsp:nvSpPr>
        <dsp:cNvPr id="0" name=""/>
        <dsp:cNvSpPr/>
      </dsp:nvSpPr>
      <dsp:spPr>
        <a:xfrm>
          <a:off x="0" y="2359977"/>
          <a:ext cx="8382000" cy="606375"/>
        </a:xfrm>
        <a:prstGeom prst="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50536" tIns="229108" rIns="650536" bIns="128016" numCol="1" spcCol="1270" anchor="t" anchorCtr="0">
          <a:noAutofit/>
        </a:bodyPr>
        <a:lstStyle/>
        <a:p>
          <a:pPr marL="171450" lvl="1" indent="-171450" algn="l" defTabSz="800100">
            <a:lnSpc>
              <a:spcPct val="90000"/>
            </a:lnSpc>
            <a:spcBef>
              <a:spcPct val="0"/>
            </a:spcBef>
            <a:spcAft>
              <a:spcPct val="15000"/>
            </a:spcAft>
            <a:buChar char="•"/>
          </a:pPr>
          <a:r>
            <a:rPr lang="en-US" sz="1800" kern="1200" dirty="0"/>
            <a:t>a number of users are entering queries or updates against a database</a:t>
          </a:r>
        </a:p>
      </dsp:txBody>
      <dsp:txXfrm>
        <a:off x="0" y="2359977"/>
        <a:ext cx="8382000" cy="606375"/>
      </dsp:txXfrm>
    </dsp:sp>
    <dsp:sp modelId="{BC73B10D-3B03-D548-9EEA-CA43DC155C9C}">
      <dsp:nvSpPr>
        <dsp:cNvPr id="0" name=""/>
        <dsp:cNvSpPr/>
      </dsp:nvSpPr>
      <dsp:spPr>
        <a:xfrm>
          <a:off x="419100" y="2197617"/>
          <a:ext cx="5867399" cy="324720"/>
        </a:xfrm>
        <a:prstGeom prst="roundRect">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221774" tIns="0" rIns="221774" bIns="0" numCol="1" spcCol="1270" anchor="ctr" anchorCtr="0">
          <a:noAutofit/>
        </a:bodyPr>
        <a:lstStyle/>
        <a:p>
          <a:pPr marL="0" lvl="0" indent="0" algn="l" defTabSz="800100">
            <a:lnSpc>
              <a:spcPct val="90000"/>
            </a:lnSpc>
            <a:spcBef>
              <a:spcPct val="0"/>
            </a:spcBef>
            <a:spcAft>
              <a:spcPct val="35000"/>
            </a:spcAft>
            <a:buNone/>
          </a:pPr>
          <a:r>
            <a:rPr lang="en-US" sz="1800" kern="1200" dirty="0"/>
            <a:t>priority (e.g. real-time transaction systems)</a:t>
          </a:r>
        </a:p>
      </dsp:txBody>
      <dsp:txXfrm>
        <a:off x="434952" y="2213469"/>
        <a:ext cx="5835695" cy="293016"/>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C78D5A0-86E1-7F4A-97F2-4E691D203110}">
      <dsp:nvSpPr>
        <dsp:cNvPr id="0" name=""/>
        <dsp:cNvSpPr/>
      </dsp:nvSpPr>
      <dsp:spPr>
        <a:xfrm>
          <a:off x="804" y="0"/>
          <a:ext cx="1423764" cy="3022600"/>
        </a:xfrm>
        <a:prstGeom prst="roundRect">
          <a:avLst>
            <a:gd name="adj" fmla="val 10000"/>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process isolation</a:t>
          </a:r>
        </a:p>
      </dsp:txBody>
      <dsp:txXfrm>
        <a:off x="42505" y="41701"/>
        <a:ext cx="1340362" cy="2939198"/>
      </dsp:txXfrm>
    </dsp:sp>
    <dsp:sp modelId="{0F6F9771-857A-ED4D-BB66-061A66D62E92}">
      <dsp:nvSpPr>
        <dsp:cNvPr id="0" name=""/>
        <dsp:cNvSpPr/>
      </dsp:nvSpPr>
      <dsp:spPr>
        <a:xfrm>
          <a:off x="1663761" y="0"/>
          <a:ext cx="1423764" cy="3022600"/>
        </a:xfrm>
        <a:prstGeom prst="roundRect">
          <a:avLst>
            <a:gd name="adj" fmla="val 10000"/>
          </a:avLst>
        </a:prstGeom>
        <a:solidFill>
          <a:schemeClr val="accent6"/>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automatic allocation and management</a:t>
          </a:r>
        </a:p>
      </dsp:txBody>
      <dsp:txXfrm>
        <a:off x="1705462" y="41701"/>
        <a:ext cx="1340362" cy="2939198"/>
      </dsp:txXfrm>
    </dsp:sp>
    <dsp:sp modelId="{1822B451-F610-B34E-B470-4405426B9598}">
      <dsp:nvSpPr>
        <dsp:cNvPr id="0" name=""/>
        <dsp:cNvSpPr/>
      </dsp:nvSpPr>
      <dsp:spPr>
        <a:xfrm>
          <a:off x="3326717" y="0"/>
          <a:ext cx="1423764" cy="3022600"/>
        </a:xfrm>
        <a:prstGeom prst="roundRect">
          <a:avLst>
            <a:gd name="adj" fmla="val 10000"/>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support of modular programming</a:t>
          </a:r>
        </a:p>
      </dsp:txBody>
      <dsp:txXfrm>
        <a:off x="3368418" y="41701"/>
        <a:ext cx="1340362" cy="2939198"/>
      </dsp:txXfrm>
    </dsp:sp>
    <dsp:sp modelId="{687C7697-D43A-4A4A-B7E2-A030E8315BDD}">
      <dsp:nvSpPr>
        <dsp:cNvPr id="0" name=""/>
        <dsp:cNvSpPr/>
      </dsp:nvSpPr>
      <dsp:spPr>
        <a:xfrm>
          <a:off x="4989674" y="0"/>
          <a:ext cx="1423764" cy="3022600"/>
        </a:xfrm>
        <a:prstGeom prst="roundRect">
          <a:avLst>
            <a:gd name="adj" fmla="val 10000"/>
          </a:avLst>
        </a:prstGeom>
        <a:solidFill>
          <a:schemeClr val="accent6"/>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protection and access control</a:t>
          </a:r>
        </a:p>
      </dsp:txBody>
      <dsp:txXfrm>
        <a:off x="5031375" y="41701"/>
        <a:ext cx="1340362" cy="2939198"/>
      </dsp:txXfrm>
    </dsp:sp>
    <dsp:sp modelId="{E23446C9-B403-3445-83E0-0F2AC82ADDC6}">
      <dsp:nvSpPr>
        <dsp:cNvPr id="0" name=""/>
        <dsp:cNvSpPr/>
      </dsp:nvSpPr>
      <dsp:spPr>
        <a:xfrm>
          <a:off x="6652631" y="0"/>
          <a:ext cx="1423764" cy="3022600"/>
        </a:xfrm>
        <a:prstGeom prst="roundRect">
          <a:avLst>
            <a:gd name="adj" fmla="val 10000"/>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long-term storage</a:t>
          </a:r>
        </a:p>
      </dsp:txBody>
      <dsp:txXfrm>
        <a:off x="6694332" y="41701"/>
        <a:ext cx="1340362" cy="2939198"/>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C78D5A0-86E1-7F4A-97F2-4E691D203110}">
      <dsp:nvSpPr>
        <dsp:cNvPr id="0" name=""/>
        <dsp:cNvSpPr/>
      </dsp:nvSpPr>
      <dsp:spPr>
        <a:xfrm>
          <a:off x="804" y="0"/>
          <a:ext cx="1423764" cy="3022600"/>
        </a:xfrm>
        <a:prstGeom prst="roundRect">
          <a:avLst>
            <a:gd name="adj" fmla="val 10000"/>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process isolation</a:t>
          </a:r>
        </a:p>
      </dsp:txBody>
      <dsp:txXfrm>
        <a:off x="42505" y="41701"/>
        <a:ext cx="1340362" cy="2939198"/>
      </dsp:txXfrm>
    </dsp:sp>
    <dsp:sp modelId="{0F6F9771-857A-ED4D-BB66-061A66D62E92}">
      <dsp:nvSpPr>
        <dsp:cNvPr id="0" name=""/>
        <dsp:cNvSpPr/>
      </dsp:nvSpPr>
      <dsp:spPr>
        <a:xfrm>
          <a:off x="1663761" y="0"/>
          <a:ext cx="1423764" cy="3022600"/>
        </a:xfrm>
        <a:prstGeom prst="roundRect">
          <a:avLst>
            <a:gd name="adj" fmla="val 10000"/>
          </a:avLst>
        </a:prstGeom>
        <a:solidFill>
          <a:schemeClr val="accent6"/>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automatic allocation and management</a:t>
          </a:r>
        </a:p>
      </dsp:txBody>
      <dsp:txXfrm>
        <a:off x="1705462" y="41701"/>
        <a:ext cx="1340362" cy="2939198"/>
      </dsp:txXfrm>
    </dsp:sp>
    <dsp:sp modelId="{1822B451-F610-B34E-B470-4405426B9598}">
      <dsp:nvSpPr>
        <dsp:cNvPr id="0" name=""/>
        <dsp:cNvSpPr/>
      </dsp:nvSpPr>
      <dsp:spPr>
        <a:xfrm>
          <a:off x="3326717" y="0"/>
          <a:ext cx="1423764" cy="3022600"/>
        </a:xfrm>
        <a:prstGeom prst="roundRect">
          <a:avLst>
            <a:gd name="adj" fmla="val 10000"/>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support of modular programming</a:t>
          </a:r>
        </a:p>
      </dsp:txBody>
      <dsp:txXfrm>
        <a:off x="3368418" y="41701"/>
        <a:ext cx="1340362" cy="2939198"/>
      </dsp:txXfrm>
    </dsp:sp>
    <dsp:sp modelId="{687C7697-D43A-4A4A-B7E2-A030E8315BDD}">
      <dsp:nvSpPr>
        <dsp:cNvPr id="0" name=""/>
        <dsp:cNvSpPr/>
      </dsp:nvSpPr>
      <dsp:spPr>
        <a:xfrm>
          <a:off x="4989674" y="0"/>
          <a:ext cx="1423764" cy="3022600"/>
        </a:xfrm>
        <a:prstGeom prst="roundRect">
          <a:avLst>
            <a:gd name="adj" fmla="val 10000"/>
          </a:avLst>
        </a:prstGeom>
        <a:solidFill>
          <a:schemeClr val="accent6"/>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protection and access control</a:t>
          </a:r>
        </a:p>
      </dsp:txBody>
      <dsp:txXfrm>
        <a:off x="5031375" y="41701"/>
        <a:ext cx="1340362" cy="2939198"/>
      </dsp:txXfrm>
    </dsp:sp>
    <dsp:sp modelId="{E23446C9-B403-3445-83E0-0F2AC82ADDC6}">
      <dsp:nvSpPr>
        <dsp:cNvPr id="0" name=""/>
        <dsp:cNvSpPr/>
      </dsp:nvSpPr>
      <dsp:spPr>
        <a:xfrm>
          <a:off x="6652631" y="0"/>
          <a:ext cx="1423764" cy="3022600"/>
        </a:xfrm>
        <a:prstGeom prst="roundRect">
          <a:avLst>
            <a:gd name="adj" fmla="val 10000"/>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long-term storage</a:t>
          </a:r>
        </a:p>
      </dsp:txBody>
      <dsp:txXfrm>
        <a:off x="6694332" y="41701"/>
        <a:ext cx="1340362" cy="2939198"/>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C78D5A0-86E1-7F4A-97F2-4E691D203110}">
      <dsp:nvSpPr>
        <dsp:cNvPr id="0" name=""/>
        <dsp:cNvSpPr/>
      </dsp:nvSpPr>
      <dsp:spPr>
        <a:xfrm>
          <a:off x="804" y="0"/>
          <a:ext cx="1423764" cy="3022600"/>
        </a:xfrm>
        <a:prstGeom prst="roundRect">
          <a:avLst>
            <a:gd name="adj" fmla="val 10000"/>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process isolation</a:t>
          </a:r>
        </a:p>
      </dsp:txBody>
      <dsp:txXfrm>
        <a:off x="42505" y="41701"/>
        <a:ext cx="1340362" cy="2939198"/>
      </dsp:txXfrm>
    </dsp:sp>
    <dsp:sp modelId="{0F6F9771-857A-ED4D-BB66-061A66D62E92}">
      <dsp:nvSpPr>
        <dsp:cNvPr id="0" name=""/>
        <dsp:cNvSpPr/>
      </dsp:nvSpPr>
      <dsp:spPr>
        <a:xfrm>
          <a:off x="1663761" y="0"/>
          <a:ext cx="1423764" cy="3022600"/>
        </a:xfrm>
        <a:prstGeom prst="roundRect">
          <a:avLst>
            <a:gd name="adj" fmla="val 10000"/>
          </a:avLst>
        </a:prstGeom>
        <a:solidFill>
          <a:schemeClr val="accent6"/>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automatic allocation and management</a:t>
          </a:r>
        </a:p>
      </dsp:txBody>
      <dsp:txXfrm>
        <a:off x="1705462" y="41701"/>
        <a:ext cx="1340362" cy="2939198"/>
      </dsp:txXfrm>
    </dsp:sp>
    <dsp:sp modelId="{1822B451-F610-B34E-B470-4405426B9598}">
      <dsp:nvSpPr>
        <dsp:cNvPr id="0" name=""/>
        <dsp:cNvSpPr/>
      </dsp:nvSpPr>
      <dsp:spPr>
        <a:xfrm>
          <a:off x="3326717" y="0"/>
          <a:ext cx="1423764" cy="3022600"/>
        </a:xfrm>
        <a:prstGeom prst="roundRect">
          <a:avLst>
            <a:gd name="adj" fmla="val 10000"/>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support of modular programming</a:t>
          </a:r>
        </a:p>
      </dsp:txBody>
      <dsp:txXfrm>
        <a:off x="3368418" y="41701"/>
        <a:ext cx="1340362" cy="2939198"/>
      </dsp:txXfrm>
    </dsp:sp>
    <dsp:sp modelId="{687C7697-D43A-4A4A-B7E2-A030E8315BDD}">
      <dsp:nvSpPr>
        <dsp:cNvPr id="0" name=""/>
        <dsp:cNvSpPr/>
      </dsp:nvSpPr>
      <dsp:spPr>
        <a:xfrm>
          <a:off x="4989674" y="0"/>
          <a:ext cx="1423764" cy="3022600"/>
        </a:xfrm>
        <a:prstGeom prst="roundRect">
          <a:avLst>
            <a:gd name="adj" fmla="val 10000"/>
          </a:avLst>
        </a:prstGeom>
        <a:solidFill>
          <a:schemeClr val="accent6"/>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protection and access control</a:t>
          </a:r>
        </a:p>
      </dsp:txBody>
      <dsp:txXfrm>
        <a:off x="5031375" y="41701"/>
        <a:ext cx="1340362" cy="2939198"/>
      </dsp:txXfrm>
    </dsp:sp>
    <dsp:sp modelId="{E23446C9-B403-3445-83E0-0F2AC82ADDC6}">
      <dsp:nvSpPr>
        <dsp:cNvPr id="0" name=""/>
        <dsp:cNvSpPr/>
      </dsp:nvSpPr>
      <dsp:spPr>
        <a:xfrm>
          <a:off x="6652631" y="0"/>
          <a:ext cx="1423764" cy="3022600"/>
        </a:xfrm>
        <a:prstGeom prst="roundRect">
          <a:avLst>
            <a:gd name="adj" fmla="val 10000"/>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long-term storage</a:t>
          </a:r>
        </a:p>
      </dsp:txBody>
      <dsp:txXfrm>
        <a:off x="6694332" y="41701"/>
        <a:ext cx="1340362" cy="2939198"/>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C78D5A0-86E1-7F4A-97F2-4E691D203110}">
      <dsp:nvSpPr>
        <dsp:cNvPr id="0" name=""/>
        <dsp:cNvSpPr/>
      </dsp:nvSpPr>
      <dsp:spPr>
        <a:xfrm>
          <a:off x="804" y="0"/>
          <a:ext cx="1423764" cy="3022600"/>
        </a:xfrm>
        <a:prstGeom prst="roundRect">
          <a:avLst>
            <a:gd name="adj" fmla="val 10000"/>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process isolation</a:t>
          </a:r>
        </a:p>
      </dsp:txBody>
      <dsp:txXfrm>
        <a:off x="42505" y="41701"/>
        <a:ext cx="1340362" cy="2939198"/>
      </dsp:txXfrm>
    </dsp:sp>
    <dsp:sp modelId="{0F6F9771-857A-ED4D-BB66-061A66D62E92}">
      <dsp:nvSpPr>
        <dsp:cNvPr id="0" name=""/>
        <dsp:cNvSpPr/>
      </dsp:nvSpPr>
      <dsp:spPr>
        <a:xfrm>
          <a:off x="1663761" y="0"/>
          <a:ext cx="1423764" cy="3022600"/>
        </a:xfrm>
        <a:prstGeom prst="roundRect">
          <a:avLst>
            <a:gd name="adj" fmla="val 10000"/>
          </a:avLst>
        </a:prstGeom>
        <a:solidFill>
          <a:schemeClr val="accent6"/>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automatic allocation and management</a:t>
          </a:r>
        </a:p>
      </dsp:txBody>
      <dsp:txXfrm>
        <a:off x="1705462" y="41701"/>
        <a:ext cx="1340362" cy="2939198"/>
      </dsp:txXfrm>
    </dsp:sp>
    <dsp:sp modelId="{1822B451-F610-B34E-B470-4405426B9598}">
      <dsp:nvSpPr>
        <dsp:cNvPr id="0" name=""/>
        <dsp:cNvSpPr/>
      </dsp:nvSpPr>
      <dsp:spPr>
        <a:xfrm>
          <a:off x="3326717" y="0"/>
          <a:ext cx="1423764" cy="3022600"/>
        </a:xfrm>
        <a:prstGeom prst="roundRect">
          <a:avLst>
            <a:gd name="adj" fmla="val 10000"/>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support of modular programming</a:t>
          </a:r>
        </a:p>
      </dsp:txBody>
      <dsp:txXfrm>
        <a:off x="3368418" y="41701"/>
        <a:ext cx="1340362" cy="2939198"/>
      </dsp:txXfrm>
    </dsp:sp>
    <dsp:sp modelId="{687C7697-D43A-4A4A-B7E2-A030E8315BDD}">
      <dsp:nvSpPr>
        <dsp:cNvPr id="0" name=""/>
        <dsp:cNvSpPr/>
      </dsp:nvSpPr>
      <dsp:spPr>
        <a:xfrm>
          <a:off x="4989674" y="0"/>
          <a:ext cx="1423764" cy="3022600"/>
        </a:xfrm>
        <a:prstGeom prst="roundRect">
          <a:avLst>
            <a:gd name="adj" fmla="val 10000"/>
          </a:avLst>
        </a:prstGeom>
        <a:solidFill>
          <a:schemeClr val="accent6"/>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protection and access control</a:t>
          </a:r>
        </a:p>
      </dsp:txBody>
      <dsp:txXfrm>
        <a:off x="5031375" y="41701"/>
        <a:ext cx="1340362" cy="2939198"/>
      </dsp:txXfrm>
    </dsp:sp>
    <dsp:sp modelId="{E23446C9-B403-3445-83E0-0F2AC82ADDC6}">
      <dsp:nvSpPr>
        <dsp:cNvPr id="0" name=""/>
        <dsp:cNvSpPr/>
      </dsp:nvSpPr>
      <dsp:spPr>
        <a:xfrm>
          <a:off x="6652631" y="0"/>
          <a:ext cx="1423764" cy="3022600"/>
        </a:xfrm>
        <a:prstGeom prst="roundRect">
          <a:avLst>
            <a:gd name="adj" fmla="val 10000"/>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long-term storage</a:t>
          </a:r>
        </a:p>
      </dsp:txBody>
      <dsp:txXfrm>
        <a:off x="6694332" y="41701"/>
        <a:ext cx="1340362" cy="2939198"/>
      </dsp:txXfrm>
    </dsp:sp>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C78D5A0-86E1-7F4A-97F2-4E691D203110}">
      <dsp:nvSpPr>
        <dsp:cNvPr id="0" name=""/>
        <dsp:cNvSpPr/>
      </dsp:nvSpPr>
      <dsp:spPr>
        <a:xfrm>
          <a:off x="804" y="0"/>
          <a:ext cx="1423764" cy="3022600"/>
        </a:xfrm>
        <a:prstGeom prst="roundRect">
          <a:avLst>
            <a:gd name="adj" fmla="val 10000"/>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process isolation</a:t>
          </a:r>
        </a:p>
      </dsp:txBody>
      <dsp:txXfrm>
        <a:off x="42505" y="41701"/>
        <a:ext cx="1340362" cy="2939198"/>
      </dsp:txXfrm>
    </dsp:sp>
    <dsp:sp modelId="{0F6F9771-857A-ED4D-BB66-061A66D62E92}">
      <dsp:nvSpPr>
        <dsp:cNvPr id="0" name=""/>
        <dsp:cNvSpPr/>
      </dsp:nvSpPr>
      <dsp:spPr>
        <a:xfrm>
          <a:off x="1663761" y="0"/>
          <a:ext cx="1423764" cy="3022600"/>
        </a:xfrm>
        <a:prstGeom prst="roundRect">
          <a:avLst>
            <a:gd name="adj" fmla="val 10000"/>
          </a:avLst>
        </a:prstGeom>
        <a:solidFill>
          <a:schemeClr val="accent6"/>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automatic allocation and management</a:t>
          </a:r>
        </a:p>
      </dsp:txBody>
      <dsp:txXfrm>
        <a:off x="1705462" y="41701"/>
        <a:ext cx="1340362" cy="2939198"/>
      </dsp:txXfrm>
    </dsp:sp>
    <dsp:sp modelId="{1822B451-F610-B34E-B470-4405426B9598}">
      <dsp:nvSpPr>
        <dsp:cNvPr id="0" name=""/>
        <dsp:cNvSpPr/>
      </dsp:nvSpPr>
      <dsp:spPr>
        <a:xfrm>
          <a:off x="3326717" y="0"/>
          <a:ext cx="1423764" cy="3022600"/>
        </a:xfrm>
        <a:prstGeom prst="roundRect">
          <a:avLst>
            <a:gd name="adj" fmla="val 10000"/>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support of modular programming</a:t>
          </a:r>
        </a:p>
      </dsp:txBody>
      <dsp:txXfrm>
        <a:off x="3368418" y="41701"/>
        <a:ext cx="1340362" cy="2939198"/>
      </dsp:txXfrm>
    </dsp:sp>
    <dsp:sp modelId="{687C7697-D43A-4A4A-B7E2-A030E8315BDD}">
      <dsp:nvSpPr>
        <dsp:cNvPr id="0" name=""/>
        <dsp:cNvSpPr/>
      </dsp:nvSpPr>
      <dsp:spPr>
        <a:xfrm>
          <a:off x="4989674" y="0"/>
          <a:ext cx="1423764" cy="3022600"/>
        </a:xfrm>
        <a:prstGeom prst="roundRect">
          <a:avLst>
            <a:gd name="adj" fmla="val 10000"/>
          </a:avLst>
        </a:prstGeom>
        <a:solidFill>
          <a:schemeClr val="accent6"/>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protection and access control</a:t>
          </a:r>
        </a:p>
      </dsp:txBody>
      <dsp:txXfrm>
        <a:off x="5031375" y="41701"/>
        <a:ext cx="1340362" cy="2939198"/>
      </dsp:txXfrm>
    </dsp:sp>
    <dsp:sp modelId="{E23446C9-B403-3445-83E0-0F2AC82ADDC6}">
      <dsp:nvSpPr>
        <dsp:cNvPr id="0" name=""/>
        <dsp:cNvSpPr/>
      </dsp:nvSpPr>
      <dsp:spPr>
        <a:xfrm>
          <a:off x="6652631" y="0"/>
          <a:ext cx="1423764" cy="3022600"/>
        </a:xfrm>
        <a:prstGeom prst="roundRect">
          <a:avLst>
            <a:gd name="adj" fmla="val 10000"/>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long-term storage</a:t>
          </a:r>
        </a:p>
      </dsp:txBody>
      <dsp:txXfrm>
        <a:off x="6694332" y="41701"/>
        <a:ext cx="1340362" cy="2939198"/>
      </dsp:txXfrm>
    </dsp:sp>
  </dsp:spTree>
</dsp:drawing>
</file>

<file path=ppt/diagrams/drawing1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6C0398E-5DF1-F24E-9796-ADAD05B8C726}">
      <dsp:nvSpPr>
        <dsp:cNvPr id="0" name=""/>
        <dsp:cNvSpPr/>
      </dsp:nvSpPr>
      <dsp:spPr>
        <a:xfrm>
          <a:off x="2100042" y="289750"/>
          <a:ext cx="3605784" cy="3605784"/>
        </a:xfrm>
        <a:prstGeom prst="pie">
          <a:avLst>
            <a:gd name="adj1" fmla="val 16200000"/>
            <a:gd name="adj2" fmla="val 1800000"/>
          </a:avLst>
        </a:prstGeom>
        <a:solidFill>
          <a:schemeClr val="accent6"/>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US" sz="1800" b="1" i="0" kern="1200" dirty="0"/>
            <a:t>fairness</a:t>
          </a:r>
        </a:p>
      </dsp:txBody>
      <dsp:txXfrm>
        <a:off x="4060473" y="955103"/>
        <a:ext cx="1223391" cy="1201928"/>
      </dsp:txXfrm>
    </dsp:sp>
    <dsp:sp modelId="{71C7C1E5-AC56-8D4C-B0F8-41E32D153D9D}">
      <dsp:nvSpPr>
        <dsp:cNvPr id="0" name=""/>
        <dsp:cNvSpPr/>
      </dsp:nvSpPr>
      <dsp:spPr>
        <a:xfrm>
          <a:off x="1914173" y="397065"/>
          <a:ext cx="3605784" cy="3605784"/>
        </a:xfrm>
        <a:prstGeom prst="pie">
          <a:avLst>
            <a:gd name="adj1" fmla="val 1800000"/>
            <a:gd name="adj2" fmla="val 9000000"/>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US" sz="1800" b="1" i="0" kern="1200" dirty="0"/>
            <a:t>differential responsiveness</a:t>
          </a:r>
        </a:p>
      </dsp:txBody>
      <dsp:txXfrm>
        <a:off x="2901471" y="2672143"/>
        <a:ext cx="1631188" cy="1116076"/>
      </dsp:txXfrm>
    </dsp:sp>
    <dsp:sp modelId="{DB3E713C-5D2F-BA4F-A01C-1C230AC4E998}">
      <dsp:nvSpPr>
        <dsp:cNvPr id="0" name=""/>
        <dsp:cNvSpPr/>
      </dsp:nvSpPr>
      <dsp:spPr>
        <a:xfrm>
          <a:off x="1914173" y="397065"/>
          <a:ext cx="3605784" cy="3605784"/>
        </a:xfrm>
        <a:prstGeom prst="pie">
          <a:avLst>
            <a:gd name="adj1" fmla="val 9000000"/>
            <a:gd name="adj2" fmla="val 16200000"/>
          </a:avLst>
        </a:prstGeom>
        <a:solidFill>
          <a:schemeClr val="accent3">
            <a:lumMod val="7500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US" sz="1800" b="1" i="0" kern="1200" dirty="0"/>
            <a:t>efficiency</a:t>
          </a:r>
        </a:p>
      </dsp:txBody>
      <dsp:txXfrm>
        <a:off x="2300507" y="1105344"/>
        <a:ext cx="1223391" cy="1201928"/>
      </dsp:txXfrm>
    </dsp:sp>
  </dsp:spTree>
</dsp:drawing>
</file>

<file path=ppt/diagrams/drawing1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DABB729-FAEA-4D42-9064-64C0C1BA4D27}">
      <dsp:nvSpPr>
        <dsp:cNvPr id="0" name=""/>
        <dsp:cNvSpPr/>
      </dsp:nvSpPr>
      <dsp:spPr>
        <a:xfrm>
          <a:off x="0" y="1397199"/>
          <a:ext cx="7620000" cy="3628799"/>
        </a:xfrm>
        <a:prstGeom prst="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591397" tIns="1332992" rIns="591397" bIns="199136" numCol="1" spcCol="1270" anchor="t" anchorCtr="0">
          <a:noAutofit/>
        </a:bodyPr>
        <a:lstStyle/>
        <a:p>
          <a:pPr marL="285750" lvl="1" indent="-285750" algn="l" defTabSz="1244600">
            <a:lnSpc>
              <a:spcPct val="90000"/>
            </a:lnSpc>
            <a:spcBef>
              <a:spcPct val="0"/>
            </a:spcBef>
            <a:spcAft>
              <a:spcPct val="15000"/>
            </a:spcAft>
            <a:buChar char="•"/>
          </a:pPr>
          <a:r>
            <a:rPr lang="en-NZ" sz="2800" kern="1200" dirty="0"/>
            <a:t>microkernel architecture</a:t>
          </a:r>
        </a:p>
        <a:p>
          <a:pPr marL="285750" lvl="1" indent="-285750" algn="l" defTabSz="1244600">
            <a:lnSpc>
              <a:spcPct val="90000"/>
            </a:lnSpc>
            <a:spcBef>
              <a:spcPct val="0"/>
            </a:spcBef>
            <a:spcAft>
              <a:spcPct val="15000"/>
            </a:spcAft>
            <a:buChar char="•"/>
          </a:pPr>
          <a:r>
            <a:rPr lang="en-NZ" sz="2800" kern="1200" dirty="0"/>
            <a:t>multithreading</a:t>
          </a:r>
        </a:p>
        <a:p>
          <a:pPr marL="285750" lvl="1" indent="-285750" algn="l" defTabSz="1244600">
            <a:lnSpc>
              <a:spcPct val="90000"/>
            </a:lnSpc>
            <a:spcBef>
              <a:spcPct val="0"/>
            </a:spcBef>
            <a:spcAft>
              <a:spcPct val="15000"/>
            </a:spcAft>
            <a:buChar char="•"/>
          </a:pPr>
          <a:r>
            <a:rPr lang="en-NZ" sz="2800" kern="1200" dirty="0"/>
            <a:t>symmetric multiprocessing</a:t>
          </a:r>
        </a:p>
        <a:p>
          <a:pPr marL="285750" lvl="1" indent="-285750" algn="l" defTabSz="1244600">
            <a:lnSpc>
              <a:spcPct val="90000"/>
            </a:lnSpc>
            <a:spcBef>
              <a:spcPct val="0"/>
            </a:spcBef>
            <a:spcAft>
              <a:spcPct val="15000"/>
            </a:spcAft>
            <a:buChar char="•"/>
          </a:pPr>
          <a:r>
            <a:rPr lang="en-NZ" sz="2800" kern="1200" dirty="0"/>
            <a:t>distributed operating systems</a:t>
          </a:r>
        </a:p>
        <a:p>
          <a:pPr marL="285750" lvl="1" indent="-285750" algn="l" defTabSz="1244600">
            <a:lnSpc>
              <a:spcPct val="90000"/>
            </a:lnSpc>
            <a:spcBef>
              <a:spcPct val="0"/>
            </a:spcBef>
            <a:spcAft>
              <a:spcPct val="15000"/>
            </a:spcAft>
            <a:buChar char="•"/>
          </a:pPr>
          <a:r>
            <a:rPr lang="en-NZ" sz="2800" kern="1200" dirty="0"/>
            <a:t>object-oriented design</a:t>
          </a:r>
        </a:p>
      </dsp:txBody>
      <dsp:txXfrm>
        <a:off x="0" y="1397199"/>
        <a:ext cx="7620000" cy="3628799"/>
      </dsp:txXfrm>
    </dsp:sp>
    <dsp:sp modelId="{83794904-62F1-3248-BF0D-6CBE7893EADB}">
      <dsp:nvSpPr>
        <dsp:cNvPr id="0" name=""/>
        <dsp:cNvSpPr/>
      </dsp:nvSpPr>
      <dsp:spPr>
        <a:xfrm>
          <a:off x="76200" y="1348097"/>
          <a:ext cx="7536262" cy="992438"/>
        </a:xfrm>
        <a:prstGeom prst="roundRect">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201612" tIns="0" rIns="201612" bIns="0" numCol="1" spcCol="1270" anchor="ctr" anchorCtr="0">
          <a:noAutofit/>
        </a:bodyPr>
        <a:lstStyle/>
        <a:p>
          <a:pPr marL="0" lvl="0" indent="0" algn="l" defTabSz="977900">
            <a:lnSpc>
              <a:spcPct val="90000"/>
            </a:lnSpc>
            <a:spcBef>
              <a:spcPct val="0"/>
            </a:spcBef>
            <a:spcAft>
              <a:spcPct val="35000"/>
            </a:spcAft>
            <a:buNone/>
          </a:pPr>
          <a:r>
            <a:rPr lang="en-NZ" sz="2200" kern="1200" dirty="0"/>
            <a:t>Different approaches and design elements have been tried:</a:t>
          </a:r>
          <a:endParaRPr lang="en-US" sz="2200" kern="1200" dirty="0"/>
        </a:p>
      </dsp:txBody>
      <dsp:txXfrm>
        <a:off x="124647" y="1396544"/>
        <a:ext cx="7439368" cy="895544"/>
      </dsp:txXfrm>
    </dsp:sp>
  </dsp:spTree>
</dsp:drawing>
</file>

<file path=ppt/diagrams/drawing2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58BA974-D1D0-7C45-8BAD-1585AF825221}">
      <dsp:nvSpPr>
        <dsp:cNvPr id="0" name=""/>
        <dsp:cNvSpPr/>
      </dsp:nvSpPr>
      <dsp:spPr>
        <a:xfrm>
          <a:off x="1128963" y="18"/>
          <a:ext cx="2071431" cy="1523962"/>
        </a:xfrm>
        <a:prstGeom prst="ellipse">
          <a:avLst/>
        </a:prstGeom>
        <a:solidFill>
          <a:schemeClr val="bg1"/>
        </a:solidFill>
        <a:ln>
          <a:solidFill>
            <a:schemeClr val="accent6">
              <a:alpha val="90000"/>
            </a:schemeClr>
          </a:solidFill>
        </a:ln>
        <a:effectLst/>
      </dsp:spPr>
      <dsp:style>
        <a:lnRef idx="0">
          <a:scrgbClr r="0" g="0" b="0"/>
        </a:lnRef>
        <a:fillRef idx="3">
          <a:scrgbClr r="0" g="0" b="0"/>
        </a:fillRef>
        <a:effectRef idx="0">
          <a:scrgbClr r="0" g="0" b="0"/>
        </a:effectRef>
        <a:fontRef idx="minor">
          <a:schemeClr val="tx1"/>
        </a:fontRef>
      </dsp:style>
      <dsp:txBody>
        <a:bodyPr spcFirstLastPara="0" vert="horz" wrap="square" lIns="83869" tIns="22860" rIns="83869" bIns="22860" numCol="1" spcCol="1270" anchor="ctr" anchorCtr="0">
          <a:noAutofit/>
        </a:bodyPr>
        <a:lstStyle/>
        <a:p>
          <a:pPr marL="0" lvl="0" indent="0" algn="ctr" defTabSz="800100">
            <a:lnSpc>
              <a:spcPct val="90000"/>
            </a:lnSpc>
            <a:spcBef>
              <a:spcPct val="0"/>
            </a:spcBef>
            <a:spcAft>
              <a:spcPct val="35000"/>
            </a:spcAft>
            <a:buNone/>
          </a:pPr>
          <a:r>
            <a:rPr lang="en-US" sz="1800" kern="1200" dirty="0"/>
            <a:t>address spaces</a:t>
          </a:r>
        </a:p>
      </dsp:txBody>
      <dsp:txXfrm>
        <a:off x="1432317" y="223197"/>
        <a:ext cx="1464723" cy="1077604"/>
      </dsp:txXfrm>
    </dsp:sp>
    <dsp:sp modelId="{0C1E7BE6-80C6-3C42-B6EA-D548FFF8D7E8}">
      <dsp:nvSpPr>
        <dsp:cNvPr id="0" name=""/>
        <dsp:cNvSpPr/>
      </dsp:nvSpPr>
      <dsp:spPr>
        <a:xfrm>
          <a:off x="2895602" y="18"/>
          <a:ext cx="2666995" cy="1523962"/>
        </a:xfrm>
        <a:prstGeom prst="ellipse">
          <a:avLst/>
        </a:prstGeom>
        <a:solidFill>
          <a:schemeClr val="bg1"/>
        </a:solidFill>
        <a:ln>
          <a:solidFill>
            <a:schemeClr val="accent6">
              <a:alpha val="90000"/>
            </a:schemeClr>
          </a:solidFill>
        </a:ln>
        <a:effectLst/>
      </dsp:spPr>
      <dsp:style>
        <a:lnRef idx="0">
          <a:scrgbClr r="0" g="0" b="0"/>
        </a:lnRef>
        <a:fillRef idx="3">
          <a:scrgbClr r="0" g="0" b="0"/>
        </a:fillRef>
        <a:effectRef idx="0">
          <a:scrgbClr r="0" g="0" b="0"/>
        </a:effectRef>
        <a:fontRef idx="minor">
          <a:schemeClr val="tx1"/>
        </a:fontRef>
      </dsp:style>
      <dsp:txBody>
        <a:bodyPr spcFirstLastPara="0" vert="horz" wrap="square" lIns="83869" tIns="22860" rIns="83869" bIns="22860" numCol="1" spcCol="1270" anchor="ctr" anchorCtr="0">
          <a:noAutofit/>
        </a:bodyPr>
        <a:lstStyle/>
        <a:p>
          <a:pPr marL="0" lvl="0" indent="0" algn="ctr" defTabSz="800100">
            <a:lnSpc>
              <a:spcPct val="90000"/>
            </a:lnSpc>
            <a:spcBef>
              <a:spcPct val="0"/>
            </a:spcBef>
            <a:spcAft>
              <a:spcPct val="35000"/>
            </a:spcAft>
            <a:buNone/>
          </a:pPr>
          <a:r>
            <a:rPr lang="en-US" sz="1800" kern="1200" dirty="0"/>
            <a:t>interprocess communication (IPC)</a:t>
          </a:r>
        </a:p>
      </dsp:txBody>
      <dsp:txXfrm>
        <a:off x="3286174" y="223197"/>
        <a:ext cx="1885851" cy="1077604"/>
      </dsp:txXfrm>
    </dsp:sp>
    <dsp:sp modelId="{3D639D55-9910-DA41-B3AE-143CA9255248}">
      <dsp:nvSpPr>
        <dsp:cNvPr id="0" name=""/>
        <dsp:cNvSpPr/>
      </dsp:nvSpPr>
      <dsp:spPr>
        <a:xfrm>
          <a:off x="5257805" y="18"/>
          <a:ext cx="2071431" cy="1523962"/>
        </a:xfrm>
        <a:prstGeom prst="ellipse">
          <a:avLst/>
        </a:prstGeom>
        <a:solidFill>
          <a:schemeClr val="bg1"/>
        </a:solidFill>
        <a:ln>
          <a:solidFill>
            <a:schemeClr val="accent6">
              <a:alpha val="90000"/>
            </a:schemeClr>
          </a:solidFill>
        </a:ln>
        <a:effectLst/>
      </dsp:spPr>
      <dsp:style>
        <a:lnRef idx="0">
          <a:scrgbClr r="0" g="0" b="0"/>
        </a:lnRef>
        <a:fillRef idx="3">
          <a:scrgbClr r="0" g="0" b="0"/>
        </a:fillRef>
        <a:effectRef idx="0">
          <a:scrgbClr r="0" g="0" b="0"/>
        </a:effectRef>
        <a:fontRef idx="minor">
          <a:schemeClr val="tx1"/>
        </a:fontRef>
      </dsp:style>
      <dsp:txBody>
        <a:bodyPr spcFirstLastPara="0" vert="horz" wrap="square" lIns="83869" tIns="22860" rIns="83869" bIns="22860" numCol="1" spcCol="1270" anchor="ctr" anchorCtr="0">
          <a:noAutofit/>
        </a:bodyPr>
        <a:lstStyle/>
        <a:p>
          <a:pPr marL="0" lvl="0" indent="0" algn="ctr" defTabSz="800100">
            <a:lnSpc>
              <a:spcPct val="90000"/>
            </a:lnSpc>
            <a:spcBef>
              <a:spcPct val="0"/>
            </a:spcBef>
            <a:spcAft>
              <a:spcPct val="35000"/>
            </a:spcAft>
            <a:buNone/>
          </a:pPr>
          <a:r>
            <a:rPr lang="en-US" sz="1800" kern="1200" dirty="0"/>
            <a:t>basic scheduling</a:t>
          </a:r>
        </a:p>
      </dsp:txBody>
      <dsp:txXfrm>
        <a:off x="5561159" y="223197"/>
        <a:ext cx="1464723" cy="1077604"/>
      </dsp:txXfrm>
    </dsp:sp>
  </dsp:spTree>
</dsp:drawing>
</file>

<file path=ppt/diagrams/drawing2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42EC200-AA31-FF49-9439-3332FF002BCA}">
      <dsp:nvSpPr>
        <dsp:cNvPr id="0" name=""/>
        <dsp:cNvSpPr/>
      </dsp:nvSpPr>
      <dsp:spPr>
        <a:xfrm>
          <a:off x="670823" y="644"/>
          <a:ext cx="2603998" cy="1548110"/>
        </a:xfrm>
        <a:prstGeom prst="ellipse">
          <a:avLst/>
        </a:prstGeom>
        <a:solidFill>
          <a:schemeClr val="accent6"/>
        </a:solidFill>
        <a:ln>
          <a:solidFill>
            <a:schemeClr val="bg1">
              <a:alpha val="90000"/>
            </a:schemeClr>
          </a:solidFill>
        </a:ln>
        <a:effectLst/>
      </dsp:spPr>
      <dsp:style>
        <a:lnRef idx="0">
          <a:scrgbClr r="0" g="0" b="0"/>
        </a:lnRef>
        <a:fillRef idx="3">
          <a:scrgbClr r="0" g="0" b="0"/>
        </a:fillRef>
        <a:effectRef idx="0">
          <a:scrgbClr r="0" g="0" b="0"/>
        </a:effectRef>
        <a:fontRef idx="minor">
          <a:schemeClr val="tx1"/>
        </a:fontRef>
      </dsp:style>
      <dsp:txBody>
        <a:bodyPr spcFirstLastPara="0" vert="horz" wrap="square" lIns="85198" tIns="22860" rIns="85198" bIns="22860" numCol="1" spcCol="1270" anchor="ctr" anchorCtr="0">
          <a:noAutofit/>
        </a:bodyPr>
        <a:lstStyle/>
        <a:p>
          <a:pPr marL="0" lvl="0" indent="0" algn="ctr" defTabSz="800100">
            <a:lnSpc>
              <a:spcPct val="90000"/>
            </a:lnSpc>
            <a:spcBef>
              <a:spcPct val="0"/>
            </a:spcBef>
            <a:spcAft>
              <a:spcPct val="35000"/>
            </a:spcAft>
            <a:buNone/>
          </a:pPr>
          <a:r>
            <a:rPr lang="en-US" sz="1800" kern="1200" dirty="0">
              <a:solidFill>
                <a:schemeClr val="bg1"/>
              </a:solidFill>
            </a:rPr>
            <a:t>simplifies implementation</a:t>
          </a:r>
        </a:p>
      </dsp:txBody>
      <dsp:txXfrm>
        <a:off x="1052170" y="227359"/>
        <a:ext cx="1841304" cy="1094680"/>
      </dsp:txXfrm>
    </dsp:sp>
    <dsp:sp modelId="{8F15053A-8F42-F340-900D-93E5ADC1CDED}">
      <dsp:nvSpPr>
        <dsp:cNvPr id="0" name=""/>
        <dsp:cNvSpPr/>
      </dsp:nvSpPr>
      <dsp:spPr>
        <a:xfrm>
          <a:off x="2965200" y="644"/>
          <a:ext cx="2603998" cy="1548110"/>
        </a:xfrm>
        <a:prstGeom prst="ellipse">
          <a:avLst/>
        </a:prstGeom>
        <a:solidFill>
          <a:schemeClr val="accent6"/>
        </a:solidFill>
        <a:ln>
          <a:solidFill>
            <a:schemeClr val="bg1">
              <a:alpha val="90000"/>
            </a:schemeClr>
          </a:solidFill>
        </a:ln>
        <a:effectLst/>
      </dsp:spPr>
      <dsp:style>
        <a:lnRef idx="0">
          <a:scrgbClr r="0" g="0" b="0"/>
        </a:lnRef>
        <a:fillRef idx="3">
          <a:scrgbClr r="0" g="0" b="0"/>
        </a:fillRef>
        <a:effectRef idx="0">
          <a:scrgbClr r="0" g="0" b="0"/>
        </a:effectRef>
        <a:fontRef idx="minor">
          <a:schemeClr val="tx1"/>
        </a:fontRef>
      </dsp:style>
      <dsp:txBody>
        <a:bodyPr spcFirstLastPara="0" vert="horz" wrap="square" lIns="85198" tIns="22860" rIns="85198" bIns="22860" numCol="1" spcCol="1270" anchor="ctr" anchorCtr="0">
          <a:noAutofit/>
        </a:bodyPr>
        <a:lstStyle/>
        <a:p>
          <a:pPr marL="0" lvl="0" indent="0" algn="ctr" defTabSz="800100">
            <a:lnSpc>
              <a:spcPct val="90000"/>
            </a:lnSpc>
            <a:spcBef>
              <a:spcPct val="0"/>
            </a:spcBef>
            <a:spcAft>
              <a:spcPct val="35000"/>
            </a:spcAft>
            <a:buNone/>
          </a:pPr>
          <a:r>
            <a:rPr lang="en-US" sz="1800" kern="1200" dirty="0">
              <a:solidFill>
                <a:schemeClr val="bg1"/>
              </a:solidFill>
            </a:rPr>
            <a:t>provides flexibility</a:t>
          </a:r>
        </a:p>
      </dsp:txBody>
      <dsp:txXfrm>
        <a:off x="3346547" y="227359"/>
        <a:ext cx="1841304" cy="1094680"/>
      </dsp:txXfrm>
    </dsp:sp>
    <dsp:sp modelId="{F7CF12E1-CFEB-A84D-AE77-A9FCC92CF154}">
      <dsp:nvSpPr>
        <dsp:cNvPr id="0" name=""/>
        <dsp:cNvSpPr/>
      </dsp:nvSpPr>
      <dsp:spPr>
        <a:xfrm>
          <a:off x="5259577" y="644"/>
          <a:ext cx="2603998" cy="1548110"/>
        </a:xfrm>
        <a:prstGeom prst="ellipse">
          <a:avLst/>
        </a:prstGeom>
        <a:solidFill>
          <a:schemeClr val="accent6"/>
        </a:solidFill>
        <a:ln>
          <a:solidFill>
            <a:schemeClr val="bg1">
              <a:alpha val="90000"/>
            </a:schemeClr>
          </a:solidFill>
        </a:ln>
        <a:effectLst/>
      </dsp:spPr>
      <dsp:style>
        <a:lnRef idx="0">
          <a:scrgbClr r="0" g="0" b="0"/>
        </a:lnRef>
        <a:fillRef idx="3">
          <a:scrgbClr r="0" g="0" b="0"/>
        </a:fillRef>
        <a:effectRef idx="0">
          <a:scrgbClr r="0" g="0" b="0"/>
        </a:effectRef>
        <a:fontRef idx="minor">
          <a:schemeClr val="tx1"/>
        </a:fontRef>
      </dsp:style>
      <dsp:txBody>
        <a:bodyPr spcFirstLastPara="0" vert="horz" wrap="square" lIns="85198" tIns="22860" rIns="85198" bIns="22860" numCol="1" spcCol="1270" anchor="ctr" anchorCtr="0">
          <a:noAutofit/>
        </a:bodyPr>
        <a:lstStyle/>
        <a:p>
          <a:pPr marL="0" lvl="0" indent="0" algn="ctr" defTabSz="800100">
            <a:lnSpc>
              <a:spcPct val="90000"/>
            </a:lnSpc>
            <a:spcBef>
              <a:spcPct val="0"/>
            </a:spcBef>
            <a:spcAft>
              <a:spcPct val="35000"/>
            </a:spcAft>
            <a:buNone/>
          </a:pPr>
          <a:r>
            <a:rPr lang="en-US" sz="1800" kern="1200" dirty="0">
              <a:solidFill>
                <a:schemeClr val="bg1"/>
              </a:solidFill>
            </a:rPr>
            <a:t>is well suited to a distributed/edge environment</a:t>
          </a:r>
        </a:p>
      </dsp:txBody>
      <dsp:txXfrm>
        <a:off x="5640924" y="227359"/>
        <a:ext cx="1841304" cy="1094680"/>
      </dsp:txXfrm>
    </dsp:sp>
  </dsp:spTree>
</dsp:drawing>
</file>

<file path=ppt/diagrams/drawing2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2A1816B-4E7E-2E48-8BDA-C4A334EFB13D}">
      <dsp:nvSpPr>
        <dsp:cNvPr id="0" name=""/>
        <dsp:cNvSpPr/>
      </dsp:nvSpPr>
      <dsp:spPr>
        <a:xfrm>
          <a:off x="1898544" y="2027"/>
          <a:ext cx="2454380" cy="981752"/>
        </a:xfrm>
        <a:prstGeom prst="chevron">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25400" tIns="12700" rIns="0" bIns="12700" numCol="1" spcCol="1270" anchor="ctr" anchorCtr="0">
          <a:noAutofit/>
        </a:bodyPr>
        <a:lstStyle/>
        <a:p>
          <a:pPr marL="0" lvl="0" indent="0" algn="ctr" defTabSz="889000" rtl="0">
            <a:lnSpc>
              <a:spcPct val="90000"/>
            </a:lnSpc>
            <a:spcBef>
              <a:spcPct val="0"/>
            </a:spcBef>
            <a:spcAft>
              <a:spcPct val="35000"/>
            </a:spcAft>
            <a:buNone/>
          </a:pPr>
          <a:r>
            <a:rPr lang="en-US" sz="2000" b="1" kern="1200" dirty="0">
              <a:solidFill>
                <a:schemeClr val="bg1"/>
              </a:solidFill>
            </a:rPr>
            <a:t>Performance</a:t>
          </a:r>
          <a:endParaRPr lang="en-US" sz="2000" kern="1200" dirty="0">
            <a:solidFill>
              <a:schemeClr val="bg1"/>
            </a:solidFill>
          </a:endParaRPr>
        </a:p>
      </dsp:txBody>
      <dsp:txXfrm>
        <a:off x="2389420" y="2027"/>
        <a:ext cx="1472628" cy="981752"/>
      </dsp:txXfrm>
    </dsp:sp>
    <dsp:sp modelId="{D1409364-D0A8-404B-A03C-74C180546E0E}">
      <dsp:nvSpPr>
        <dsp:cNvPr id="0" name=""/>
        <dsp:cNvSpPr/>
      </dsp:nvSpPr>
      <dsp:spPr>
        <a:xfrm>
          <a:off x="4033855" y="85476"/>
          <a:ext cx="4414473" cy="814854"/>
        </a:xfrm>
        <a:prstGeom prst="chevron">
          <a:avLst/>
        </a:prstGeom>
        <a:solidFill>
          <a:schemeClr val="accent6"/>
        </a:solidFill>
        <a:ln w="15875" cap="flat" cmpd="sng" algn="ctr">
          <a:solidFill>
            <a:schemeClr val="accent1">
              <a:alpha val="90000"/>
              <a:tint val="4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22860" tIns="11430" rIns="0" bIns="11430" numCol="1" spcCol="1270" anchor="ctr" anchorCtr="0">
          <a:noAutofit/>
        </a:bodyPr>
        <a:lstStyle/>
        <a:p>
          <a:pPr marL="0" lvl="0" indent="0" algn="ctr" defTabSz="800100" rtl="0">
            <a:lnSpc>
              <a:spcPct val="90000"/>
            </a:lnSpc>
            <a:spcBef>
              <a:spcPct val="0"/>
            </a:spcBef>
            <a:spcAft>
              <a:spcPct val="35000"/>
            </a:spcAft>
            <a:buNone/>
          </a:pPr>
          <a:r>
            <a:rPr lang="en-US" sz="1800" kern="1200" dirty="0">
              <a:solidFill>
                <a:schemeClr val="bg1"/>
              </a:solidFill>
            </a:rPr>
            <a:t>more than one process can be running simultaneously, each on a different processor</a:t>
          </a:r>
        </a:p>
      </dsp:txBody>
      <dsp:txXfrm>
        <a:off x="4441282" y="85476"/>
        <a:ext cx="3599619" cy="814854"/>
      </dsp:txXfrm>
    </dsp:sp>
    <dsp:sp modelId="{6EE4EF73-36EE-7D42-A45F-E6E41F881006}">
      <dsp:nvSpPr>
        <dsp:cNvPr id="0" name=""/>
        <dsp:cNvSpPr/>
      </dsp:nvSpPr>
      <dsp:spPr>
        <a:xfrm>
          <a:off x="1898544" y="1121225"/>
          <a:ext cx="2454380" cy="981752"/>
        </a:xfrm>
        <a:prstGeom prst="chevron">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25400" tIns="12700" rIns="0" bIns="12700" numCol="1" spcCol="1270" anchor="ctr" anchorCtr="0">
          <a:noAutofit/>
        </a:bodyPr>
        <a:lstStyle/>
        <a:p>
          <a:pPr marL="0" lvl="0" indent="0" algn="ctr" defTabSz="889000" rtl="0">
            <a:lnSpc>
              <a:spcPct val="90000"/>
            </a:lnSpc>
            <a:spcBef>
              <a:spcPct val="0"/>
            </a:spcBef>
            <a:spcAft>
              <a:spcPct val="35000"/>
            </a:spcAft>
            <a:buNone/>
          </a:pPr>
          <a:r>
            <a:rPr lang="en-US" sz="2000" b="1" kern="1200" dirty="0">
              <a:solidFill>
                <a:schemeClr val="bg1"/>
              </a:solidFill>
            </a:rPr>
            <a:t>Availability</a:t>
          </a:r>
          <a:endParaRPr lang="en-US" sz="2000" kern="1200" dirty="0">
            <a:solidFill>
              <a:schemeClr val="bg1"/>
            </a:solidFill>
          </a:endParaRPr>
        </a:p>
      </dsp:txBody>
      <dsp:txXfrm>
        <a:off x="2389420" y="1121225"/>
        <a:ext cx="1472628" cy="981752"/>
      </dsp:txXfrm>
    </dsp:sp>
    <dsp:sp modelId="{65CA66AD-A686-A64E-B74D-33DC4C582B00}">
      <dsp:nvSpPr>
        <dsp:cNvPr id="0" name=""/>
        <dsp:cNvSpPr/>
      </dsp:nvSpPr>
      <dsp:spPr>
        <a:xfrm>
          <a:off x="4033855" y="1204674"/>
          <a:ext cx="4262156" cy="814854"/>
        </a:xfrm>
        <a:prstGeom prst="chevron">
          <a:avLst/>
        </a:prstGeom>
        <a:solidFill>
          <a:schemeClr val="accent6"/>
        </a:solidFill>
        <a:ln w="15875" cap="flat" cmpd="sng" algn="ctr">
          <a:solidFill>
            <a:schemeClr val="accent1">
              <a:alpha val="90000"/>
              <a:tint val="4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22860" tIns="11430" rIns="0" bIns="11430" numCol="1" spcCol="1270" anchor="ctr" anchorCtr="0">
          <a:noAutofit/>
        </a:bodyPr>
        <a:lstStyle/>
        <a:p>
          <a:pPr marL="0" lvl="0" indent="0" algn="ctr" defTabSz="800100" rtl="0">
            <a:lnSpc>
              <a:spcPct val="90000"/>
            </a:lnSpc>
            <a:spcBef>
              <a:spcPct val="0"/>
            </a:spcBef>
            <a:spcAft>
              <a:spcPct val="35000"/>
            </a:spcAft>
            <a:buNone/>
          </a:pPr>
          <a:r>
            <a:rPr lang="en-US" sz="1800" kern="1200" dirty="0">
              <a:solidFill>
                <a:schemeClr val="bg1"/>
              </a:solidFill>
            </a:rPr>
            <a:t>failure of a single processor does not halt the system</a:t>
          </a:r>
        </a:p>
      </dsp:txBody>
      <dsp:txXfrm>
        <a:off x="4441282" y="1204674"/>
        <a:ext cx="3447302" cy="814854"/>
      </dsp:txXfrm>
    </dsp:sp>
    <dsp:sp modelId="{8F9EA938-DC97-864B-99D0-4FC17442E668}">
      <dsp:nvSpPr>
        <dsp:cNvPr id="0" name=""/>
        <dsp:cNvSpPr/>
      </dsp:nvSpPr>
      <dsp:spPr>
        <a:xfrm>
          <a:off x="1898544" y="2240422"/>
          <a:ext cx="2454380" cy="981752"/>
        </a:xfrm>
        <a:prstGeom prst="chevron">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25400" tIns="12700" rIns="0" bIns="12700" numCol="1" spcCol="1270" anchor="ctr" anchorCtr="0">
          <a:noAutofit/>
        </a:bodyPr>
        <a:lstStyle/>
        <a:p>
          <a:pPr marL="0" lvl="0" indent="0" algn="ctr" defTabSz="889000" rtl="0">
            <a:lnSpc>
              <a:spcPct val="90000"/>
            </a:lnSpc>
            <a:spcBef>
              <a:spcPct val="0"/>
            </a:spcBef>
            <a:spcAft>
              <a:spcPct val="35000"/>
            </a:spcAft>
            <a:buNone/>
          </a:pPr>
          <a:r>
            <a:rPr lang="en-US" sz="2000" b="1" kern="1200" dirty="0">
              <a:solidFill>
                <a:schemeClr val="bg1"/>
              </a:solidFill>
            </a:rPr>
            <a:t>Incremental Growth</a:t>
          </a:r>
          <a:endParaRPr lang="en-US" sz="2000" kern="1200" dirty="0">
            <a:solidFill>
              <a:schemeClr val="bg1"/>
            </a:solidFill>
          </a:endParaRPr>
        </a:p>
      </dsp:txBody>
      <dsp:txXfrm>
        <a:off x="2389420" y="2240422"/>
        <a:ext cx="1472628" cy="981752"/>
      </dsp:txXfrm>
    </dsp:sp>
    <dsp:sp modelId="{8F69CEFB-EA93-B34B-B0E2-B6DC3736F014}">
      <dsp:nvSpPr>
        <dsp:cNvPr id="0" name=""/>
        <dsp:cNvSpPr/>
      </dsp:nvSpPr>
      <dsp:spPr>
        <a:xfrm>
          <a:off x="4033855" y="2323871"/>
          <a:ext cx="4050009" cy="814854"/>
        </a:xfrm>
        <a:prstGeom prst="chevron">
          <a:avLst/>
        </a:prstGeom>
        <a:solidFill>
          <a:schemeClr val="accent6"/>
        </a:solidFill>
        <a:ln w="15875" cap="flat" cmpd="sng" algn="ctr">
          <a:solidFill>
            <a:schemeClr val="accent1">
              <a:alpha val="90000"/>
              <a:tint val="4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22860" tIns="11430" rIns="0" bIns="11430" numCol="1" spcCol="1270" anchor="ctr" anchorCtr="0">
          <a:noAutofit/>
        </a:bodyPr>
        <a:lstStyle/>
        <a:p>
          <a:pPr marL="0" lvl="0" indent="0" algn="ctr" defTabSz="800100" rtl="0">
            <a:lnSpc>
              <a:spcPct val="90000"/>
            </a:lnSpc>
            <a:spcBef>
              <a:spcPct val="0"/>
            </a:spcBef>
            <a:spcAft>
              <a:spcPct val="35000"/>
            </a:spcAft>
            <a:buNone/>
          </a:pPr>
          <a:r>
            <a:rPr lang="en-US" sz="1800" kern="1200" dirty="0">
              <a:solidFill>
                <a:schemeClr val="bg1"/>
              </a:solidFill>
            </a:rPr>
            <a:t>performance of a system can be enhanced by adding an additional processor</a:t>
          </a:r>
        </a:p>
      </dsp:txBody>
      <dsp:txXfrm>
        <a:off x="4441282" y="2323871"/>
        <a:ext cx="3235155" cy="814854"/>
      </dsp:txXfrm>
    </dsp:sp>
    <dsp:sp modelId="{875511A4-5AA0-AD4B-9347-384E886407FB}">
      <dsp:nvSpPr>
        <dsp:cNvPr id="0" name=""/>
        <dsp:cNvSpPr/>
      </dsp:nvSpPr>
      <dsp:spPr>
        <a:xfrm>
          <a:off x="1898544" y="3359620"/>
          <a:ext cx="2454380" cy="981752"/>
        </a:xfrm>
        <a:prstGeom prst="chevron">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25400" tIns="12700" rIns="0" bIns="12700" numCol="1" spcCol="1270" anchor="ctr" anchorCtr="0">
          <a:noAutofit/>
        </a:bodyPr>
        <a:lstStyle/>
        <a:p>
          <a:pPr marL="0" lvl="0" indent="0" algn="ctr" defTabSz="889000" rtl="0">
            <a:lnSpc>
              <a:spcPct val="90000"/>
            </a:lnSpc>
            <a:spcBef>
              <a:spcPct val="0"/>
            </a:spcBef>
            <a:spcAft>
              <a:spcPct val="35000"/>
            </a:spcAft>
            <a:buNone/>
          </a:pPr>
          <a:r>
            <a:rPr lang="en-US" sz="2000" b="1" kern="1200" dirty="0">
              <a:solidFill>
                <a:schemeClr val="bg1"/>
              </a:solidFill>
            </a:rPr>
            <a:t>Scaling</a:t>
          </a:r>
          <a:endParaRPr lang="en-US" sz="2000" kern="1200" dirty="0">
            <a:solidFill>
              <a:schemeClr val="bg1"/>
            </a:solidFill>
          </a:endParaRPr>
        </a:p>
      </dsp:txBody>
      <dsp:txXfrm>
        <a:off x="2389420" y="3359620"/>
        <a:ext cx="1472628" cy="981752"/>
      </dsp:txXfrm>
    </dsp:sp>
    <dsp:sp modelId="{C6ADD55F-E00F-2644-A5F1-6B69A1D16E1D}">
      <dsp:nvSpPr>
        <dsp:cNvPr id="0" name=""/>
        <dsp:cNvSpPr/>
      </dsp:nvSpPr>
      <dsp:spPr>
        <a:xfrm>
          <a:off x="4033855" y="3443069"/>
          <a:ext cx="4506999" cy="814854"/>
        </a:xfrm>
        <a:prstGeom prst="chevron">
          <a:avLst/>
        </a:prstGeom>
        <a:solidFill>
          <a:schemeClr val="accent6"/>
        </a:solidFill>
        <a:ln w="15875" cap="flat" cmpd="sng" algn="ctr">
          <a:solidFill>
            <a:schemeClr val="accent1">
              <a:alpha val="90000"/>
              <a:tint val="4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22860" tIns="11430" rIns="0" bIns="11430" numCol="1" spcCol="1270" anchor="ctr" anchorCtr="0">
          <a:noAutofit/>
        </a:bodyPr>
        <a:lstStyle/>
        <a:p>
          <a:pPr marL="0" lvl="0" indent="0" algn="ctr" defTabSz="800100" rtl="0">
            <a:lnSpc>
              <a:spcPct val="90000"/>
            </a:lnSpc>
            <a:spcBef>
              <a:spcPct val="0"/>
            </a:spcBef>
            <a:spcAft>
              <a:spcPct val="35000"/>
            </a:spcAft>
            <a:buNone/>
          </a:pPr>
          <a:r>
            <a:rPr lang="en-US" sz="1800" kern="1200" dirty="0">
              <a:solidFill>
                <a:schemeClr val="bg1"/>
              </a:solidFill>
            </a:rPr>
            <a:t>vendors can offer a range of products based on the number of processors configured in the system </a:t>
          </a:r>
        </a:p>
      </dsp:txBody>
      <dsp:txXfrm>
        <a:off x="4441282" y="3443069"/>
        <a:ext cx="3692145" cy="814854"/>
      </dsp:txXfrm>
    </dsp:sp>
  </dsp:spTree>
</dsp:drawing>
</file>

<file path=ppt/diagrams/drawing2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7FA07F0-CADB-7B40-BA4A-D97041E1B80A}">
      <dsp:nvSpPr>
        <dsp:cNvPr id="0" name=""/>
        <dsp:cNvSpPr/>
      </dsp:nvSpPr>
      <dsp:spPr>
        <a:xfrm>
          <a:off x="0" y="46680"/>
          <a:ext cx="6324600" cy="561599"/>
        </a:xfrm>
        <a:prstGeom prst="roundRect">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dirty="0"/>
            <a:t>Process </a:t>
          </a:r>
        </a:p>
      </dsp:txBody>
      <dsp:txXfrm>
        <a:off x="27415" y="74095"/>
        <a:ext cx="6269770" cy="506769"/>
      </dsp:txXfrm>
    </dsp:sp>
    <dsp:sp modelId="{364D31BB-83A3-C745-980D-1D6C1545B46C}">
      <dsp:nvSpPr>
        <dsp:cNvPr id="0" name=""/>
        <dsp:cNvSpPr/>
      </dsp:nvSpPr>
      <dsp:spPr>
        <a:xfrm>
          <a:off x="0" y="608279"/>
          <a:ext cx="6324600" cy="9439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0806" tIns="30480" rIns="170688" bIns="30480" numCol="1" spcCol="1270" anchor="t" anchorCtr="0">
          <a:noAutofit/>
        </a:bodyPr>
        <a:lstStyle/>
        <a:p>
          <a:pPr marL="171450" lvl="1" indent="-171450" algn="l" defTabSz="844550">
            <a:lnSpc>
              <a:spcPct val="90000"/>
            </a:lnSpc>
            <a:spcBef>
              <a:spcPct val="0"/>
            </a:spcBef>
            <a:spcAft>
              <a:spcPct val="20000"/>
            </a:spcAft>
            <a:buChar char="•"/>
          </a:pPr>
          <a:r>
            <a:rPr lang="en-US" sz="1900" kern="1200" dirty="0"/>
            <a:t>Typically independent</a:t>
          </a:r>
        </a:p>
        <a:p>
          <a:pPr marL="171450" lvl="1" indent="-171450" algn="l" defTabSz="844550">
            <a:lnSpc>
              <a:spcPct val="90000"/>
            </a:lnSpc>
            <a:spcBef>
              <a:spcPct val="0"/>
            </a:spcBef>
            <a:spcAft>
              <a:spcPct val="20000"/>
            </a:spcAft>
            <a:buChar char="•"/>
          </a:pPr>
          <a:r>
            <a:rPr lang="en-US" sz="1900" kern="1200" dirty="0"/>
            <a:t>Has more state information than threads</a:t>
          </a:r>
        </a:p>
        <a:p>
          <a:pPr marL="171450" lvl="1" indent="-171450" algn="l" defTabSz="844550">
            <a:lnSpc>
              <a:spcPct val="90000"/>
            </a:lnSpc>
            <a:spcBef>
              <a:spcPct val="0"/>
            </a:spcBef>
            <a:spcAft>
              <a:spcPct val="20000"/>
            </a:spcAft>
            <a:buChar char="•"/>
          </a:pPr>
          <a:r>
            <a:rPr lang="en-US" sz="1900" b="1" kern="1200" dirty="0">
              <a:solidFill>
                <a:schemeClr val="accent1"/>
              </a:solidFill>
              <a:highlight>
                <a:srgbClr val="FFFF00"/>
              </a:highlight>
            </a:rPr>
            <a:t>Separate address spaces</a:t>
          </a:r>
        </a:p>
      </dsp:txBody>
      <dsp:txXfrm>
        <a:off x="0" y="608279"/>
        <a:ext cx="6324600" cy="943920"/>
      </dsp:txXfrm>
    </dsp:sp>
    <dsp:sp modelId="{C078317C-517B-4E5B-86A8-60FBE5867A31}">
      <dsp:nvSpPr>
        <dsp:cNvPr id="0" name=""/>
        <dsp:cNvSpPr/>
      </dsp:nvSpPr>
      <dsp:spPr>
        <a:xfrm>
          <a:off x="0" y="1552200"/>
          <a:ext cx="6324600" cy="561599"/>
        </a:xfrm>
        <a:prstGeom prst="roundRect">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dirty="0"/>
            <a:t>Thread</a:t>
          </a:r>
        </a:p>
      </dsp:txBody>
      <dsp:txXfrm>
        <a:off x="27415" y="1579615"/>
        <a:ext cx="6269770" cy="506769"/>
      </dsp:txXfrm>
    </dsp:sp>
    <dsp:sp modelId="{D8266F49-A822-4EB6-A328-6AC3530468EC}">
      <dsp:nvSpPr>
        <dsp:cNvPr id="0" name=""/>
        <dsp:cNvSpPr/>
      </dsp:nvSpPr>
      <dsp:spPr>
        <a:xfrm>
          <a:off x="0" y="2113800"/>
          <a:ext cx="6324600" cy="11923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0806" tIns="30480" rIns="170688" bIns="30480" numCol="1" spcCol="1270" anchor="t" anchorCtr="0">
          <a:noAutofit/>
        </a:bodyPr>
        <a:lstStyle/>
        <a:p>
          <a:pPr marL="171450" lvl="1" indent="-171450" algn="l" defTabSz="844550">
            <a:lnSpc>
              <a:spcPct val="90000"/>
            </a:lnSpc>
            <a:spcBef>
              <a:spcPct val="0"/>
            </a:spcBef>
            <a:spcAft>
              <a:spcPct val="20000"/>
            </a:spcAft>
            <a:buChar char="•"/>
          </a:pPr>
          <a:r>
            <a:rPr lang="en-US" sz="1900" kern="1200" dirty="0"/>
            <a:t>Subset of a process</a:t>
          </a:r>
        </a:p>
        <a:p>
          <a:pPr marL="171450" lvl="1" indent="-171450" algn="l" defTabSz="844550">
            <a:lnSpc>
              <a:spcPct val="90000"/>
            </a:lnSpc>
            <a:spcBef>
              <a:spcPct val="0"/>
            </a:spcBef>
            <a:spcAft>
              <a:spcPct val="20000"/>
            </a:spcAft>
            <a:buChar char="•"/>
          </a:pPr>
          <a:r>
            <a:rPr lang="en-US" sz="1900" kern="1200" dirty="0"/>
            <a:t>Multiple threads within a process share process state, memory etc.</a:t>
          </a:r>
        </a:p>
        <a:p>
          <a:pPr marL="171450" lvl="1" indent="-171450" algn="l" defTabSz="844550">
            <a:lnSpc>
              <a:spcPct val="90000"/>
            </a:lnSpc>
            <a:spcBef>
              <a:spcPct val="0"/>
            </a:spcBef>
            <a:spcAft>
              <a:spcPct val="20000"/>
            </a:spcAft>
            <a:buChar char="•"/>
          </a:pPr>
          <a:r>
            <a:rPr lang="en-US" sz="1900" kern="1200" dirty="0"/>
            <a:t>Threads </a:t>
          </a:r>
          <a:r>
            <a:rPr lang="en-US" sz="1900" kern="1200" dirty="0">
              <a:highlight>
                <a:srgbClr val="FFFF00"/>
              </a:highlight>
            </a:rPr>
            <a:t>share</a:t>
          </a:r>
          <a:r>
            <a:rPr lang="en-US" sz="1900" kern="1200" dirty="0"/>
            <a:t> their address space</a:t>
          </a:r>
        </a:p>
      </dsp:txBody>
      <dsp:txXfrm>
        <a:off x="0" y="2113800"/>
        <a:ext cx="6324600" cy="1192320"/>
      </dsp:txXfrm>
    </dsp:sp>
  </dsp:spTree>
</dsp:drawing>
</file>

<file path=ppt/diagrams/drawing2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0FCBC03-7B76-DD48-803C-C7963A0171D5}">
      <dsp:nvSpPr>
        <dsp:cNvPr id="0" name=""/>
        <dsp:cNvSpPr/>
      </dsp:nvSpPr>
      <dsp:spPr>
        <a:xfrm>
          <a:off x="0" y="15014"/>
          <a:ext cx="8068732" cy="604800"/>
        </a:xfrm>
        <a:prstGeom prst="rect">
          <a:avLst/>
        </a:prstGeom>
        <a:solidFill>
          <a:schemeClr val="accent6"/>
        </a:solidFill>
        <a:ln w="15875" cap="flat" cmpd="sng" algn="ctr">
          <a:solidFill>
            <a:schemeClr val="accent6"/>
          </a:solidFill>
          <a:prstDash val="solid"/>
        </a:ln>
        <a:effectLst/>
      </dsp:spPr>
      <dsp:style>
        <a:lnRef idx="1">
          <a:scrgbClr r="0" g="0" b="0"/>
        </a:lnRef>
        <a:fillRef idx="3">
          <a:scrgbClr r="0" g="0" b="0"/>
        </a:fillRef>
        <a:effectRef idx="2">
          <a:scrgbClr r="0" g="0" b="0"/>
        </a:effectRef>
        <a:fontRef idx="minor">
          <a:schemeClr val="lt1"/>
        </a:fontRef>
      </dsp:style>
      <dsp:txBody>
        <a:bodyPr spcFirstLastPara="0" vert="horz" wrap="square" lIns="149352" tIns="85344" rIns="149352" bIns="85344" numCol="1" spcCol="1270" anchor="ctr" anchorCtr="0">
          <a:noAutofit/>
        </a:bodyPr>
        <a:lstStyle/>
        <a:p>
          <a:pPr marL="0" lvl="0" indent="0" algn="ctr" defTabSz="933450">
            <a:lnSpc>
              <a:spcPct val="90000"/>
            </a:lnSpc>
            <a:spcBef>
              <a:spcPct val="0"/>
            </a:spcBef>
            <a:spcAft>
              <a:spcPct val="35000"/>
            </a:spcAft>
            <a:buNone/>
          </a:pPr>
          <a:r>
            <a:rPr lang="en-US" sz="2100" kern="1200" dirty="0"/>
            <a:t>Grand Central Dispatch (GCD)</a:t>
          </a:r>
        </a:p>
      </dsp:txBody>
      <dsp:txXfrm>
        <a:off x="0" y="15014"/>
        <a:ext cx="8068732" cy="604800"/>
      </dsp:txXfrm>
    </dsp:sp>
    <dsp:sp modelId="{C4E7449B-DB6D-5C4E-8BE9-0CBFAC0E778B}">
      <dsp:nvSpPr>
        <dsp:cNvPr id="0" name=""/>
        <dsp:cNvSpPr/>
      </dsp:nvSpPr>
      <dsp:spPr>
        <a:xfrm>
          <a:off x="0" y="619814"/>
          <a:ext cx="8068732" cy="1498770"/>
        </a:xfrm>
        <a:prstGeom prst="rect">
          <a:avLst/>
        </a:prstGeom>
        <a:solidFill>
          <a:schemeClr val="bg1"/>
        </a:solidFill>
        <a:ln w="15875" cap="flat" cmpd="sng" algn="ctr">
          <a:solidFill>
            <a:schemeClr val="accent6">
              <a:lumMod val="7500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12014" tIns="112014" rIns="149352" bIns="168021" numCol="1" spcCol="1270" anchor="t" anchorCtr="0">
          <a:noAutofit/>
        </a:bodyPr>
        <a:lstStyle/>
        <a:p>
          <a:pPr marL="228600" lvl="1" indent="-228600" algn="l" defTabSz="933450">
            <a:lnSpc>
              <a:spcPct val="90000"/>
            </a:lnSpc>
            <a:spcBef>
              <a:spcPct val="0"/>
            </a:spcBef>
            <a:spcAft>
              <a:spcPct val="15000"/>
            </a:spcAft>
            <a:buChar char="•"/>
          </a:pPr>
          <a:r>
            <a:rPr lang="en-US" sz="2100" kern="1200" dirty="0"/>
            <a:t>implemented in Mac Os X 10.6</a:t>
          </a:r>
        </a:p>
        <a:p>
          <a:pPr marL="228600" lvl="1" indent="-228600" algn="l" defTabSz="933450">
            <a:lnSpc>
              <a:spcPct val="90000"/>
            </a:lnSpc>
            <a:spcBef>
              <a:spcPct val="0"/>
            </a:spcBef>
            <a:spcAft>
              <a:spcPct val="15000"/>
            </a:spcAft>
            <a:buChar char="•"/>
          </a:pPr>
          <a:r>
            <a:rPr lang="en-US" sz="2100" kern="1200" dirty="0"/>
            <a:t>helps a developer once something has been identified that can be split off into a separate task</a:t>
          </a:r>
        </a:p>
        <a:p>
          <a:pPr marL="228600" lvl="1" indent="-228600" algn="l" defTabSz="933450">
            <a:lnSpc>
              <a:spcPct val="90000"/>
            </a:lnSpc>
            <a:spcBef>
              <a:spcPct val="0"/>
            </a:spcBef>
            <a:spcAft>
              <a:spcPct val="15000"/>
            </a:spcAft>
            <a:buChar char="•"/>
          </a:pPr>
          <a:r>
            <a:rPr lang="en-US" sz="2100" b="1" kern="1200" dirty="0">
              <a:solidFill>
                <a:schemeClr val="accent1"/>
              </a:solidFill>
            </a:rPr>
            <a:t>thread pool </a:t>
          </a:r>
          <a:r>
            <a:rPr lang="en-US" sz="2100" kern="1200" dirty="0"/>
            <a:t>mechanism</a:t>
          </a:r>
        </a:p>
      </dsp:txBody>
      <dsp:txXfrm>
        <a:off x="0" y="619814"/>
        <a:ext cx="8068732" cy="1498770"/>
      </dsp:txXfrm>
    </dsp:sp>
  </dsp:spTree>
</dsp:drawing>
</file>

<file path=ppt/diagrams/layout1.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arrow2">
  <dgm:title val=""/>
  <dgm:desc val=""/>
  <dgm:catLst>
    <dgm:cat type="process" pri="2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arrowDiagram">
    <dgm:varLst>
      <dgm:chMax val="5"/>
      <dgm:dir/>
      <dgm:resizeHandles val="exact"/>
    </dgm:varLst>
    <dgm:alg type="composite">
      <dgm:param type="ar" val="1.6"/>
    </dgm:alg>
    <dgm:shape xmlns:r="http://schemas.openxmlformats.org/officeDocument/2006/relationships" r:blip="">
      <dgm:adjLst/>
    </dgm:shape>
    <dgm:presOf/>
    <dgm:constrLst>
      <dgm:constr type="l" for="ch" forName="arrow"/>
      <dgm:constr type="t" for="ch" forName="arrow"/>
      <dgm:constr type="w" for="ch" forName="arrow" refType="w"/>
      <dgm:constr type="h" for="ch" forName="arrow" refType="h"/>
      <dgm:constr type="ctrX" for="ch" forName="arrowDiagram1" refType="w" fact="0.5"/>
      <dgm:constr type="ctrY" for="ch" forName="arrowDiagram1" refType="h" fact="0.5"/>
      <dgm:constr type="w" for="ch" forName="arrowDiagram1" refType="w"/>
      <dgm:constr type="h" for="ch" forName="arrowDiagram1" refType="h"/>
      <dgm:constr type="ctrX" for="ch" forName="arrowDiagram2" refType="w" fact="0.5"/>
      <dgm:constr type="ctrY" for="ch" forName="arrowDiagram2" refType="h" fact="0.5"/>
      <dgm:constr type="w" for="ch" forName="arrowDiagram2" refType="w"/>
      <dgm:constr type="h" for="ch" forName="arrowDiagram2" refType="h"/>
      <dgm:constr type="ctrX" for="ch" forName="arrowDiagram3" refType="w" fact="0.5"/>
      <dgm:constr type="ctrY" for="ch" forName="arrowDiagram3" refType="h" fact="0.5"/>
      <dgm:constr type="w" for="ch" forName="arrowDiagram3" refType="w"/>
      <dgm:constr type="h" for="ch" forName="arrowDiagram3" refType="h"/>
      <dgm:constr type="ctrX" for="ch" forName="arrowDiagram4" refType="w" fact="0.5"/>
      <dgm:constr type="ctrY" for="ch" forName="arrowDiagram4" refType="h" fact="0.5"/>
      <dgm:constr type="w" for="ch" forName="arrowDiagram4" refType="w"/>
      <dgm:constr type="h" for="ch" forName="arrowDiagram4" refType="h"/>
      <dgm:constr type="ctrX" for="ch" forName="arrowDiagram5" refType="w" fact="0.5"/>
      <dgm:constr type="ctrY" for="ch" forName="arrowDiagram5" refType="h" fact="0.5"/>
      <dgm:constr type="w" for="ch" forName="arrowDiagram5" refType="w"/>
      <dgm:constr type="h" for="ch" forName="arrowDiagram5" refType="h"/>
    </dgm:constrLst>
    <dgm:ruleLst/>
    <dgm:choose name="Name0">
      <dgm:if name="Name1" axis="ch" ptType="node" func="cnt" op="gte" val="1">
        <dgm:layoutNode name="arrow" styleLbl="bgShp">
          <dgm:alg type="sp"/>
          <dgm:shape xmlns:r="http://schemas.openxmlformats.org/officeDocument/2006/relationships" type="swooshArrow" r:blip="">
            <dgm:adjLst>
              <dgm:adj idx="2" val="0.25"/>
            </dgm:adjLst>
          </dgm:shape>
          <dgm:presOf/>
          <dgm:constrLst/>
          <dgm:ruleLst/>
        </dgm:layoutNode>
        <dgm:choose name="Name2">
          <dgm:if name="Name3" axis="ch" ptType="node" func="cnt" op="lt" val="1"/>
          <dgm:if name="Name4" axis="ch" ptType="node" func="cnt" op="equ" val="1">
            <dgm:layoutNode name="arrowDiagram1">
              <dgm:varLst>
                <dgm:bulletEnabled val="1"/>
              </dgm:varLst>
              <dgm:alg type="composite">
                <dgm:param type="vertAlign" val="none"/>
                <dgm:param type="horzAlign" val="none"/>
              </dgm:alg>
              <dgm:shape xmlns:r="http://schemas.openxmlformats.org/officeDocument/2006/relationships" r:blip="">
                <dgm:adjLst/>
              </dgm:shape>
              <dgm:presOf/>
              <dgm:constrLst>
                <dgm:constr type="ctrX" for="ch" forName="bullet1" refType="w" fact="0.8"/>
                <dgm:constr type="ctrY" for="ch" forName="bullet1" refType="h" fact="0.262"/>
                <dgm:constr type="w" for="ch" forName="bullet1" refType="w" fact="0.074"/>
                <dgm:constr type="h" for="ch" forName="bullet1" refType="w" refFor="ch" refForName="bullet1"/>
                <dgm:constr type="r" for="ch" forName="textBox1" refType="ctrX" refFor="ch" refForName="bullet1"/>
                <dgm:constr type="t" for="ch" forName="textBox1" refType="ctrY" refFor="ch" refForName="bullet1"/>
                <dgm:constr type="w" for="ch" forName="textBox1" refType="w" fact="0.4"/>
                <dgm:constr type="h" for="ch" forName="textBox1" refType="h" fact="0.738"/>
                <dgm:constr type="userA" refType="h" refFor="ch" refForName="bullet1" fact="0.53"/>
                <dgm:constr type="rMarg" for="ch" forName="textBox1" refType="userA" fact="2.834"/>
                <dgm:constr type="primFontSz" for="ch" ptType="node" op="equ" val="65"/>
              </dgm:constrLst>
              <dgm:ruleLst/>
              <dgm:forEach name="Name5" axis="ch" ptType="node" cnt="1">
                <dgm:layoutNode name="bullet1" styleLbl="node1">
                  <dgm:alg type="sp"/>
                  <dgm:shape xmlns:r="http://schemas.openxmlformats.org/officeDocument/2006/relationships" type="ellipse" r:blip="">
                    <dgm:adjLst/>
                  </dgm:shape>
                  <dgm:presOf/>
                  <dgm:constrLst/>
                  <dgm:ruleLst/>
                </dgm:layoutNode>
                <dgm:layoutNode name="textBox1" styleLbl="revTx">
                  <dgm:varLst>
                    <dgm:bulletEnabled val="1"/>
                  </dgm:varLst>
                  <dgm:alg type="tx">
                    <dgm:param type="txAnchorVert" val="t"/>
                    <dgm:param type="parTxLTRAlign" val="r"/>
                    <dgm:param type="parTxRTLAlign" val="r"/>
                  </dgm:alg>
                  <dgm:shape xmlns:r="http://schemas.openxmlformats.org/officeDocument/2006/relationships" type="round2DiagRect" r:blip="">
                    <dgm:adjLst/>
                  </dgm:shape>
                  <dgm:presOf axis="desOrSelf" ptType="node"/>
                  <dgm:constrLst>
                    <dgm:constr type="lMarg"/>
                    <dgm:constr type="tMarg"/>
                    <dgm:constr type="bMarg"/>
                  </dgm:constrLst>
                  <dgm:ruleLst>
                    <dgm:rule type="primFontSz" val="5" fact="NaN" max="NaN"/>
                  </dgm:ruleLst>
                </dgm:layoutNode>
              </dgm:forEach>
            </dgm:layoutNode>
          </dgm:if>
          <dgm:if name="Name6" axis="ch" ptType="node" func="cnt" op="equ" val="2">
            <dgm:layoutNode name="arrowDiagram2">
              <dgm:alg type="composite">
                <dgm:param type="vertAlign" val="none"/>
                <dgm:param type="horzAlign" val="none"/>
              </dgm:alg>
              <dgm:shape xmlns:r="http://schemas.openxmlformats.org/officeDocument/2006/relationships" r:blip="">
                <dgm:adjLst/>
              </dgm:shape>
              <dgm:presOf/>
              <dgm:choose name="Name7">
                <dgm:if name="Name8" func="var" arg="dir" op="equ" val="norm">
                  <dgm:constrLst>
                    <dgm:constr type="ctrX" for="ch" forName="bullet2a" refType="w" fact="0.25"/>
                    <dgm:constr type="ctrY" for="ch" forName="bullet2a" refType="h" fact="0.573"/>
                    <dgm:constr type="w" for="ch" forName="bullet2a" refType="w" fact="0.035"/>
                    <dgm:constr type="h" for="ch" forName="bullet2a" refType="w" refFor="ch" refForName="bullet2a"/>
                    <dgm:constr type="l" for="ch" forName="textBox2a" refType="ctrX" refFor="ch" refForName="bullet2a"/>
                    <dgm:constr type="t" for="ch" forName="textBox2a" refType="ctrY" refFor="ch" refForName="bullet2a"/>
                    <dgm:constr type="w" for="ch" forName="textBox2a" refType="w" fact="0.325"/>
                    <dgm:constr type="h" for="ch" forName="textBox2a" refType="h" fact="0.427"/>
                    <dgm:constr type="userA" refType="h" refFor="ch" refForName="bullet2a" fact="0.53"/>
                    <dgm:constr type="lMarg" for="ch" forName="textBox2a" refType="userA" fact="2.834"/>
                    <dgm:constr type="ctrX" for="ch" forName="bullet2b" refType="w" fact="0.585"/>
                    <dgm:constr type="ctrY" for="ch" forName="bullet2b" refType="h" fact="0.338"/>
                    <dgm:constr type="w" for="ch" forName="bullet2b" refType="w" fact="0.06"/>
                    <dgm:constr type="h" for="ch" forName="bullet2b" refType="w" refFor="ch" refForName="bullet2b"/>
                    <dgm:constr type="l" for="ch" forName="textBox2b" refType="ctrX" refFor="ch" refForName="bullet2b"/>
                    <dgm:constr type="t" for="ch" forName="textBox2b" refType="ctrY" refFor="ch" refForName="bullet2b"/>
                    <dgm:constr type="w" for="ch" forName="textBox2b" refType="w" fact="0.325"/>
                    <dgm:constr type="h" for="ch" forName="textBox2b" refType="h" fact="0.662"/>
                    <dgm:constr type="userB" refType="h" refFor="ch" refForName="bullet2b" fact="0.53"/>
                    <dgm:constr type="lMarg" for="ch" forName="textBox2b" refType="userB" fact="2.834"/>
                    <dgm:constr type="primFontSz" for="ch" ptType="node" op="equ" val="65"/>
                  </dgm:constrLst>
                </dgm:if>
                <dgm:else name="Name9">
                  <dgm:constrLst>
                    <dgm:constr type="ctrX" for="ch" forName="bullet2a" refType="w" fact="0.25"/>
                    <dgm:constr type="ctrY" for="ch" forName="bullet2a" refType="h" fact="0.573"/>
                    <dgm:constr type="w" for="ch" forName="bullet2a" refType="w" fact="0.035"/>
                    <dgm:constr type="h" for="ch" forName="bullet2a" refType="w" refFor="ch" refForName="bullet2a"/>
                    <dgm:constr type="r" for="ch" forName="textBox2a" refType="ctrX" refFor="ch" refForName="bullet2a"/>
                    <dgm:constr type="b" for="ch" forName="textBox2a" refType="ctrY" refFor="ch" refForName="bullet2a"/>
                    <dgm:constr type="w" for="ch" forName="textBox2a" refType="w" fact="0.25"/>
                    <dgm:constr type="h" for="ch" forName="textBox2a" refType="h" fact="0.573"/>
                    <dgm:constr type="userA" refType="h" refFor="ch" refForName="bullet2a" fact="0.53"/>
                    <dgm:constr type="rMarg" for="ch" forName="textBox2a" refType="userA" fact="2.834"/>
                    <dgm:constr type="ctrX" for="ch" forName="bullet2b" refType="w" fact="0.585"/>
                    <dgm:constr type="ctrY" for="ch" forName="bullet2b" refType="h" fact="0.338"/>
                    <dgm:constr type="w" for="ch" forName="bullet2b" refType="w" fact="0.06"/>
                    <dgm:constr type="h" for="ch" forName="bullet2b" refType="w" refFor="ch" refForName="bullet2b"/>
                    <dgm:constr type="r" for="ch" forName="textBox2b" refType="ctrX" refFor="ch" refForName="bullet2b"/>
                    <dgm:constr type="b" for="ch" forName="textBox2b" refType="ctrY" refFor="ch" refForName="bullet2b"/>
                    <dgm:constr type="w" for="ch" forName="textBox2b" refType="w" fact="0.28"/>
                    <dgm:constr type="h" for="ch" forName="textBox2b" refType="h" fact="0.338"/>
                    <dgm:constr type="userB" refType="h" refFor="ch" refForName="bullet2b" fact="0.53"/>
                    <dgm:constr type="rMarg" for="ch" forName="textBox2b" refType="userB" fact="2.834"/>
                    <dgm:constr type="primFontSz" for="ch" ptType="node" op="equ" val="65"/>
                  </dgm:constrLst>
                </dgm:else>
              </dgm:choose>
              <dgm:ruleLst/>
              <dgm:forEach name="Name10" axis="ch" ptType="node" cnt="1">
                <dgm:layoutNode name="bullet2a" styleLbl="node1">
                  <dgm:alg type="sp"/>
                  <dgm:shape xmlns:r="http://schemas.openxmlformats.org/officeDocument/2006/relationships" type="ellipse" r:blip="">
                    <dgm:adjLst/>
                  </dgm:shape>
                  <dgm:presOf/>
                  <dgm:constrLst/>
                  <dgm:ruleLst/>
                </dgm:layoutNode>
                <dgm:layoutNode name="textBox2a" styleLbl="revTx">
                  <dgm:varLst>
                    <dgm:bulletEnabled val="1"/>
                  </dgm:varLst>
                  <dgm:choose name="Name11">
                    <dgm:if name="Name12" func="var" arg="dir" op="equ" val="norm">
                      <dgm:choose name="Name13">
                        <dgm:if name="Name14" axis="root des" ptType="all node" func="maxDepth" op="gt" val="1">
                          <dgm:alg type="tx">
                            <dgm:param type="txAnchorVert" val="t"/>
                            <dgm:param type="parTxLTRAlign" val="l"/>
                            <dgm:param type="parTxRTLAlign" val="r"/>
                          </dgm:alg>
                        </dgm:if>
                        <dgm:else name="Name15">
                          <dgm:alg type="tx">
                            <dgm:param type="txAnchorVert" val="t"/>
                            <dgm:param type="parTxLTRAlign" val="l"/>
                            <dgm:param type="parTxRTLAlign" val="l"/>
                          </dgm:alg>
                        </dgm:else>
                      </dgm:choose>
                    </dgm:if>
                    <dgm:else name="Name16">
                      <dgm:choose name="Name17">
                        <dgm:if name="Name18" axis="root des" ptType="all node" func="maxDepth" op="gt" val="1">
                          <dgm:alg type="tx">
                            <dgm:param type="txAnchorVert" val="b"/>
                            <dgm:param type="txAnchorVertCh" val="b"/>
                            <dgm:param type="parTxLTRAlign" val="l"/>
                            <dgm:param type="parTxRTLAlign" val="r"/>
                          </dgm:alg>
                        </dgm:if>
                        <dgm:else name="Name19">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20">
                    <dgm:if name="Name21" func="var" arg="dir" op="equ" val="norm">
                      <dgm:constrLst>
                        <dgm:constr type="rMarg"/>
                        <dgm:constr type="tMarg"/>
                        <dgm:constr type="bMarg"/>
                      </dgm:constrLst>
                    </dgm:if>
                    <dgm:else name="Name22">
                      <dgm:constrLst>
                        <dgm:constr type="lMarg"/>
                        <dgm:constr type="tMarg"/>
                        <dgm:constr type="bMarg"/>
                      </dgm:constrLst>
                    </dgm:else>
                  </dgm:choose>
                  <dgm:ruleLst>
                    <dgm:rule type="primFontSz" val="5" fact="NaN" max="NaN"/>
                  </dgm:ruleLst>
                </dgm:layoutNode>
              </dgm:forEach>
              <dgm:forEach name="Name23" axis="ch" ptType="node" st="2" cnt="1">
                <dgm:layoutNode name="bullet2b" styleLbl="node1">
                  <dgm:alg type="sp"/>
                  <dgm:shape xmlns:r="http://schemas.openxmlformats.org/officeDocument/2006/relationships" type="ellipse" r:blip="">
                    <dgm:adjLst/>
                  </dgm:shape>
                  <dgm:presOf/>
                  <dgm:constrLst/>
                  <dgm:ruleLst/>
                </dgm:layoutNode>
                <dgm:layoutNode name="textBox2b" styleLbl="revTx">
                  <dgm:varLst>
                    <dgm:bulletEnabled val="1"/>
                  </dgm:varLst>
                  <dgm:choose name="Name24">
                    <dgm:if name="Name25" func="var" arg="dir" op="equ" val="norm">
                      <dgm:choose name="Name26">
                        <dgm:if name="Name27" axis="root des" ptType="all node" func="maxDepth" op="gt" val="1">
                          <dgm:alg type="tx">
                            <dgm:param type="txAnchorVert" val="t"/>
                            <dgm:param type="parTxLTRAlign" val="l"/>
                            <dgm:param type="parTxRTLAlign" val="r"/>
                          </dgm:alg>
                        </dgm:if>
                        <dgm:else name="Name28">
                          <dgm:alg type="tx">
                            <dgm:param type="txAnchorVert" val="t"/>
                            <dgm:param type="parTxLTRAlign" val="l"/>
                            <dgm:param type="parTxRTLAlign" val="l"/>
                          </dgm:alg>
                        </dgm:else>
                      </dgm:choose>
                    </dgm:if>
                    <dgm:else name="Name29">
                      <dgm:choose name="Name30">
                        <dgm:if name="Name31" axis="root des" ptType="all node" func="maxDepth" op="gt" val="1">
                          <dgm:alg type="tx">
                            <dgm:param type="txAnchorVert" val="b"/>
                            <dgm:param type="txAnchorVertCh" val="b"/>
                            <dgm:param type="parTxLTRAlign" val="l"/>
                            <dgm:param type="parTxRTLAlign" val="r"/>
                          </dgm:alg>
                        </dgm:if>
                        <dgm:else name="Name3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33">
                    <dgm:if name="Name34" func="var" arg="dir" op="equ" val="norm">
                      <dgm:constrLst>
                        <dgm:constr type="rMarg"/>
                        <dgm:constr type="tMarg"/>
                        <dgm:constr type="bMarg"/>
                      </dgm:constrLst>
                    </dgm:if>
                    <dgm:else name="Name35">
                      <dgm:constrLst>
                        <dgm:constr type="lMarg"/>
                        <dgm:constr type="tMarg"/>
                        <dgm:constr type="bMarg"/>
                      </dgm:constrLst>
                    </dgm:else>
                  </dgm:choose>
                  <dgm:ruleLst>
                    <dgm:rule type="primFontSz" val="5" fact="NaN" max="NaN"/>
                  </dgm:ruleLst>
                </dgm:layoutNode>
              </dgm:forEach>
            </dgm:layoutNode>
          </dgm:if>
          <dgm:if name="Name36" axis="ch" ptType="node" func="cnt" op="equ" val="3">
            <dgm:layoutNode name="arrowDiagram3">
              <dgm:alg type="composite">
                <dgm:param type="vertAlign" val="none"/>
                <dgm:param type="horzAlign" val="none"/>
              </dgm:alg>
              <dgm:shape xmlns:r="http://schemas.openxmlformats.org/officeDocument/2006/relationships" r:blip="">
                <dgm:adjLst/>
              </dgm:shape>
              <dgm:presOf/>
              <dgm:choose name="Name37">
                <dgm:if name="Name38" func="var" arg="dir" op="equ" val="norm">
                  <dgm:constrLst>
                    <dgm:constr type="ctrX" for="ch" forName="bullet3a" refType="w" fact="0.14"/>
                    <dgm:constr type="ctrY" for="ch" forName="bullet3a" refType="h" fact="0.711"/>
                    <dgm:constr type="w" for="ch" forName="bullet3a" refType="w" fact="0.026"/>
                    <dgm:constr type="h" for="ch" forName="bullet3a" refType="w" refFor="ch" refForName="bullet3a"/>
                    <dgm:constr type="l" for="ch" forName="textBox3a" refType="ctrX" refFor="ch" refForName="bullet3a"/>
                    <dgm:constr type="t" for="ch" forName="textBox3a" refType="ctrY" refFor="ch" refForName="bullet3a"/>
                    <dgm:constr type="w" for="ch" forName="textBox3a" refType="w" fact="0.233"/>
                    <dgm:constr type="h" for="ch" forName="textBox3a" refType="h" fact="0.289"/>
                    <dgm:constr type="userA" refType="h" refFor="ch" refForName="bullet3a" fact="0.53"/>
                    <dgm:constr type="lMarg" for="ch" forName="textBox3a" refType="userA" fact="2.834"/>
                    <dgm:constr type="ctrX" for="ch" forName="bullet3b" refType="w" fact="0.38"/>
                    <dgm:constr type="ctrY" for="ch" forName="bullet3b" refType="h" fact="0.456"/>
                    <dgm:constr type="w" for="ch" forName="bullet3b" refType="w" fact="0.047"/>
                    <dgm:constr type="h" for="ch" forName="bullet3b" refType="w" refFor="ch" refForName="bullet3b"/>
                    <dgm:constr type="l" for="ch" forName="textBox3b" refType="ctrX" refFor="ch" refForName="bullet3b"/>
                    <dgm:constr type="t" for="ch" forName="textBox3b" refType="ctrY" refFor="ch" refForName="bullet3b"/>
                    <dgm:constr type="w" for="ch" forName="textBox3b" refType="w" fact="0.24"/>
                    <dgm:constr type="h" for="ch" forName="textBox3b" refType="h" fact="0.544"/>
                    <dgm:constr type="userB" refType="h" refFor="ch" refForName="bullet3b" fact="0.53"/>
                    <dgm:constr type="lMarg" for="ch" forName="textBox3b" refType="userB" fact="2.834"/>
                    <dgm:constr type="ctrX" for="ch" forName="bullet3c" refType="w" fact="0.665"/>
                    <dgm:constr type="ctrY" for="ch" forName="bullet3c" refType="h" fact="0.305"/>
                    <dgm:constr type="w" for="ch" forName="bullet3c" refType="w" fact="0.065"/>
                    <dgm:constr type="h" for="ch" forName="bullet3c" refType="w" refFor="ch" refForName="bullet3c"/>
                    <dgm:constr type="l" for="ch" forName="textBox3c" refType="ctrX" refFor="ch" refForName="bullet3c"/>
                    <dgm:constr type="t" for="ch" forName="textBox3c" refType="ctrY" refFor="ch" refForName="bullet3c"/>
                    <dgm:constr type="w" for="ch" forName="textBox3c" refType="w" fact="0.24"/>
                    <dgm:constr type="h" for="ch" forName="textBox3c" refType="h" fact="0.695"/>
                    <dgm:constr type="userC" refType="h" refFor="ch" refForName="bullet3c" fact="0.53"/>
                    <dgm:constr type="lMarg" for="ch" forName="textBox3c" refType="userC" fact="2.834"/>
                    <dgm:constr type="primFontSz" for="ch" ptType="node" op="equ" val="65"/>
                  </dgm:constrLst>
                </dgm:if>
                <dgm:else name="Name39">
                  <dgm:constrLst>
                    <dgm:constr type="ctrX" for="ch" forName="bullet3a" refType="w" fact="0.14"/>
                    <dgm:constr type="ctrY" for="ch" forName="bullet3a" refType="h" fact="0.711"/>
                    <dgm:constr type="w" for="ch" forName="bullet3a" refType="w" fact="0.026"/>
                    <dgm:constr type="h" for="ch" forName="bullet3a" refType="w" refFor="ch" refForName="bullet3a"/>
                    <dgm:constr type="r" for="ch" forName="textBox3a" refType="ctrX" refFor="ch" refForName="bullet3a"/>
                    <dgm:constr type="b" for="ch" forName="textBox3a" refType="ctrY" refFor="ch" refForName="bullet3a"/>
                    <dgm:constr type="w" for="ch" forName="textBox3a" refType="w" fact="0.14"/>
                    <dgm:constr type="h" for="ch" forName="textBox3a" refType="h" fact="0.711"/>
                    <dgm:constr type="userA" refType="h" refFor="ch" refForName="bullet3a" fact="0.53"/>
                    <dgm:constr type="rMarg" for="ch" forName="textBox3a" refType="userA" fact="2.834"/>
                    <dgm:constr type="ctrX" for="ch" forName="bullet3b" refType="w" fact="0.38"/>
                    <dgm:constr type="ctrY" for="ch" forName="bullet3b" refType="h" fact="0.456"/>
                    <dgm:constr type="w" for="ch" forName="bullet3b" refType="w" fact="0.047"/>
                    <dgm:constr type="h" for="ch" forName="bullet3b" refType="w" refFor="ch" refForName="bullet3b"/>
                    <dgm:constr type="r" for="ch" forName="textBox3b" refType="ctrX" refFor="ch" refForName="bullet3b"/>
                    <dgm:constr type="b" for="ch" forName="textBox3b" refType="ctrY" refFor="ch" refForName="bullet3b"/>
                    <dgm:constr type="w" for="ch" forName="textBox3b" refType="w" fact="0.24"/>
                    <dgm:constr type="h" for="ch" forName="textBox3b" refType="h" fact="0.456"/>
                    <dgm:constr type="userB" refType="h" refFor="ch" refForName="bullet3b" fact="0.53"/>
                    <dgm:constr type="rMarg" for="ch" forName="textBox3b" refType="userB" fact="2.834"/>
                    <dgm:constr type="ctrX" for="ch" forName="bullet3c" refType="w" fact="0.665"/>
                    <dgm:constr type="ctrY" for="ch" forName="bullet3c" refType="h" fact="0.305"/>
                    <dgm:constr type="w" for="ch" forName="bullet3c" refType="w" fact="0.065"/>
                    <dgm:constr type="h" for="ch" forName="bullet3c" refType="w" refFor="ch" refForName="bullet3c"/>
                    <dgm:constr type="r" for="ch" forName="textBox3c" refType="ctrX" refFor="ch" refForName="bullet3c"/>
                    <dgm:constr type="b" for="ch" forName="textBox3c" refType="ctrY" refFor="ch" refForName="bullet3c"/>
                    <dgm:constr type="w" for="ch" forName="textBox3c" refType="w" fact="0.24"/>
                    <dgm:constr type="h" for="ch" forName="textBox3c" refType="h" fact="0.305"/>
                    <dgm:constr type="userC" refType="h" refFor="ch" refForName="bullet3c" fact="0.53"/>
                    <dgm:constr type="rMarg" for="ch" forName="textBox3c" refType="userC" fact="2.834"/>
                    <dgm:constr type="primFontSz" for="ch" ptType="node" op="equ" val="65"/>
                  </dgm:constrLst>
                </dgm:else>
              </dgm:choose>
              <dgm:ruleLst/>
              <dgm:forEach name="Name40" axis="ch" ptType="node" cnt="1">
                <dgm:layoutNode name="bullet3a" styleLbl="node1">
                  <dgm:alg type="sp"/>
                  <dgm:shape xmlns:r="http://schemas.openxmlformats.org/officeDocument/2006/relationships" type="ellipse" r:blip="">
                    <dgm:adjLst/>
                  </dgm:shape>
                  <dgm:presOf/>
                  <dgm:constrLst/>
                  <dgm:ruleLst/>
                </dgm:layoutNode>
                <dgm:layoutNode name="textBox3a" styleLbl="revTx">
                  <dgm:varLst>
                    <dgm:bulletEnabled val="1"/>
                  </dgm:varLst>
                  <dgm:choose name="Name41">
                    <dgm:if name="Name42" func="var" arg="dir" op="equ" val="norm">
                      <dgm:choose name="Name43">
                        <dgm:if name="Name44" axis="root des" ptType="all node" func="maxDepth" op="gt" val="1">
                          <dgm:alg type="tx">
                            <dgm:param type="txAnchorVert" val="t"/>
                            <dgm:param type="parTxLTRAlign" val="l"/>
                            <dgm:param type="parTxRTLAlign" val="r"/>
                          </dgm:alg>
                        </dgm:if>
                        <dgm:else name="Name45">
                          <dgm:alg type="tx">
                            <dgm:param type="txAnchorVert" val="t"/>
                            <dgm:param type="parTxLTRAlign" val="l"/>
                            <dgm:param type="parTxRTLAlign" val="l"/>
                          </dgm:alg>
                        </dgm:else>
                      </dgm:choose>
                    </dgm:if>
                    <dgm:else name="Name46">
                      <dgm:choose name="Name47">
                        <dgm:if name="Name48" axis="root des" ptType="all node" func="maxDepth" op="gt" val="1">
                          <dgm:alg type="tx">
                            <dgm:param type="txAnchorVert" val="b"/>
                            <dgm:param type="txAnchorVertCh" val="b"/>
                            <dgm:param type="parTxLTRAlign" val="l"/>
                            <dgm:param type="parTxRTLAlign" val="r"/>
                          </dgm:alg>
                        </dgm:if>
                        <dgm:else name="Name49">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50">
                    <dgm:if name="Name51" func="var" arg="dir" op="equ" val="norm">
                      <dgm:constrLst>
                        <dgm:constr type="rMarg"/>
                        <dgm:constr type="tMarg"/>
                        <dgm:constr type="bMarg"/>
                      </dgm:constrLst>
                    </dgm:if>
                    <dgm:else name="Name52">
                      <dgm:constrLst>
                        <dgm:constr type="lMarg"/>
                        <dgm:constr type="tMarg"/>
                        <dgm:constr type="bMarg"/>
                      </dgm:constrLst>
                    </dgm:else>
                  </dgm:choose>
                  <dgm:ruleLst>
                    <dgm:rule type="primFontSz" val="5" fact="NaN" max="NaN"/>
                  </dgm:ruleLst>
                </dgm:layoutNode>
              </dgm:forEach>
              <dgm:forEach name="Name53" axis="ch" ptType="node" st="2" cnt="1">
                <dgm:layoutNode name="bullet3b" styleLbl="node1">
                  <dgm:alg type="sp"/>
                  <dgm:shape xmlns:r="http://schemas.openxmlformats.org/officeDocument/2006/relationships" type="ellipse" r:blip="">
                    <dgm:adjLst/>
                  </dgm:shape>
                  <dgm:presOf/>
                  <dgm:constrLst/>
                  <dgm:ruleLst/>
                </dgm:layoutNode>
                <dgm:layoutNode name="textBox3b" styleLbl="revTx">
                  <dgm:varLst>
                    <dgm:bulletEnabled val="1"/>
                  </dgm:varLst>
                  <dgm:choose name="Name54">
                    <dgm:if name="Name55" func="var" arg="dir" op="equ" val="norm">
                      <dgm:choose name="Name56">
                        <dgm:if name="Name57" axis="root des" ptType="all node" func="maxDepth" op="gt" val="1">
                          <dgm:alg type="tx">
                            <dgm:param type="txAnchorVert" val="t"/>
                            <dgm:param type="parTxLTRAlign" val="l"/>
                            <dgm:param type="parTxRTLAlign" val="r"/>
                          </dgm:alg>
                        </dgm:if>
                        <dgm:else name="Name58">
                          <dgm:alg type="tx">
                            <dgm:param type="txAnchorVert" val="t"/>
                            <dgm:param type="parTxLTRAlign" val="l"/>
                            <dgm:param type="parTxRTLAlign" val="l"/>
                          </dgm:alg>
                        </dgm:else>
                      </dgm:choose>
                    </dgm:if>
                    <dgm:else name="Name59">
                      <dgm:choose name="Name60">
                        <dgm:if name="Name61" axis="root des" ptType="all node" func="maxDepth" op="gt" val="1">
                          <dgm:alg type="tx">
                            <dgm:param type="txAnchorVert" val="b"/>
                            <dgm:param type="txAnchorVertCh" val="b"/>
                            <dgm:param type="parTxLTRAlign" val="l"/>
                            <dgm:param type="parTxRTLAlign" val="r"/>
                          </dgm:alg>
                        </dgm:if>
                        <dgm:else name="Name6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63">
                    <dgm:if name="Name64" func="var" arg="dir" op="equ" val="norm">
                      <dgm:constrLst>
                        <dgm:constr type="rMarg"/>
                        <dgm:constr type="tMarg"/>
                        <dgm:constr type="bMarg"/>
                      </dgm:constrLst>
                    </dgm:if>
                    <dgm:else name="Name65">
                      <dgm:constrLst>
                        <dgm:constr type="lMarg"/>
                        <dgm:constr type="tMarg"/>
                        <dgm:constr type="bMarg"/>
                      </dgm:constrLst>
                    </dgm:else>
                  </dgm:choose>
                  <dgm:ruleLst>
                    <dgm:rule type="primFontSz" val="5" fact="NaN" max="NaN"/>
                  </dgm:ruleLst>
                </dgm:layoutNode>
              </dgm:forEach>
              <dgm:forEach name="Name66" axis="ch" ptType="node" st="3" cnt="1">
                <dgm:layoutNode name="bullet3c" styleLbl="node1">
                  <dgm:alg type="sp"/>
                  <dgm:shape xmlns:r="http://schemas.openxmlformats.org/officeDocument/2006/relationships" type="ellipse" r:blip="">
                    <dgm:adjLst/>
                  </dgm:shape>
                  <dgm:presOf/>
                  <dgm:constrLst/>
                  <dgm:ruleLst/>
                </dgm:layoutNode>
                <dgm:layoutNode name="textBox3c" styleLbl="revTx">
                  <dgm:varLst>
                    <dgm:bulletEnabled val="1"/>
                  </dgm:varLst>
                  <dgm:choose name="Name67">
                    <dgm:if name="Name68" func="var" arg="dir" op="equ" val="norm">
                      <dgm:choose name="Name69">
                        <dgm:if name="Name70" axis="root des" ptType="all node" func="maxDepth" op="gt" val="1">
                          <dgm:alg type="tx">
                            <dgm:param type="txAnchorVert" val="t"/>
                            <dgm:param type="parTxLTRAlign" val="l"/>
                            <dgm:param type="parTxRTLAlign" val="r"/>
                          </dgm:alg>
                        </dgm:if>
                        <dgm:else name="Name71">
                          <dgm:alg type="tx">
                            <dgm:param type="txAnchorVert" val="t"/>
                            <dgm:param type="parTxLTRAlign" val="l"/>
                            <dgm:param type="parTxRTLAlign" val="l"/>
                          </dgm:alg>
                        </dgm:else>
                      </dgm:choose>
                    </dgm:if>
                    <dgm:else name="Name72">
                      <dgm:choose name="Name73">
                        <dgm:if name="Name74" axis="root des" ptType="all node" func="maxDepth" op="gt" val="1">
                          <dgm:alg type="tx">
                            <dgm:param type="txAnchorVert" val="b"/>
                            <dgm:param type="txAnchorVertCh" val="b"/>
                            <dgm:param type="parTxLTRAlign" val="l"/>
                            <dgm:param type="parTxRTLAlign" val="r"/>
                          </dgm:alg>
                        </dgm:if>
                        <dgm:else name="Name75">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76">
                    <dgm:if name="Name77" func="var" arg="dir" op="equ" val="norm">
                      <dgm:constrLst>
                        <dgm:constr type="rMarg"/>
                        <dgm:constr type="tMarg"/>
                        <dgm:constr type="bMarg"/>
                      </dgm:constrLst>
                    </dgm:if>
                    <dgm:else name="Name78">
                      <dgm:constrLst>
                        <dgm:constr type="lMarg"/>
                        <dgm:constr type="tMarg"/>
                        <dgm:constr type="bMarg"/>
                      </dgm:constrLst>
                    </dgm:else>
                  </dgm:choose>
                  <dgm:ruleLst>
                    <dgm:rule type="primFontSz" val="5" fact="NaN" max="NaN"/>
                  </dgm:ruleLst>
                </dgm:layoutNode>
              </dgm:forEach>
            </dgm:layoutNode>
          </dgm:if>
          <dgm:if name="Name79" axis="ch" ptType="node" func="cnt" op="equ" val="4">
            <dgm:layoutNode name="arrowDiagram4">
              <dgm:alg type="composite">
                <dgm:param type="vertAlign" val="none"/>
                <dgm:param type="horzAlign" val="none"/>
              </dgm:alg>
              <dgm:shape xmlns:r="http://schemas.openxmlformats.org/officeDocument/2006/relationships" r:blip="">
                <dgm:adjLst/>
              </dgm:shape>
              <dgm:presOf/>
              <dgm:choose name="Name80">
                <dgm:if name="Name81" func="var" arg="dir" op="equ" val="norm">
                  <dgm:constrLst>
                    <dgm:constr type="ctrX" for="ch" forName="bullet4a" refType="w" fact="0.11"/>
                    <dgm:constr type="ctrY" for="ch" forName="bullet4a" refType="h" fact="0.762"/>
                    <dgm:constr type="w" for="ch" forName="bullet4a" refType="w" fact="0.023"/>
                    <dgm:constr type="h" for="ch" forName="bullet4a" refType="w" refFor="ch" refForName="bullet4a"/>
                    <dgm:constr type="l" for="ch" forName="textBox4a" refType="ctrX" refFor="ch" refForName="bullet4a"/>
                    <dgm:constr type="t" for="ch" forName="textBox4a" refType="ctrY" refFor="ch" refForName="bullet4a"/>
                    <dgm:constr type="w" for="ch" forName="textBox4a" refType="w" fact="0.171"/>
                    <dgm:constr type="h" for="ch" forName="textBox4a" refType="h" fact="0.238"/>
                    <dgm:constr type="userA" refType="h" refFor="ch" refForName="bullet4a" fact="0.53"/>
                    <dgm:constr type="lMarg" for="ch" forName="textBox4a" refType="userA" fact="2.834"/>
                    <dgm:constr type="ctrX" for="ch" forName="bullet4b" refType="w" fact="0.281"/>
                    <dgm:constr type="ctrY" for="ch" forName="bullet4b" refType="h" fact="0.543"/>
                    <dgm:constr type="w" for="ch" forName="bullet4b" refType="w" fact="0.04"/>
                    <dgm:constr type="h" for="ch" forName="bullet4b" refType="w" refFor="ch" refForName="bullet4b"/>
                    <dgm:constr type="l" for="ch" forName="textBox4b" refType="ctrX" refFor="ch" refForName="bullet4b"/>
                    <dgm:constr type="t" for="ch" forName="textBox4b" refType="ctrY" refFor="ch" refForName="bullet4b"/>
                    <dgm:constr type="w" for="ch" forName="textBox4b" refType="w" fact="0.21"/>
                    <dgm:constr type="h" for="ch" forName="textBox4b" refType="h" fact="0.457"/>
                    <dgm:constr type="userB" refType="h" refFor="ch" refForName="bullet4b" fact="0.53"/>
                    <dgm:constr type="lMarg" for="ch" forName="textBox4b" refType="userB" fact="2.834"/>
                    <dgm:constr type="ctrX" for="ch" forName="bullet4c" refType="w" fact="0.495"/>
                    <dgm:constr type="ctrY" for="ch" forName="bullet4c" refType="h" fact="0.382"/>
                    <dgm:constr type="w" for="ch" forName="bullet4c" refType="w" fact="0.053"/>
                    <dgm:constr type="h" for="ch" forName="bullet4c" refType="w" refFor="ch" refForName="bullet4c"/>
                    <dgm:constr type="l" for="ch" forName="textBox4c" refType="ctrX" refFor="ch" refForName="bullet4c"/>
                    <dgm:constr type="t" for="ch" forName="textBox4c" refType="ctrY" refFor="ch" refForName="bullet4c"/>
                    <dgm:constr type="w" for="ch" forName="textBox4c" refType="w" fact="0.21"/>
                    <dgm:constr type="h" for="ch" forName="textBox4c" refType="h" fact="0.618"/>
                    <dgm:constr type="userC" refType="h" refFor="ch" refForName="bullet4c" fact="0.53"/>
                    <dgm:constr type="lMarg" for="ch" forName="textBox4c" refType="userC" fact="2.834"/>
                    <dgm:constr type="ctrX" for="ch" forName="bullet4d" refType="w" fact="0.73"/>
                    <dgm:constr type="ctrY" for="ch" forName="bullet4d" refType="h" fact="0.283"/>
                    <dgm:constr type="w" for="ch" forName="bullet4d" refType="w" fact="0.071"/>
                    <dgm:constr type="h" for="ch" forName="bullet4d" refType="w" refFor="ch" refForName="bullet4d"/>
                    <dgm:constr type="l" for="ch" forName="textBox4d" refType="ctrX" refFor="ch" refForName="bullet4d"/>
                    <dgm:constr type="t" for="ch" forName="textBox4d" refType="ctrY" refFor="ch" refForName="bullet4d"/>
                    <dgm:constr type="w" for="ch" forName="textBox4d" refType="w" fact="0.21"/>
                    <dgm:constr type="h" for="ch" forName="textBox4d" refType="h" fact="0.717"/>
                    <dgm:constr type="userD" refType="h" refFor="ch" refForName="bullet4d" fact="0.53"/>
                    <dgm:constr type="lMarg" for="ch" forName="textBox4d" refType="userD" fact="2.834"/>
                    <dgm:constr type="primFontSz" for="ch" ptType="node" op="equ" val="65"/>
                  </dgm:constrLst>
                </dgm:if>
                <dgm:else name="Name82">
                  <dgm:constrLst>
                    <dgm:constr type="ctrX" for="ch" forName="bullet4a" refType="w" fact="0.11"/>
                    <dgm:constr type="ctrY" for="ch" forName="bullet4a" refType="h" fact="0.762"/>
                    <dgm:constr type="w" for="ch" forName="bullet4a" refType="w" fact="0.023"/>
                    <dgm:constr type="h" for="ch" forName="bullet4a" refType="w" refFor="ch" refForName="bullet4a"/>
                    <dgm:constr type="r" for="ch" forName="textBox4a" refType="ctrX" refFor="ch" refForName="bullet4a"/>
                    <dgm:constr type="b" for="ch" forName="textBox4a" refType="ctrY" refFor="ch" refForName="bullet4a"/>
                    <dgm:constr type="w" for="ch" forName="textBox4a" refType="w" fact="0.11"/>
                    <dgm:constr type="h" for="ch" forName="textBox4a" refType="h" fact="0.762"/>
                    <dgm:constr type="userA" refType="h" refFor="ch" refForName="bullet4a" fact="0.53"/>
                    <dgm:constr type="rMarg" for="ch" forName="textBox4a" refType="userA" fact="2.834"/>
                    <dgm:constr type="ctrX" for="ch" forName="bullet4b" refType="w" fact="0.281"/>
                    <dgm:constr type="ctrY" for="ch" forName="bullet4b" refType="h" fact="0.543"/>
                    <dgm:constr type="w" for="ch" forName="bullet4b" refType="w" fact="0.04"/>
                    <dgm:constr type="h" for="ch" forName="bullet4b" refType="w" refFor="ch" refForName="bullet4b"/>
                    <dgm:constr type="r" for="ch" forName="textBox4b" refType="ctrX" refFor="ch" refForName="bullet4b"/>
                    <dgm:constr type="b" for="ch" forName="textBox4b" refType="ctrY" refFor="ch" refForName="bullet4b"/>
                    <dgm:constr type="w" for="ch" forName="textBox4b" refType="w" fact="0.171"/>
                    <dgm:constr type="h" for="ch" forName="textBox4b" refType="h" fact="0.543"/>
                    <dgm:constr type="userB" refType="h" refFor="ch" refForName="bullet4b" fact="0.53"/>
                    <dgm:constr type="rMarg" for="ch" forName="textBox4b" refType="userB" fact="2.834"/>
                    <dgm:constr type="ctrX" for="ch" forName="bullet4c" refType="w" fact="0.495"/>
                    <dgm:constr type="ctrY" for="ch" forName="bullet4c" refType="h" fact="0.382"/>
                    <dgm:constr type="w" for="ch" forName="bullet4c" refType="w" fact="0.053"/>
                    <dgm:constr type="h" for="ch" forName="bullet4c" refType="w" refFor="ch" refForName="bullet4c"/>
                    <dgm:constr type="r" for="ch" forName="textBox4c" refType="ctrX" refFor="ch" refForName="bullet4c"/>
                    <dgm:constr type="b" for="ch" forName="textBox4c" refType="ctrY" refFor="ch" refForName="bullet4c"/>
                    <dgm:constr type="w" for="ch" forName="textBox4c" refType="w" fact="0.21"/>
                    <dgm:constr type="h" for="ch" forName="textBox4c" refType="h" fact="0.382"/>
                    <dgm:constr type="userC" refType="h" refFor="ch" refForName="bullet4c" fact="0.53"/>
                    <dgm:constr type="rMarg" for="ch" forName="textBox4c" refType="userC" fact="2.834"/>
                    <dgm:constr type="ctrX" for="ch" forName="bullet4d" refType="w" fact="0.73"/>
                    <dgm:constr type="ctrY" for="ch" forName="bullet4d" refType="h" fact="0.283"/>
                    <dgm:constr type="w" for="ch" forName="bullet4d" refType="w" fact="0.071"/>
                    <dgm:constr type="h" for="ch" forName="bullet4d" refType="w" refFor="ch" refForName="bullet4d"/>
                    <dgm:constr type="r" for="ch" forName="textBox4d" refType="ctrX" refFor="ch" refForName="bullet4d"/>
                    <dgm:constr type="b" for="ch" forName="textBox4d" refType="ctrY" refFor="ch" refForName="bullet4d"/>
                    <dgm:constr type="w" for="ch" forName="textBox4d" refType="w" fact="0.21"/>
                    <dgm:constr type="h" for="ch" forName="textBox4d" refType="h" fact="0.283"/>
                    <dgm:constr type="userD" refType="h" refFor="ch" refForName="bullet4d" fact="0.53"/>
                    <dgm:constr type="rMarg" for="ch" forName="textBox4d" refType="userD" fact="2.834"/>
                    <dgm:constr type="primFontSz" for="ch" ptType="node" op="equ" val="65"/>
                  </dgm:constrLst>
                </dgm:else>
              </dgm:choose>
              <dgm:ruleLst/>
              <dgm:forEach name="Name83" axis="ch" ptType="node" cnt="1">
                <dgm:layoutNode name="bullet4a" styleLbl="node1">
                  <dgm:alg type="sp"/>
                  <dgm:shape xmlns:r="http://schemas.openxmlformats.org/officeDocument/2006/relationships" type="ellipse" r:blip="">
                    <dgm:adjLst/>
                  </dgm:shape>
                  <dgm:presOf/>
                  <dgm:constrLst/>
                  <dgm:ruleLst/>
                </dgm:layoutNode>
                <dgm:layoutNode name="textBox4a" styleLbl="revTx">
                  <dgm:varLst>
                    <dgm:bulletEnabled val="1"/>
                  </dgm:varLst>
                  <dgm:choose name="Name84">
                    <dgm:if name="Name85" func="var" arg="dir" op="equ" val="norm">
                      <dgm:choose name="Name86">
                        <dgm:if name="Name87" axis="root des" ptType="all node" func="maxDepth" op="gt" val="1">
                          <dgm:alg type="tx">
                            <dgm:param type="txAnchorVert" val="t"/>
                            <dgm:param type="parTxLTRAlign" val="l"/>
                            <dgm:param type="parTxRTLAlign" val="r"/>
                          </dgm:alg>
                        </dgm:if>
                        <dgm:else name="Name88">
                          <dgm:alg type="tx">
                            <dgm:param type="txAnchorVert" val="t"/>
                            <dgm:param type="parTxLTRAlign" val="l"/>
                            <dgm:param type="parTxRTLAlign" val="l"/>
                          </dgm:alg>
                        </dgm:else>
                      </dgm:choose>
                    </dgm:if>
                    <dgm:else name="Name89">
                      <dgm:choose name="Name90">
                        <dgm:if name="Name91" axis="root des" ptType="all node" func="maxDepth" op="gt" val="1">
                          <dgm:alg type="tx">
                            <dgm:param type="txAnchorVert" val="b"/>
                            <dgm:param type="txAnchorVertCh" val="b"/>
                            <dgm:param type="parTxLTRAlign" val="l"/>
                            <dgm:param type="parTxRTLAlign" val="r"/>
                          </dgm:alg>
                        </dgm:if>
                        <dgm:else name="Name9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93">
                    <dgm:if name="Name94" func="var" arg="dir" op="equ" val="norm">
                      <dgm:constrLst>
                        <dgm:constr type="rMarg"/>
                        <dgm:constr type="tMarg"/>
                        <dgm:constr type="bMarg"/>
                      </dgm:constrLst>
                    </dgm:if>
                    <dgm:else name="Name95">
                      <dgm:constrLst>
                        <dgm:constr type="lMarg"/>
                        <dgm:constr type="tMarg"/>
                        <dgm:constr type="bMarg"/>
                      </dgm:constrLst>
                    </dgm:else>
                  </dgm:choose>
                  <dgm:ruleLst>
                    <dgm:rule type="primFontSz" val="5" fact="NaN" max="NaN"/>
                  </dgm:ruleLst>
                </dgm:layoutNode>
              </dgm:forEach>
              <dgm:forEach name="Name96" axis="ch" ptType="node" st="2" cnt="1">
                <dgm:layoutNode name="bullet4b" styleLbl="node1">
                  <dgm:alg type="sp"/>
                  <dgm:shape xmlns:r="http://schemas.openxmlformats.org/officeDocument/2006/relationships" type="ellipse" r:blip="">
                    <dgm:adjLst/>
                  </dgm:shape>
                  <dgm:presOf/>
                  <dgm:constrLst/>
                  <dgm:ruleLst/>
                </dgm:layoutNode>
                <dgm:layoutNode name="textBox4b" styleLbl="revTx">
                  <dgm:varLst>
                    <dgm:bulletEnabled val="1"/>
                  </dgm:varLst>
                  <dgm:choose name="Name97">
                    <dgm:if name="Name98" func="var" arg="dir" op="equ" val="norm">
                      <dgm:choose name="Name99">
                        <dgm:if name="Name100" axis="root des" ptType="all node" func="maxDepth" op="gt" val="1">
                          <dgm:alg type="tx">
                            <dgm:param type="txAnchorVert" val="t"/>
                            <dgm:param type="parTxLTRAlign" val="l"/>
                            <dgm:param type="parTxRTLAlign" val="r"/>
                          </dgm:alg>
                        </dgm:if>
                        <dgm:else name="Name101">
                          <dgm:alg type="tx">
                            <dgm:param type="txAnchorVert" val="t"/>
                            <dgm:param type="parTxLTRAlign" val="l"/>
                            <dgm:param type="parTxRTLAlign" val="l"/>
                          </dgm:alg>
                        </dgm:else>
                      </dgm:choose>
                    </dgm:if>
                    <dgm:else name="Name102">
                      <dgm:choose name="Name103">
                        <dgm:if name="Name104" axis="root des" ptType="all node" func="maxDepth" op="gt" val="1">
                          <dgm:alg type="tx">
                            <dgm:param type="txAnchorVert" val="b"/>
                            <dgm:param type="txAnchorVertCh" val="b"/>
                            <dgm:param type="parTxLTRAlign" val="l"/>
                            <dgm:param type="parTxRTLAlign" val="r"/>
                          </dgm:alg>
                        </dgm:if>
                        <dgm:else name="Name105">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06">
                    <dgm:if name="Name107" func="var" arg="dir" op="equ" val="norm">
                      <dgm:constrLst>
                        <dgm:constr type="rMarg"/>
                        <dgm:constr type="tMarg"/>
                        <dgm:constr type="bMarg"/>
                      </dgm:constrLst>
                    </dgm:if>
                    <dgm:else name="Name108">
                      <dgm:constrLst>
                        <dgm:constr type="lMarg"/>
                        <dgm:constr type="tMarg"/>
                        <dgm:constr type="bMarg"/>
                      </dgm:constrLst>
                    </dgm:else>
                  </dgm:choose>
                  <dgm:ruleLst>
                    <dgm:rule type="primFontSz" val="5" fact="NaN" max="NaN"/>
                  </dgm:ruleLst>
                </dgm:layoutNode>
              </dgm:forEach>
              <dgm:forEach name="Name109" axis="ch" ptType="node" st="3" cnt="1">
                <dgm:layoutNode name="bullet4c" styleLbl="node1">
                  <dgm:alg type="sp"/>
                  <dgm:shape xmlns:r="http://schemas.openxmlformats.org/officeDocument/2006/relationships" type="ellipse" r:blip="">
                    <dgm:adjLst/>
                  </dgm:shape>
                  <dgm:presOf/>
                  <dgm:constrLst/>
                  <dgm:ruleLst/>
                </dgm:layoutNode>
                <dgm:layoutNode name="textBox4c" styleLbl="revTx">
                  <dgm:varLst>
                    <dgm:bulletEnabled val="1"/>
                  </dgm:varLst>
                  <dgm:choose name="Name110">
                    <dgm:if name="Name111" func="var" arg="dir" op="equ" val="norm">
                      <dgm:choose name="Name112">
                        <dgm:if name="Name113" axis="root des" ptType="all node" func="maxDepth" op="gt" val="1">
                          <dgm:alg type="tx">
                            <dgm:param type="txAnchorVert" val="t"/>
                            <dgm:param type="parTxLTRAlign" val="l"/>
                            <dgm:param type="parTxRTLAlign" val="r"/>
                          </dgm:alg>
                        </dgm:if>
                        <dgm:else name="Name114">
                          <dgm:alg type="tx">
                            <dgm:param type="txAnchorVert" val="t"/>
                            <dgm:param type="parTxLTRAlign" val="l"/>
                            <dgm:param type="parTxRTLAlign" val="l"/>
                          </dgm:alg>
                        </dgm:else>
                      </dgm:choose>
                    </dgm:if>
                    <dgm:else name="Name115">
                      <dgm:choose name="Name116">
                        <dgm:if name="Name117" axis="root des" ptType="all node" func="maxDepth" op="gt" val="1">
                          <dgm:alg type="tx">
                            <dgm:param type="txAnchorVert" val="b"/>
                            <dgm:param type="txAnchorVertCh" val="b"/>
                            <dgm:param type="parTxLTRAlign" val="l"/>
                            <dgm:param type="parTxRTLAlign" val="r"/>
                          </dgm:alg>
                        </dgm:if>
                        <dgm:else name="Name118">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19">
                    <dgm:if name="Name120" func="var" arg="dir" op="equ" val="norm">
                      <dgm:constrLst>
                        <dgm:constr type="rMarg"/>
                        <dgm:constr type="tMarg"/>
                        <dgm:constr type="bMarg"/>
                      </dgm:constrLst>
                    </dgm:if>
                    <dgm:else name="Name121">
                      <dgm:constrLst>
                        <dgm:constr type="lMarg"/>
                        <dgm:constr type="tMarg"/>
                        <dgm:constr type="bMarg"/>
                      </dgm:constrLst>
                    </dgm:else>
                  </dgm:choose>
                  <dgm:ruleLst>
                    <dgm:rule type="primFontSz" val="5" fact="NaN" max="NaN"/>
                  </dgm:ruleLst>
                </dgm:layoutNode>
              </dgm:forEach>
              <dgm:forEach name="Name122" axis="ch" ptType="node" st="4" cnt="1">
                <dgm:layoutNode name="bullet4d" styleLbl="node1">
                  <dgm:alg type="sp"/>
                  <dgm:shape xmlns:r="http://schemas.openxmlformats.org/officeDocument/2006/relationships" type="ellipse" r:blip="">
                    <dgm:adjLst/>
                  </dgm:shape>
                  <dgm:presOf/>
                  <dgm:constrLst/>
                  <dgm:ruleLst/>
                </dgm:layoutNode>
                <dgm:layoutNode name="textBox4d" styleLbl="revTx">
                  <dgm:varLst>
                    <dgm:bulletEnabled val="1"/>
                  </dgm:varLst>
                  <dgm:choose name="Name123">
                    <dgm:if name="Name124" func="var" arg="dir" op="equ" val="norm">
                      <dgm:choose name="Name125">
                        <dgm:if name="Name126" axis="root des" ptType="all node" func="maxDepth" op="gt" val="1">
                          <dgm:alg type="tx">
                            <dgm:param type="txAnchorVert" val="t"/>
                            <dgm:param type="parTxLTRAlign" val="l"/>
                            <dgm:param type="parTxRTLAlign" val="r"/>
                          </dgm:alg>
                        </dgm:if>
                        <dgm:else name="Name127">
                          <dgm:alg type="tx">
                            <dgm:param type="txAnchorVert" val="t"/>
                            <dgm:param type="parTxLTRAlign" val="l"/>
                            <dgm:param type="parTxRTLAlign" val="l"/>
                          </dgm:alg>
                        </dgm:else>
                      </dgm:choose>
                    </dgm:if>
                    <dgm:else name="Name128">
                      <dgm:choose name="Name129">
                        <dgm:if name="Name130" axis="root des" ptType="all node" func="maxDepth" op="gt" val="1">
                          <dgm:alg type="tx">
                            <dgm:param type="txAnchorVert" val="b"/>
                            <dgm:param type="txAnchorVertCh" val="b"/>
                            <dgm:param type="parTxLTRAlign" val="l"/>
                            <dgm:param type="parTxRTLAlign" val="r"/>
                          </dgm:alg>
                        </dgm:if>
                        <dgm:else name="Name131">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32">
                    <dgm:if name="Name133" func="var" arg="dir" op="equ" val="norm">
                      <dgm:constrLst>
                        <dgm:constr type="rMarg"/>
                        <dgm:constr type="tMarg"/>
                        <dgm:constr type="bMarg"/>
                      </dgm:constrLst>
                    </dgm:if>
                    <dgm:else name="Name134">
                      <dgm:constrLst>
                        <dgm:constr type="lMarg"/>
                        <dgm:constr type="tMarg"/>
                        <dgm:constr type="bMarg"/>
                      </dgm:constrLst>
                    </dgm:else>
                  </dgm:choose>
                  <dgm:ruleLst>
                    <dgm:rule type="primFontSz" val="5" fact="NaN" max="NaN"/>
                  </dgm:ruleLst>
                </dgm:layoutNode>
              </dgm:forEach>
            </dgm:layoutNode>
          </dgm:if>
          <dgm:else name="Name135">
            <dgm:layoutNode name="arrowDiagram5">
              <dgm:alg type="composite">
                <dgm:param type="vertAlign" val="none"/>
                <dgm:param type="horzAlign" val="none"/>
              </dgm:alg>
              <dgm:shape xmlns:r="http://schemas.openxmlformats.org/officeDocument/2006/relationships" r:blip="">
                <dgm:adjLst/>
              </dgm:shape>
              <dgm:presOf/>
              <dgm:choose name="Name136">
                <dgm:if name="Name137" func="var" arg="dir" op="equ" val="norm">
                  <dgm:constrLst>
                    <dgm:constr type="ctrX" for="ch" forName="bullet5a" refType="w" fact="0.11"/>
                    <dgm:constr type="ctrY" for="ch" forName="bullet5a" refType="h" fact="0.762"/>
                    <dgm:constr type="w" for="ch" forName="bullet5a" refType="w" fact="0.023"/>
                    <dgm:constr type="h" for="ch" forName="bullet5a" refType="w" refFor="ch" refForName="bullet5a"/>
                    <dgm:constr type="l" for="ch" forName="textBox5a" refType="ctrX" refFor="ch" refForName="bullet5a"/>
                    <dgm:constr type="t" for="ch" forName="textBox5a" refType="ctrY" refFor="ch" refForName="bullet5a"/>
                    <dgm:constr type="w" for="ch" forName="textBox5a" refType="w" fact="0.131"/>
                    <dgm:constr type="h" for="ch" forName="textBox5a" refType="h" fact="0.238"/>
                    <dgm:constr type="userA" refType="h" refFor="ch" refForName="bullet5a" fact="0.53"/>
                    <dgm:constr type="lMarg" for="ch" forName="textBox5a" refType="userA" fact="2.834"/>
                    <dgm:constr type="ctrX" for="ch" forName="bullet5b" refType="w" fact="0.241"/>
                    <dgm:constr type="ctrY" for="ch" forName="bullet5b" refType="h" fact="0.581"/>
                    <dgm:constr type="w" for="ch" forName="bullet5b" refType="w" fact="0.036"/>
                    <dgm:constr type="h" for="ch" forName="bullet5b" refType="w" refFor="ch" refForName="bullet5b"/>
                    <dgm:constr type="l" for="ch" forName="textBox5b" refType="ctrX" refFor="ch" refForName="bullet5b"/>
                    <dgm:constr type="t" for="ch" forName="textBox5b" refType="ctrY" refFor="ch" refForName="bullet5b"/>
                    <dgm:constr type="w" for="ch" forName="textBox5b" refType="w" fact="0.166"/>
                    <dgm:constr type="h" for="ch" forName="textBox5b" refType="h" fact="0.419"/>
                    <dgm:constr type="userB" refType="h" refFor="ch" refForName="bullet5b" fact="0.53"/>
                    <dgm:constr type="lMarg" for="ch" forName="textBox5b" refType="userB" fact="2.834"/>
                    <dgm:constr type="ctrX" for="ch" forName="bullet5c" refType="w" fact="0.407"/>
                    <dgm:constr type="ctrY" for="ch" forName="bullet5c" refType="h" fact="0.438"/>
                    <dgm:constr type="w" for="ch" forName="bullet5c" refType="w" fact="0.048"/>
                    <dgm:constr type="h" for="ch" forName="bullet5c" refType="w" refFor="ch" refForName="bullet5c"/>
                    <dgm:constr type="l" for="ch" forName="textBox5c" refType="ctrX" refFor="ch" refForName="bullet5c"/>
                    <dgm:constr type="t" for="ch" forName="textBox5c" refType="ctrY" refFor="ch" refForName="bullet5c"/>
                    <dgm:constr type="w" for="ch" forName="textBox5c" refType="w" fact="0.193"/>
                    <dgm:constr type="h" for="ch" forName="textBox5c" refType="h" fact="0.562"/>
                    <dgm:constr type="userC" refType="h" refFor="ch" refForName="bullet5c" fact="0.53"/>
                    <dgm:constr type="lMarg" for="ch" forName="textBox5c" refType="userC" fact="2.834"/>
                    <dgm:constr type="ctrX" for="ch" forName="bullet5d" refType="w" fact="0.6"/>
                    <dgm:constr type="ctrY" for="ch" forName="bullet5d" refType="h" fact="0.33"/>
                    <dgm:constr type="w" for="ch" forName="bullet5d" refType="w" fact="0.062"/>
                    <dgm:constr type="h" for="ch" forName="bullet5d" refType="w" refFor="ch" refForName="bullet5d"/>
                    <dgm:constr type="l" for="ch" forName="textBox5d" refType="ctrX" refFor="ch" refForName="bullet5d"/>
                    <dgm:constr type="t" for="ch" forName="textBox5d" refType="ctrY" refFor="ch" refForName="bullet5d"/>
                    <dgm:constr type="w" for="ch" forName="textBox5d" refType="w" fact="0.2"/>
                    <dgm:constr type="h" for="ch" forName="textBox5d" refType="h" fact="0.67"/>
                    <dgm:constr type="userD" refType="h" refFor="ch" refForName="bullet5d" fact="0.53"/>
                    <dgm:constr type="lMarg" for="ch" forName="textBox5d" refType="userD" fact="2.834"/>
                    <dgm:constr type="ctrX" for="ch" forName="bullet5e" refType="w" fact="0.8"/>
                    <dgm:constr type="ctrY" for="ch" forName="bullet5e" refType="h" fact="0.264"/>
                    <dgm:constr type="w" for="ch" forName="bullet5e" refType="w" fact="0.079"/>
                    <dgm:constr type="h" for="ch" forName="bullet5e" refType="w" refFor="ch" refForName="bullet5e"/>
                    <dgm:constr type="l" for="ch" forName="textBox5e" refType="ctrX" refFor="ch" refForName="bullet5e"/>
                    <dgm:constr type="t" for="ch" forName="textBox5e" refType="ctrY" refFor="ch" refForName="bullet5e"/>
                    <dgm:constr type="w" for="ch" forName="textBox5e" refType="w" fact="0.2"/>
                    <dgm:constr type="h" for="ch" forName="textBox5e" refType="h" fact="0.736"/>
                    <dgm:constr type="userE" refType="h" refFor="ch" refForName="bullet5e" fact="0.53"/>
                    <dgm:constr type="lMarg" for="ch" forName="textBox5e" refType="userE" fact="2.834"/>
                    <dgm:constr type="primFontSz" for="ch" ptType="node" op="equ" val="65"/>
                  </dgm:constrLst>
                </dgm:if>
                <dgm:else name="Name138">
                  <dgm:constrLst>
                    <dgm:constr type="ctrX" for="ch" forName="bullet5a" refType="w" fact="0.11"/>
                    <dgm:constr type="ctrY" for="ch" forName="bullet5a" refType="h" fact="0.762"/>
                    <dgm:constr type="w" for="ch" forName="bullet5a" refType="w" fact="0.023"/>
                    <dgm:constr type="h" for="ch" forName="bullet5a" refType="w" refFor="ch" refForName="bullet5a"/>
                    <dgm:constr type="r" for="ch" forName="textBox5a" refType="ctrX" refFor="ch" refForName="bullet5a"/>
                    <dgm:constr type="b" for="ch" forName="textBox5a" refType="ctrY" refFor="ch" refForName="bullet5a"/>
                    <dgm:constr type="w" for="ch" forName="textBox5a" refType="w" fact="0.11"/>
                    <dgm:constr type="h" for="ch" forName="textBox5a" refType="h" fact="0.762"/>
                    <dgm:constr type="userA" refType="h" refFor="ch" refForName="bullet5a" fact="0.53"/>
                    <dgm:constr type="rMarg" for="ch" forName="textBox5a" refType="userA" fact="2.834"/>
                    <dgm:constr type="ctrX" for="ch" forName="bullet5b" refType="w" fact="0.241"/>
                    <dgm:constr type="ctrY" for="ch" forName="bullet5b" refType="h" fact="0.581"/>
                    <dgm:constr type="w" for="ch" forName="bullet5b" refType="w" fact="0.036"/>
                    <dgm:constr type="h" for="ch" forName="bullet5b" refType="w" refFor="ch" refForName="bullet5b"/>
                    <dgm:constr type="r" for="ch" forName="textBox5b" refType="ctrX" refFor="ch" refForName="bullet5b"/>
                    <dgm:constr type="b" for="ch" forName="textBox5b" refType="ctrY" refFor="ch" refForName="bullet5b"/>
                    <dgm:constr type="w" for="ch" forName="textBox5b" refType="w" fact="0.131"/>
                    <dgm:constr type="h" for="ch" forName="textBox5b" refType="h" fact="0.581"/>
                    <dgm:constr type="userB" refType="h" refFor="ch" refForName="bullet5b" fact="0.53"/>
                    <dgm:constr type="rMarg" for="ch" forName="textBox5b" refType="userB" fact="2.834"/>
                    <dgm:constr type="ctrX" for="ch" forName="bullet5c" refType="w" fact="0.407"/>
                    <dgm:constr type="ctrY" for="ch" forName="bullet5c" refType="h" fact="0.438"/>
                    <dgm:constr type="w" for="ch" forName="bullet5c" refType="w" fact="0.048"/>
                    <dgm:constr type="h" for="ch" forName="bullet5c" refType="w" refFor="ch" refForName="bullet5c"/>
                    <dgm:constr type="r" for="ch" forName="textBox5c" refType="ctrX" refFor="ch" refForName="bullet5c"/>
                    <dgm:constr type="b" for="ch" forName="textBox5c" refType="ctrY" refFor="ch" refForName="bullet5c"/>
                    <dgm:constr type="w" for="ch" forName="textBox5c" refType="w" fact="0.166"/>
                    <dgm:constr type="h" for="ch" forName="textBox5c" refType="h" fact="0.438"/>
                    <dgm:constr type="userC" refType="h" refFor="ch" refForName="bullet5c" fact="0.53"/>
                    <dgm:constr type="rMarg" for="ch" forName="textBox5c" refType="userC" fact="2.834"/>
                    <dgm:constr type="ctrX" for="ch" forName="bullet5d" refType="w" fact="0.6"/>
                    <dgm:constr type="ctrY" for="ch" forName="bullet5d" refType="h" fact="0.33"/>
                    <dgm:constr type="w" for="ch" forName="bullet5d" refType="w" fact="0.062"/>
                    <dgm:constr type="h" for="ch" forName="bullet5d" refType="w" refFor="ch" refForName="bullet5d"/>
                    <dgm:constr type="r" for="ch" forName="textBox5d" refType="ctrX" refFor="ch" refForName="bullet5d"/>
                    <dgm:constr type="b" for="ch" forName="textBox5d" refType="ctrY" refFor="ch" refForName="bullet5d"/>
                    <dgm:constr type="w" for="ch" forName="textBox5d" refType="w" fact="0.193"/>
                    <dgm:constr type="h" for="ch" forName="textBox5d" refType="h" fact="0.33"/>
                    <dgm:constr type="userD" refType="h" refFor="ch" refForName="bullet5d" fact="0.53"/>
                    <dgm:constr type="rMarg" for="ch" forName="textBox5d" refType="userD" fact="2.834"/>
                    <dgm:constr type="ctrX" for="ch" forName="bullet5e" refType="w" fact="0.8"/>
                    <dgm:constr type="ctrY" for="ch" forName="bullet5e" refType="h" fact="0.264"/>
                    <dgm:constr type="w" for="ch" forName="bullet5e" refType="w" fact="0.079"/>
                    <dgm:constr type="h" for="ch" forName="bullet5e" refType="w" refFor="ch" refForName="bullet5e"/>
                    <dgm:constr type="r" for="ch" forName="textBox5e" refType="ctrX" refFor="ch" refForName="bullet5e"/>
                    <dgm:constr type="b" for="ch" forName="textBox5e" refType="ctrY" refFor="ch" refForName="bullet5e"/>
                    <dgm:constr type="w" for="ch" forName="textBox5e" refType="w" fact="0.2"/>
                    <dgm:constr type="h" for="ch" forName="textBox5e" refType="h" fact="0.264"/>
                    <dgm:constr type="userE" refType="h" refFor="ch" refForName="bullet5e" fact="0.53"/>
                    <dgm:constr type="rMarg" for="ch" forName="textBox5e" refType="userE" fact="2.834"/>
                    <dgm:constr type="primFontSz" for="ch" ptType="node" op="equ" val="65"/>
                  </dgm:constrLst>
                </dgm:else>
              </dgm:choose>
              <dgm:ruleLst/>
              <dgm:forEach name="Name139" axis="ch" ptType="node" cnt="1">
                <dgm:layoutNode name="bullet5a" styleLbl="node1">
                  <dgm:alg type="sp"/>
                  <dgm:shape xmlns:r="http://schemas.openxmlformats.org/officeDocument/2006/relationships" type="ellipse" r:blip="">
                    <dgm:adjLst/>
                  </dgm:shape>
                  <dgm:presOf/>
                  <dgm:constrLst/>
                  <dgm:ruleLst/>
                </dgm:layoutNode>
                <dgm:layoutNode name="textBox5a" styleLbl="revTx">
                  <dgm:varLst>
                    <dgm:bulletEnabled val="1"/>
                  </dgm:varLst>
                  <dgm:choose name="Name140">
                    <dgm:if name="Name141" func="var" arg="dir" op="equ" val="norm">
                      <dgm:choose name="Name142">
                        <dgm:if name="Name143" axis="root des" ptType="all node" func="maxDepth" op="gt" val="1">
                          <dgm:alg type="tx">
                            <dgm:param type="txAnchorVert" val="t"/>
                            <dgm:param type="parTxLTRAlign" val="l"/>
                            <dgm:param type="parTxRTLAlign" val="r"/>
                          </dgm:alg>
                        </dgm:if>
                        <dgm:else name="Name144">
                          <dgm:alg type="tx">
                            <dgm:param type="txAnchorVert" val="t"/>
                            <dgm:param type="parTxLTRAlign" val="l"/>
                            <dgm:param type="parTxRTLAlign" val="l"/>
                          </dgm:alg>
                        </dgm:else>
                      </dgm:choose>
                    </dgm:if>
                    <dgm:else name="Name145">
                      <dgm:choose name="Name146">
                        <dgm:if name="Name147" axis="root des" ptType="all node" func="maxDepth" op="gt" val="1">
                          <dgm:alg type="tx">
                            <dgm:param type="txAnchorVert" val="b"/>
                            <dgm:param type="txAnchorVertCh" val="b"/>
                            <dgm:param type="parTxLTRAlign" val="l"/>
                            <dgm:param type="parTxRTLAlign" val="r"/>
                          </dgm:alg>
                        </dgm:if>
                        <dgm:else name="Name148">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49">
                    <dgm:if name="Name150" func="var" arg="dir" op="equ" val="norm">
                      <dgm:constrLst>
                        <dgm:constr type="rMarg"/>
                        <dgm:constr type="tMarg"/>
                        <dgm:constr type="bMarg"/>
                      </dgm:constrLst>
                    </dgm:if>
                    <dgm:else name="Name151">
                      <dgm:constrLst>
                        <dgm:constr type="lMarg"/>
                        <dgm:constr type="tMarg"/>
                        <dgm:constr type="bMarg"/>
                      </dgm:constrLst>
                    </dgm:else>
                  </dgm:choose>
                  <dgm:ruleLst>
                    <dgm:rule type="primFontSz" val="5" fact="NaN" max="NaN"/>
                  </dgm:ruleLst>
                </dgm:layoutNode>
              </dgm:forEach>
              <dgm:forEach name="Name152" axis="ch" ptType="node" st="2" cnt="1">
                <dgm:layoutNode name="bullet5b" styleLbl="node1">
                  <dgm:alg type="sp"/>
                  <dgm:shape xmlns:r="http://schemas.openxmlformats.org/officeDocument/2006/relationships" type="ellipse" r:blip="">
                    <dgm:adjLst/>
                  </dgm:shape>
                  <dgm:presOf/>
                  <dgm:constrLst/>
                  <dgm:ruleLst/>
                </dgm:layoutNode>
                <dgm:layoutNode name="textBox5b" styleLbl="revTx">
                  <dgm:varLst>
                    <dgm:bulletEnabled val="1"/>
                  </dgm:varLst>
                  <dgm:choose name="Name153">
                    <dgm:if name="Name154" func="var" arg="dir" op="equ" val="norm">
                      <dgm:choose name="Name155">
                        <dgm:if name="Name156" axis="root des" ptType="all node" func="maxDepth" op="gt" val="1">
                          <dgm:alg type="tx">
                            <dgm:param type="txAnchorVert" val="t"/>
                            <dgm:param type="parTxLTRAlign" val="l"/>
                            <dgm:param type="parTxRTLAlign" val="r"/>
                          </dgm:alg>
                        </dgm:if>
                        <dgm:else name="Name157">
                          <dgm:alg type="tx">
                            <dgm:param type="txAnchorVert" val="t"/>
                            <dgm:param type="parTxLTRAlign" val="l"/>
                            <dgm:param type="parTxRTLAlign" val="l"/>
                          </dgm:alg>
                        </dgm:else>
                      </dgm:choose>
                    </dgm:if>
                    <dgm:else name="Name158">
                      <dgm:choose name="Name159">
                        <dgm:if name="Name160" axis="root des" ptType="all node" func="maxDepth" op="gt" val="1">
                          <dgm:alg type="tx">
                            <dgm:param type="txAnchorVert" val="b"/>
                            <dgm:param type="txAnchorVertCh" val="b"/>
                            <dgm:param type="parTxLTRAlign" val="l"/>
                            <dgm:param type="parTxRTLAlign" val="r"/>
                          </dgm:alg>
                        </dgm:if>
                        <dgm:else name="Name161">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62">
                    <dgm:if name="Name163" func="var" arg="dir" op="equ" val="norm">
                      <dgm:constrLst>
                        <dgm:constr type="rMarg"/>
                        <dgm:constr type="tMarg"/>
                        <dgm:constr type="bMarg"/>
                      </dgm:constrLst>
                    </dgm:if>
                    <dgm:else name="Name164">
                      <dgm:constrLst>
                        <dgm:constr type="lMarg"/>
                        <dgm:constr type="tMarg"/>
                        <dgm:constr type="bMarg"/>
                      </dgm:constrLst>
                    </dgm:else>
                  </dgm:choose>
                  <dgm:ruleLst>
                    <dgm:rule type="primFontSz" val="5" fact="NaN" max="NaN"/>
                  </dgm:ruleLst>
                </dgm:layoutNode>
              </dgm:forEach>
              <dgm:forEach name="Name165" axis="ch" ptType="node" st="3" cnt="1">
                <dgm:layoutNode name="bullet5c" styleLbl="node1">
                  <dgm:alg type="sp"/>
                  <dgm:shape xmlns:r="http://schemas.openxmlformats.org/officeDocument/2006/relationships" type="ellipse" r:blip="">
                    <dgm:adjLst/>
                  </dgm:shape>
                  <dgm:presOf/>
                  <dgm:constrLst/>
                  <dgm:ruleLst/>
                </dgm:layoutNode>
                <dgm:layoutNode name="textBox5c" styleLbl="revTx">
                  <dgm:varLst>
                    <dgm:bulletEnabled val="1"/>
                  </dgm:varLst>
                  <dgm:choose name="Name166">
                    <dgm:if name="Name167" func="var" arg="dir" op="equ" val="norm">
                      <dgm:choose name="Name168">
                        <dgm:if name="Name169" axis="root des" ptType="all node" func="maxDepth" op="gt" val="1">
                          <dgm:alg type="tx">
                            <dgm:param type="txAnchorVert" val="t"/>
                            <dgm:param type="parTxLTRAlign" val="l"/>
                            <dgm:param type="parTxRTLAlign" val="r"/>
                          </dgm:alg>
                        </dgm:if>
                        <dgm:else name="Name170">
                          <dgm:alg type="tx">
                            <dgm:param type="txAnchorVert" val="t"/>
                            <dgm:param type="parTxLTRAlign" val="l"/>
                            <dgm:param type="parTxRTLAlign" val="l"/>
                          </dgm:alg>
                        </dgm:else>
                      </dgm:choose>
                    </dgm:if>
                    <dgm:else name="Name171">
                      <dgm:choose name="Name172">
                        <dgm:if name="Name173" axis="root des" ptType="all node" func="maxDepth" op="gt" val="1">
                          <dgm:alg type="tx">
                            <dgm:param type="txAnchorVert" val="b"/>
                            <dgm:param type="txAnchorVertCh" val="b"/>
                            <dgm:param type="parTxLTRAlign" val="l"/>
                            <dgm:param type="parTxRTLAlign" val="r"/>
                          </dgm:alg>
                        </dgm:if>
                        <dgm:else name="Name174">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75">
                    <dgm:if name="Name176" func="var" arg="dir" op="equ" val="norm">
                      <dgm:constrLst>
                        <dgm:constr type="rMarg"/>
                        <dgm:constr type="tMarg"/>
                        <dgm:constr type="bMarg"/>
                      </dgm:constrLst>
                    </dgm:if>
                    <dgm:else name="Name177">
                      <dgm:constrLst>
                        <dgm:constr type="lMarg"/>
                        <dgm:constr type="tMarg"/>
                        <dgm:constr type="bMarg"/>
                      </dgm:constrLst>
                    </dgm:else>
                  </dgm:choose>
                  <dgm:ruleLst>
                    <dgm:rule type="primFontSz" val="5" fact="NaN" max="NaN"/>
                  </dgm:ruleLst>
                </dgm:layoutNode>
              </dgm:forEach>
              <dgm:forEach name="Name178" axis="ch" ptType="node" st="4" cnt="1">
                <dgm:layoutNode name="bullet5d" styleLbl="node1">
                  <dgm:alg type="sp"/>
                  <dgm:shape xmlns:r="http://schemas.openxmlformats.org/officeDocument/2006/relationships" type="ellipse" r:blip="">
                    <dgm:adjLst/>
                  </dgm:shape>
                  <dgm:presOf/>
                  <dgm:constrLst/>
                  <dgm:ruleLst/>
                </dgm:layoutNode>
                <dgm:layoutNode name="textBox5d" styleLbl="revTx">
                  <dgm:varLst>
                    <dgm:bulletEnabled val="1"/>
                  </dgm:varLst>
                  <dgm:choose name="Name179">
                    <dgm:if name="Name180" func="var" arg="dir" op="equ" val="norm">
                      <dgm:choose name="Name181">
                        <dgm:if name="Name182" axis="root des" ptType="all node" func="maxDepth" op="gt" val="1">
                          <dgm:alg type="tx">
                            <dgm:param type="txAnchorVert" val="t"/>
                            <dgm:param type="parTxLTRAlign" val="l"/>
                            <dgm:param type="parTxRTLAlign" val="r"/>
                          </dgm:alg>
                        </dgm:if>
                        <dgm:else name="Name183">
                          <dgm:alg type="tx">
                            <dgm:param type="txAnchorVert" val="t"/>
                            <dgm:param type="parTxLTRAlign" val="l"/>
                            <dgm:param type="parTxRTLAlign" val="l"/>
                          </dgm:alg>
                        </dgm:else>
                      </dgm:choose>
                    </dgm:if>
                    <dgm:else name="Name184">
                      <dgm:choose name="Name185">
                        <dgm:if name="Name186" axis="root des" ptType="all node" func="maxDepth" op="gt" val="1">
                          <dgm:alg type="tx">
                            <dgm:param type="txAnchorVert" val="b"/>
                            <dgm:param type="txAnchorVertCh" val="b"/>
                            <dgm:param type="parTxLTRAlign" val="l"/>
                            <dgm:param type="parTxRTLAlign" val="r"/>
                          </dgm:alg>
                        </dgm:if>
                        <dgm:else name="Name187">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88">
                    <dgm:if name="Name189" func="var" arg="dir" op="equ" val="norm">
                      <dgm:constrLst>
                        <dgm:constr type="rMarg"/>
                        <dgm:constr type="tMarg"/>
                        <dgm:constr type="bMarg"/>
                      </dgm:constrLst>
                    </dgm:if>
                    <dgm:else name="Name190">
                      <dgm:constrLst>
                        <dgm:constr type="lMarg"/>
                        <dgm:constr type="tMarg"/>
                        <dgm:constr type="bMarg"/>
                      </dgm:constrLst>
                    </dgm:else>
                  </dgm:choose>
                  <dgm:ruleLst>
                    <dgm:rule type="primFontSz" val="5" fact="NaN" max="NaN"/>
                  </dgm:ruleLst>
                </dgm:layoutNode>
              </dgm:forEach>
              <dgm:forEach name="Name191" axis="ch" ptType="node" st="5" cnt="1">
                <dgm:layoutNode name="bullet5e" styleLbl="node1">
                  <dgm:alg type="sp"/>
                  <dgm:shape xmlns:r="http://schemas.openxmlformats.org/officeDocument/2006/relationships" type="ellipse" r:blip="">
                    <dgm:adjLst/>
                  </dgm:shape>
                  <dgm:presOf/>
                  <dgm:constrLst/>
                  <dgm:ruleLst/>
                </dgm:layoutNode>
                <dgm:layoutNode name="textBox5e" styleLbl="revTx">
                  <dgm:varLst>
                    <dgm:bulletEnabled val="1"/>
                  </dgm:varLst>
                  <dgm:choose name="Name192">
                    <dgm:if name="Name193" func="var" arg="dir" op="equ" val="norm">
                      <dgm:choose name="Name194">
                        <dgm:if name="Name195" axis="root des" ptType="all node" func="maxDepth" op="gt" val="1">
                          <dgm:alg type="tx">
                            <dgm:param type="txAnchorVert" val="t"/>
                            <dgm:param type="parTxLTRAlign" val="l"/>
                            <dgm:param type="parTxRTLAlign" val="r"/>
                          </dgm:alg>
                        </dgm:if>
                        <dgm:else name="Name196">
                          <dgm:alg type="tx">
                            <dgm:param type="txAnchorVert" val="t"/>
                            <dgm:param type="parTxLTRAlign" val="l"/>
                            <dgm:param type="parTxRTLAlign" val="l"/>
                          </dgm:alg>
                        </dgm:else>
                      </dgm:choose>
                    </dgm:if>
                    <dgm:else name="Name197">
                      <dgm:choose name="Name198">
                        <dgm:if name="Name199" axis="root des" ptType="all node" func="maxDepth" op="gt" val="1">
                          <dgm:alg type="tx">
                            <dgm:param type="txAnchorVert" val="b"/>
                            <dgm:param type="txAnchorVertCh" val="b"/>
                            <dgm:param type="parTxLTRAlign" val="l"/>
                            <dgm:param type="parTxRTLAlign" val="r"/>
                          </dgm:alg>
                        </dgm:if>
                        <dgm:else name="Name200">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201">
                    <dgm:if name="Name202" func="var" arg="dir" op="equ" val="norm">
                      <dgm:constrLst>
                        <dgm:constr type="rMarg"/>
                        <dgm:constr type="tMarg"/>
                        <dgm:constr type="bMarg"/>
                      </dgm:constrLst>
                    </dgm:if>
                    <dgm:else name="Name203">
                      <dgm:constrLst>
                        <dgm:constr type="lMarg"/>
                        <dgm:constr type="tMarg"/>
                        <dgm:constr type="bMarg"/>
                      </dgm:constrLst>
                    </dgm:else>
                  </dgm:choose>
                  <dgm:ruleLst>
                    <dgm:rule type="primFontSz" val="5" fact="NaN" max="NaN"/>
                  </dgm:ruleLst>
                </dgm:layoutNode>
              </dgm:forEach>
            </dgm:layoutNode>
          </dgm:else>
        </dgm:choose>
      </dgm:if>
      <dgm:else name="Name204"/>
    </dgm:choose>
  </dgm:layoutNode>
</dgm:layoutDef>
</file>

<file path=ppt/diagrams/layout4.xml><?xml version="1.0" encoding="utf-8"?>
<dgm:layoutDef xmlns:dgm="http://schemas.openxmlformats.org/drawingml/2006/diagram" xmlns:a="http://schemas.openxmlformats.org/drawingml/2006/main" uniqueId="urn:microsoft.com/office/officeart/2005/8/layout/arrow2">
  <dgm:title val=""/>
  <dgm:desc val=""/>
  <dgm:catLst>
    <dgm:cat type="process" pri="2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arrowDiagram">
    <dgm:varLst>
      <dgm:chMax val="5"/>
      <dgm:dir/>
      <dgm:resizeHandles val="exact"/>
    </dgm:varLst>
    <dgm:alg type="composite">
      <dgm:param type="ar" val="1.6"/>
    </dgm:alg>
    <dgm:shape xmlns:r="http://schemas.openxmlformats.org/officeDocument/2006/relationships" r:blip="">
      <dgm:adjLst/>
    </dgm:shape>
    <dgm:presOf/>
    <dgm:constrLst>
      <dgm:constr type="l" for="ch" forName="arrow"/>
      <dgm:constr type="t" for="ch" forName="arrow"/>
      <dgm:constr type="w" for="ch" forName="arrow" refType="w"/>
      <dgm:constr type="h" for="ch" forName="arrow" refType="h"/>
      <dgm:constr type="ctrX" for="ch" forName="arrowDiagram1" refType="w" fact="0.5"/>
      <dgm:constr type="ctrY" for="ch" forName="arrowDiagram1" refType="h" fact="0.5"/>
      <dgm:constr type="w" for="ch" forName="arrowDiagram1" refType="w"/>
      <dgm:constr type="h" for="ch" forName="arrowDiagram1" refType="h"/>
      <dgm:constr type="ctrX" for="ch" forName="arrowDiagram2" refType="w" fact="0.5"/>
      <dgm:constr type="ctrY" for="ch" forName="arrowDiagram2" refType="h" fact="0.5"/>
      <dgm:constr type="w" for="ch" forName="arrowDiagram2" refType="w"/>
      <dgm:constr type="h" for="ch" forName="arrowDiagram2" refType="h"/>
      <dgm:constr type="ctrX" for="ch" forName="arrowDiagram3" refType="w" fact="0.5"/>
      <dgm:constr type="ctrY" for="ch" forName="arrowDiagram3" refType="h" fact="0.5"/>
      <dgm:constr type="w" for="ch" forName="arrowDiagram3" refType="w"/>
      <dgm:constr type="h" for="ch" forName="arrowDiagram3" refType="h"/>
      <dgm:constr type="ctrX" for="ch" forName="arrowDiagram4" refType="w" fact="0.5"/>
      <dgm:constr type="ctrY" for="ch" forName="arrowDiagram4" refType="h" fact="0.5"/>
      <dgm:constr type="w" for="ch" forName="arrowDiagram4" refType="w"/>
      <dgm:constr type="h" for="ch" forName="arrowDiagram4" refType="h"/>
      <dgm:constr type="ctrX" for="ch" forName="arrowDiagram5" refType="w" fact="0.5"/>
      <dgm:constr type="ctrY" for="ch" forName="arrowDiagram5" refType="h" fact="0.5"/>
      <dgm:constr type="w" for="ch" forName="arrowDiagram5" refType="w"/>
      <dgm:constr type="h" for="ch" forName="arrowDiagram5" refType="h"/>
    </dgm:constrLst>
    <dgm:ruleLst/>
    <dgm:choose name="Name0">
      <dgm:if name="Name1" axis="ch" ptType="node" func="cnt" op="gte" val="1">
        <dgm:layoutNode name="arrow" styleLbl="bgShp">
          <dgm:alg type="sp"/>
          <dgm:shape xmlns:r="http://schemas.openxmlformats.org/officeDocument/2006/relationships" type="swooshArrow" r:blip="">
            <dgm:adjLst>
              <dgm:adj idx="2" val="0.25"/>
            </dgm:adjLst>
          </dgm:shape>
          <dgm:presOf/>
          <dgm:constrLst/>
          <dgm:ruleLst/>
        </dgm:layoutNode>
        <dgm:choose name="Name2">
          <dgm:if name="Name3" axis="ch" ptType="node" func="cnt" op="lt" val="1"/>
          <dgm:if name="Name4" axis="ch" ptType="node" func="cnt" op="equ" val="1">
            <dgm:layoutNode name="arrowDiagram1">
              <dgm:varLst>
                <dgm:bulletEnabled val="1"/>
              </dgm:varLst>
              <dgm:alg type="composite">
                <dgm:param type="vertAlign" val="none"/>
                <dgm:param type="horzAlign" val="none"/>
              </dgm:alg>
              <dgm:shape xmlns:r="http://schemas.openxmlformats.org/officeDocument/2006/relationships" r:blip="">
                <dgm:adjLst/>
              </dgm:shape>
              <dgm:presOf/>
              <dgm:constrLst>
                <dgm:constr type="ctrX" for="ch" forName="bullet1" refType="w" fact="0.8"/>
                <dgm:constr type="ctrY" for="ch" forName="bullet1" refType="h" fact="0.262"/>
                <dgm:constr type="w" for="ch" forName="bullet1" refType="w" fact="0.074"/>
                <dgm:constr type="h" for="ch" forName="bullet1" refType="w" refFor="ch" refForName="bullet1"/>
                <dgm:constr type="r" for="ch" forName="textBox1" refType="ctrX" refFor="ch" refForName="bullet1"/>
                <dgm:constr type="t" for="ch" forName="textBox1" refType="ctrY" refFor="ch" refForName="bullet1"/>
                <dgm:constr type="w" for="ch" forName="textBox1" refType="w" fact="0.4"/>
                <dgm:constr type="h" for="ch" forName="textBox1" refType="h" fact="0.738"/>
                <dgm:constr type="userA" refType="h" refFor="ch" refForName="bullet1" fact="0.53"/>
                <dgm:constr type="rMarg" for="ch" forName="textBox1" refType="userA" fact="2.834"/>
                <dgm:constr type="primFontSz" for="ch" ptType="node" op="equ" val="65"/>
              </dgm:constrLst>
              <dgm:ruleLst/>
              <dgm:forEach name="Name5" axis="ch" ptType="node" cnt="1">
                <dgm:layoutNode name="bullet1" styleLbl="node1">
                  <dgm:alg type="sp"/>
                  <dgm:shape xmlns:r="http://schemas.openxmlformats.org/officeDocument/2006/relationships" type="ellipse" r:blip="">
                    <dgm:adjLst/>
                  </dgm:shape>
                  <dgm:presOf/>
                  <dgm:constrLst/>
                  <dgm:ruleLst/>
                </dgm:layoutNode>
                <dgm:layoutNode name="textBox1" styleLbl="revTx">
                  <dgm:varLst>
                    <dgm:bulletEnabled val="1"/>
                  </dgm:varLst>
                  <dgm:alg type="tx">
                    <dgm:param type="txAnchorVert" val="t"/>
                    <dgm:param type="parTxLTRAlign" val="r"/>
                    <dgm:param type="parTxRTLAlign" val="r"/>
                  </dgm:alg>
                  <dgm:shape xmlns:r="http://schemas.openxmlformats.org/officeDocument/2006/relationships" type="round2DiagRect" r:blip="">
                    <dgm:adjLst/>
                  </dgm:shape>
                  <dgm:presOf axis="desOrSelf" ptType="node"/>
                  <dgm:constrLst>
                    <dgm:constr type="lMarg"/>
                    <dgm:constr type="tMarg"/>
                    <dgm:constr type="bMarg"/>
                  </dgm:constrLst>
                  <dgm:ruleLst>
                    <dgm:rule type="primFontSz" val="5" fact="NaN" max="NaN"/>
                  </dgm:ruleLst>
                </dgm:layoutNode>
              </dgm:forEach>
            </dgm:layoutNode>
          </dgm:if>
          <dgm:if name="Name6" axis="ch" ptType="node" func="cnt" op="equ" val="2">
            <dgm:layoutNode name="arrowDiagram2">
              <dgm:alg type="composite">
                <dgm:param type="vertAlign" val="none"/>
                <dgm:param type="horzAlign" val="none"/>
              </dgm:alg>
              <dgm:shape xmlns:r="http://schemas.openxmlformats.org/officeDocument/2006/relationships" r:blip="">
                <dgm:adjLst/>
              </dgm:shape>
              <dgm:presOf/>
              <dgm:choose name="Name7">
                <dgm:if name="Name8" func="var" arg="dir" op="equ" val="norm">
                  <dgm:constrLst>
                    <dgm:constr type="ctrX" for="ch" forName="bullet2a" refType="w" fact="0.25"/>
                    <dgm:constr type="ctrY" for="ch" forName="bullet2a" refType="h" fact="0.573"/>
                    <dgm:constr type="w" for="ch" forName="bullet2a" refType="w" fact="0.035"/>
                    <dgm:constr type="h" for="ch" forName="bullet2a" refType="w" refFor="ch" refForName="bullet2a"/>
                    <dgm:constr type="l" for="ch" forName="textBox2a" refType="ctrX" refFor="ch" refForName="bullet2a"/>
                    <dgm:constr type="t" for="ch" forName="textBox2a" refType="ctrY" refFor="ch" refForName="bullet2a"/>
                    <dgm:constr type="w" for="ch" forName="textBox2a" refType="w" fact="0.325"/>
                    <dgm:constr type="h" for="ch" forName="textBox2a" refType="h" fact="0.427"/>
                    <dgm:constr type="userA" refType="h" refFor="ch" refForName="bullet2a" fact="0.53"/>
                    <dgm:constr type="lMarg" for="ch" forName="textBox2a" refType="userA" fact="2.834"/>
                    <dgm:constr type="ctrX" for="ch" forName="bullet2b" refType="w" fact="0.585"/>
                    <dgm:constr type="ctrY" for="ch" forName="bullet2b" refType="h" fact="0.338"/>
                    <dgm:constr type="w" for="ch" forName="bullet2b" refType="w" fact="0.06"/>
                    <dgm:constr type="h" for="ch" forName="bullet2b" refType="w" refFor="ch" refForName="bullet2b"/>
                    <dgm:constr type="l" for="ch" forName="textBox2b" refType="ctrX" refFor="ch" refForName="bullet2b"/>
                    <dgm:constr type="t" for="ch" forName="textBox2b" refType="ctrY" refFor="ch" refForName="bullet2b"/>
                    <dgm:constr type="w" for="ch" forName="textBox2b" refType="w" fact="0.325"/>
                    <dgm:constr type="h" for="ch" forName="textBox2b" refType="h" fact="0.662"/>
                    <dgm:constr type="userB" refType="h" refFor="ch" refForName="bullet2b" fact="0.53"/>
                    <dgm:constr type="lMarg" for="ch" forName="textBox2b" refType="userB" fact="2.834"/>
                    <dgm:constr type="primFontSz" for="ch" ptType="node" op="equ" val="65"/>
                  </dgm:constrLst>
                </dgm:if>
                <dgm:else name="Name9">
                  <dgm:constrLst>
                    <dgm:constr type="ctrX" for="ch" forName="bullet2a" refType="w" fact="0.25"/>
                    <dgm:constr type="ctrY" for="ch" forName="bullet2a" refType="h" fact="0.573"/>
                    <dgm:constr type="w" for="ch" forName="bullet2a" refType="w" fact="0.035"/>
                    <dgm:constr type="h" for="ch" forName="bullet2a" refType="w" refFor="ch" refForName="bullet2a"/>
                    <dgm:constr type="r" for="ch" forName="textBox2a" refType="ctrX" refFor="ch" refForName="bullet2a"/>
                    <dgm:constr type="b" for="ch" forName="textBox2a" refType="ctrY" refFor="ch" refForName="bullet2a"/>
                    <dgm:constr type="w" for="ch" forName="textBox2a" refType="w" fact="0.25"/>
                    <dgm:constr type="h" for="ch" forName="textBox2a" refType="h" fact="0.573"/>
                    <dgm:constr type="userA" refType="h" refFor="ch" refForName="bullet2a" fact="0.53"/>
                    <dgm:constr type="rMarg" for="ch" forName="textBox2a" refType="userA" fact="2.834"/>
                    <dgm:constr type="ctrX" for="ch" forName="bullet2b" refType="w" fact="0.585"/>
                    <dgm:constr type="ctrY" for="ch" forName="bullet2b" refType="h" fact="0.338"/>
                    <dgm:constr type="w" for="ch" forName="bullet2b" refType="w" fact="0.06"/>
                    <dgm:constr type="h" for="ch" forName="bullet2b" refType="w" refFor="ch" refForName="bullet2b"/>
                    <dgm:constr type="r" for="ch" forName="textBox2b" refType="ctrX" refFor="ch" refForName="bullet2b"/>
                    <dgm:constr type="b" for="ch" forName="textBox2b" refType="ctrY" refFor="ch" refForName="bullet2b"/>
                    <dgm:constr type="w" for="ch" forName="textBox2b" refType="w" fact="0.28"/>
                    <dgm:constr type="h" for="ch" forName="textBox2b" refType="h" fact="0.338"/>
                    <dgm:constr type="userB" refType="h" refFor="ch" refForName="bullet2b" fact="0.53"/>
                    <dgm:constr type="rMarg" for="ch" forName="textBox2b" refType="userB" fact="2.834"/>
                    <dgm:constr type="primFontSz" for="ch" ptType="node" op="equ" val="65"/>
                  </dgm:constrLst>
                </dgm:else>
              </dgm:choose>
              <dgm:ruleLst/>
              <dgm:forEach name="Name10" axis="ch" ptType="node" cnt="1">
                <dgm:layoutNode name="bullet2a" styleLbl="node1">
                  <dgm:alg type="sp"/>
                  <dgm:shape xmlns:r="http://schemas.openxmlformats.org/officeDocument/2006/relationships" type="ellipse" r:blip="">
                    <dgm:adjLst/>
                  </dgm:shape>
                  <dgm:presOf/>
                  <dgm:constrLst/>
                  <dgm:ruleLst/>
                </dgm:layoutNode>
                <dgm:layoutNode name="textBox2a" styleLbl="revTx">
                  <dgm:varLst>
                    <dgm:bulletEnabled val="1"/>
                  </dgm:varLst>
                  <dgm:choose name="Name11">
                    <dgm:if name="Name12" func="var" arg="dir" op="equ" val="norm">
                      <dgm:choose name="Name13">
                        <dgm:if name="Name14" axis="root des" ptType="all node" func="maxDepth" op="gt" val="1">
                          <dgm:alg type="tx">
                            <dgm:param type="txAnchorVert" val="t"/>
                            <dgm:param type="parTxLTRAlign" val="l"/>
                            <dgm:param type="parTxRTLAlign" val="r"/>
                          </dgm:alg>
                        </dgm:if>
                        <dgm:else name="Name15">
                          <dgm:alg type="tx">
                            <dgm:param type="txAnchorVert" val="t"/>
                            <dgm:param type="parTxLTRAlign" val="l"/>
                            <dgm:param type="parTxRTLAlign" val="l"/>
                          </dgm:alg>
                        </dgm:else>
                      </dgm:choose>
                    </dgm:if>
                    <dgm:else name="Name16">
                      <dgm:choose name="Name17">
                        <dgm:if name="Name18" axis="root des" ptType="all node" func="maxDepth" op="gt" val="1">
                          <dgm:alg type="tx">
                            <dgm:param type="txAnchorVert" val="b"/>
                            <dgm:param type="txAnchorVertCh" val="b"/>
                            <dgm:param type="parTxLTRAlign" val="l"/>
                            <dgm:param type="parTxRTLAlign" val="r"/>
                          </dgm:alg>
                        </dgm:if>
                        <dgm:else name="Name19">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20">
                    <dgm:if name="Name21" func="var" arg="dir" op="equ" val="norm">
                      <dgm:constrLst>
                        <dgm:constr type="rMarg"/>
                        <dgm:constr type="tMarg"/>
                        <dgm:constr type="bMarg"/>
                      </dgm:constrLst>
                    </dgm:if>
                    <dgm:else name="Name22">
                      <dgm:constrLst>
                        <dgm:constr type="lMarg"/>
                        <dgm:constr type="tMarg"/>
                        <dgm:constr type="bMarg"/>
                      </dgm:constrLst>
                    </dgm:else>
                  </dgm:choose>
                  <dgm:ruleLst>
                    <dgm:rule type="primFontSz" val="5" fact="NaN" max="NaN"/>
                  </dgm:ruleLst>
                </dgm:layoutNode>
              </dgm:forEach>
              <dgm:forEach name="Name23" axis="ch" ptType="node" st="2" cnt="1">
                <dgm:layoutNode name="bullet2b" styleLbl="node1">
                  <dgm:alg type="sp"/>
                  <dgm:shape xmlns:r="http://schemas.openxmlformats.org/officeDocument/2006/relationships" type="ellipse" r:blip="">
                    <dgm:adjLst/>
                  </dgm:shape>
                  <dgm:presOf/>
                  <dgm:constrLst/>
                  <dgm:ruleLst/>
                </dgm:layoutNode>
                <dgm:layoutNode name="textBox2b" styleLbl="revTx">
                  <dgm:varLst>
                    <dgm:bulletEnabled val="1"/>
                  </dgm:varLst>
                  <dgm:choose name="Name24">
                    <dgm:if name="Name25" func="var" arg="dir" op="equ" val="norm">
                      <dgm:choose name="Name26">
                        <dgm:if name="Name27" axis="root des" ptType="all node" func="maxDepth" op="gt" val="1">
                          <dgm:alg type="tx">
                            <dgm:param type="txAnchorVert" val="t"/>
                            <dgm:param type="parTxLTRAlign" val="l"/>
                            <dgm:param type="parTxRTLAlign" val="r"/>
                          </dgm:alg>
                        </dgm:if>
                        <dgm:else name="Name28">
                          <dgm:alg type="tx">
                            <dgm:param type="txAnchorVert" val="t"/>
                            <dgm:param type="parTxLTRAlign" val="l"/>
                            <dgm:param type="parTxRTLAlign" val="l"/>
                          </dgm:alg>
                        </dgm:else>
                      </dgm:choose>
                    </dgm:if>
                    <dgm:else name="Name29">
                      <dgm:choose name="Name30">
                        <dgm:if name="Name31" axis="root des" ptType="all node" func="maxDepth" op="gt" val="1">
                          <dgm:alg type="tx">
                            <dgm:param type="txAnchorVert" val="b"/>
                            <dgm:param type="txAnchorVertCh" val="b"/>
                            <dgm:param type="parTxLTRAlign" val="l"/>
                            <dgm:param type="parTxRTLAlign" val="r"/>
                          </dgm:alg>
                        </dgm:if>
                        <dgm:else name="Name3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33">
                    <dgm:if name="Name34" func="var" arg="dir" op="equ" val="norm">
                      <dgm:constrLst>
                        <dgm:constr type="rMarg"/>
                        <dgm:constr type="tMarg"/>
                        <dgm:constr type="bMarg"/>
                      </dgm:constrLst>
                    </dgm:if>
                    <dgm:else name="Name35">
                      <dgm:constrLst>
                        <dgm:constr type="lMarg"/>
                        <dgm:constr type="tMarg"/>
                        <dgm:constr type="bMarg"/>
                      </dgm:constrLst>
                    </dgm:else>
                  </dgm:choose>
                  <dgm:ruleLst>
                    <dgm:rule type="primFontSz" val="5" fact="NaN" max="NaN"/>
                  </dgm:ruleLst>
                </dgm:layoutNode>
              </dgm:forEach>
            </dgm:layoutNode>
          </dgm:if>
          <dgm:if name="Name36" axis="ch" ptType="node" func="cnt" op="equ" val="3">
            <dgm:layoutNode name="arrowDiagram3">
              <dgm:alg type="composite">
                <dgm:param type="vertAlign" val="none"/>
                <dgm:param type="horzAlign" val="none"/>
              </dgm:alg>
              <dgm:shape xmlns:r="http://schemas.openxmlformats.org/officeDocument/2006/relationships" r:blip="">
                <dgm:adjLst/>
              </dgm:shape>
              <dgm:presOf/>
              <dgm:choose name="Name37">
                <dgm:if name="Name38" func="var" arg="dir" op="equ" val="norm">
                  <dgm:constrLst>
                    <dgm:constr type="ctrX" for="ch" forName="bullet3a" refType="w" fact="0.14"/>
                    <dgm:constr type="ctrY" for="ch" forName="bullet3a" refType="h" fact="0.711"/>
                    <dgm:constr type="w" for="ch" forName="bullet3a" refType="w" fact="0.026"/>
                    <dgm:constr type="h" for="ch" forName="bullet3a" refType="w" refFor="ch" refForName="bullet3a"/>
                    <dgm:constr type="l" for="ch" forName="textBox3a" refType="ctrX" refFor="ch" refForName="bullet3a"/>
                    <dgm:constr type="t" for="ch" forName="textBox3a" refType="ctrY" refFor="ch" refForName="bullet3a"/>
                    <dgm:constr type="w" for="ch" forName="textBox3a" refType="w" fact="0.233"/>
                    <dgm:constr type="h" for="ch" forName="textBox3a" refType="h" fact="0.289"/>
                    <dgm:constr type="userA" refType="h" refFor="ch" refForName="bullet3a" fact="0.53"/>
                    <dgm:constr type="lMarg" for="ch" forName="textBox3a" refType="userA" fact="2.834"/>
                    <dgm:constr type="ctrX" for="ch" forName="bullet3b" refType="w" fact="0.38"/>
                    <dgm:constr type="ctrY" for="ch" forName="bullet3b" refType="h" fact="0.456"/>
                    <dgm:constr type="w" for="ch" forName="bullet3b" refType="w" fact="0.047"/>
                    <dgm:constr type="h" for="ch" forName="bullet3b" refType="w" refFor="ch" refForName="bullet3b"/>
                    <dgm:constr type="l" for="ch" forName="textBox3b" refType="ctrX" refFor="ch" refForName="bullet3b"/>
                    <dgm:constr type="t" for="ch" forName="textBox3b" refType="ctrY" refFor="ch" refForName="bullet3b"/>
                    <dgm:constr type="w" for="ch" forName="textBox3b" refType="w" fact="0.24"/>
                    <dgm:constr type="h" for="ch" forName="textBox3b" refType="h" fact="0.544"/>
                    <dgm:constr type="userB" refType="h" refFor="ch" refForName="bullet3b" fact="0.53"/>
                    <dgm:constr type="lMarg" for="ch" forName="textBox3b" refType="userB" fact="2.834"/>
                    <dgm:constr type="ctrX" for="ch" forName="bullet3c" refType="w" fact="0.665"/>
                    <dgm:constr type="ctrY" for="ch" forName="bullet3c" refType="h" fact="0.305"/>
                    <dgm:constr type="w" for="ch" forName="bullet3c" refType="w" fact="0.065"/>
                    <dgm:constr type="h" for="ch" forName="bullet3c" refType="w" refFor="ch" refForName="bullet3c"/>
                    <dgm:constr type="l" for="ch" forName="textBox3c" refType="ctrX" refFor="ch" refForName="bullet3c"/>
                    <dgm:constr type="t" for="ch" forName="textBox3c" refType="ctrY" refFor="ch" refForName="bullet3c"/>
                    <dgm:constr type="w" for="ch" forName="textBox3c" refType="w" fact="0.24"/>
                    <dgm:constr type="h" for="ch" forName="textBox3c" refType="h" fact="0.695"/>
                    <dgm:constr type="userC" refType="h" refFor="ch" refForName="bullet3c" fact="0.53"/>
                    <dgm:constr type="lMarg" for="ch" forName="textBox3c" refType="userC" fact="2.834"/>
                    <dgm:constr type="primFontSz" for="ch" ptType="node" op="equ" val="65"/>
                  </dgm:constrLst>
                </dgm:if>
                <dgm:else name="Name39">
                  <dgm:constrLst>
                    <dgm:constr type="ctrX" for="ch" forName="bullet3a" refType="w" fact="0.14"/>
                    <dgm:constr type="ctrY" for="ch" forName="bullet3a" refType="h" fact="0.711"/>
                    <dgm:constr type="w" for="ch" forName="bullet3a" refType="w" fact="0.026"/>
                    <dgm:constr type="h" for="ch" forName="bullet3a" refType="w" refFor="ch" refForName="bullet3a"/>
                    <dgm:constr type="r" for="ch" forName="textBox3a" refType="ctrX" refFor="ch" refForName="bullet3a"/>
                    <dgm:constr type="b" for="ch" forName="textBox3a" refType="ctrY" refFor="ch" refForName="bullet3a"/>
                    <dgm:constr type="w" for="ch" forName="textBox3a" refType="w" fact="0.14"/>
                    <dgm:constr type="h" for="ch" forName="textBox3a" refType="h" fact="0.711"/>
                    <dgm:constr type="userA" refType="h" refFor="ch" refForName="bullet3a" fact="0.53"/>
                    <dgm:constr type="rMarg" for="ch" forName="textBox3a" refType="userA" fact="2.834"/>
                    <dgm:constr type="ctrX" for="ch" forName="bullet3b" refType="w" fact="0.38"/>
                    <dgm:constr type="ctrY" for="ch" forName="bullet3b" refType="h" fact="0.456"/>
                    <dgm:constr type="w" for="ch" forName="bullet3b" refType="w" fact="0.047"/>
                    <dgm:constr type="h" for="ch" forName="bullet3b" refType="w" refFor="ch" refForName="bullet3b"/>
                    <dgm:constr type="r" for="ch" forName="textBox3b" refType="ctrX" refFor="ch" refForName="bullet3b"/>
                    <dgm:constr type="b" for="ch" forName="textBox3b" refType="ctrY" refFor="ch" refForName="bullet3b"/>
                    <dgm:constr type="w" for="ch" forName="textBox3b" refType="w" fact="0.24"/>
                    <dgm:constr type="h" for="ch" forName="textBox3b" refType="h" fact="0.456"/>
                    <dgm:constr type="userB" refType="h" refFor="ch" refForName="bullet3b" fact="0.53"/>
                    <dgm:constr type="rMarg" for="ch" forName="textBox3b" refType="userB" fact="2.834"/>
                    <dgm:constr type="ctrX" for="ch" forName="bullet3c" refType="w" fact="0.665"/>
                    <dgm:constr type="ctrY" for="ch" forName="bullet3c" refType="h" fact="0.305"/>
                    <dgm:constr type="w" for="ch" forName="bullet3c" refType="w" fact="0.065"/>
                    <dgm:constr type="h" for="ch" forName="bullet3c" refType="w" refFor="ch" refForName="bullet3c"/>
                    <dgm:constr type="r" for="ch" forName="textBox3c" refType="ctrX" refFor="ch" refForName="bullet3c"/>
                    <dgm:constr type="b" for="ch" forName="textBox3c" refType="ctrY" refFor="ch" refForName="bullet3c"/>
                    <dgm:constr type="w" for="ch" forName="textBox3c" refType="w" fact="0.24"/>
                    <dgm:constr type="h" for="ch" forName="textBox3c" refType="h" fact="0.305"/>
                    <dgm:constr type="userC" refType="h" refFor="ch" refForName="bullet3c" fact="0.53"/>
                    <dgm:constr type="rMarg" for="ch" forName="textBox3c" refType="userC" fact="2.834"/>
                    <dgm:constr type="primFontSz" for="ch" ptType="node" op="equ" val="65"/>
                  </dgm:constrLst>
                </dgm:else>
              </dgm:choose>
              <dgm:ruleLst/>
              <dgm:forEach name="Name40" axis="ch" ptType="node" cnt="1">
                <dgm:layoutNode name="bullet3a" styleLbl="node1">
                  <dgm:alg type="sp"/>
                  <dgm:shape xmlns:r="http://schemas.openxmlformats.org/officeDocument/2006/relationships" type="ellipse" r:blip="">
                    <dgm:adjLst/>
                  </dgm:shape>
                  <dgm:presOf/>
                  <dgm:constrLst/>
                  <dgm:ruleLst/>
                </dgm:layoutNode>
                <dgm:layoutNode name="textBox3a" styleLbl="revTx">
                  <dgm:varLst>
                    <dgm:bulletEnabled val="1"/>
                  </dgm:varLst>
                  <dgm:choose name="Name41">
                    <dgm:if name="Name42" func="var" arg="dir" op="equ" val="norm">
                      <dgm:choose name="Name43">
                        <dgm:if name="Name44" axis="root des" ptType="all node" func="maxDepth" op="gt" val="1">
                          <dgm:alg type="tx">
                            <dgm:param type="txAnchorVert" val="t"/>
                            <dgm:param type="parTxLTRAlign" val="l"/>
                            <dgm:param type="parTxRTLAlign" val="r"/>
                          </dgm:alg>
                        </dgm:if>
                        <dgm:else name="Name45">
                          <dgm:alg type="tx">
                            <dgm:param type="txAnchorVert" val="t"/>
                            <dgm:param type="parTxLTRAlign" val="l"/>
                            <dgm:param type="parTxRTLAlign" val="l"/>
                          </dgm:alg>
                        </dgm:else>
                      </dgm:choose>
                    </dgm:if>
                    <dgm:else name="Name46">
                      <dgm:choose name="Name47">
                        <dgm:if name="Name48" axis="root des" ptType="all node" func="maxDepth" op="gt" val="1">
                          <dgm:alg type="tx">
                            <dgm:param type="txAnchorVert" val="b"/>
                            <dgm:param type="txAnchorVertCh" val="b"/>
                            <dgm:param type="parTxLTRAlign" val="l"/>
                            <dgm:param type="parTxRTLAlign" val="r"/>
                          </dgm:alg>
                        </dgm:if>
                        <dgm:else name="Name49">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50">
                    <dgm:if name="Name51" func="var" arg="dir" op="equ" val="norm">
                      <dgm:constrLst>
                        <dgm:constr type="rMarg"/>
                        <dgm:constr type="tMarg"/>
                        <dgm:constr type="bMarg"/>
                      </dgm:constrLst>
                    </dgm:if>
                    <dgm:else name="Name52">
                      <dgm:constrLst>
                        <dgm:constr type="lMarg"/>
                        <dgm:constr type="tMarg"/>
                        <dgm:constr type="bMarg"/>
                      </dgm:constrLst>
                    </dgm:else>
                  </dgm:choose>
                  <dgm:ruleLst>
                    <dgm:rule type="primFontSz" val="5" fact="NaN" max="NaN"/>
                  </dgm:ruleLst>
                </dgm:layoutNode>
              </dgm:forEach>
              <dgm:forEach name="Name53" axis="ch" ptType="node" st="2" cnt="1">
                <dgm:layoutNode name="bullet3b" styleLbl="node1">
                  <dgm:alg type="sp"/>
                  <dgm:shape xmlns:r="http://schemas.openxmlformats.org/officeDocument/2006/relationships" type="ellipse" r:blip="">
                    <dgm:adjLst/>
                  </dgm:shape>
                  <dgm:presOf/>
                  <dgm:constrLst/>
                  <dgm:ruleLst/>
                </dgm:layoutNode>
                <dgm:layoutNode name="textBox3b" styleLbl="revTx">
                  <dgm:varLst>
                    <dgm:bulletEnabled val="1"/>
                  </dgm:varLst>
                  <dgm:choose name="Name54">
                    <dgm:if name="Name55" func="var" arg="dir" op="equ" val="norm">
                      <dgm:choose name="Name56">
                        <dgm:if name="Name57" axis="root des" ptType="all node" func="maxDepth" op="gt" val="1">
                          <dgm:alg type="tx">
                            <dgm:param type="txAnchorVert" val="t"/>
                            <dgm:param type="parTxLTRAlign" val="l"/>
                            <dgm:param type="parTxRTLAlign" val="r"/>
                          </dgm:alg>
                        </dgm:if>
                        <dgm:else name="Name58">
                          <dgm:alg type="tx">
                            <dgm:param type="txAnchorVert" val="t"/>
                            <dgm:param type="parTxLTRAlign" val="l"/>
                            <dgm:param type="parTxRTLAlign" val="l"/>
                          </dgm:alg>
                        </dgm:else>
                      </dgm:choose>
                    </dgm:if>
                    <dgm:else name="Name59">
                      <dgm:choose name="Name60">
                        <dgm:if name="Name61" axis="root des" ptType="all node" func="maxDepth" op="gt" val="1">
                          <dgm:alg type="tx">
                            <dgm:param type="txAnchorVert" val="b"/>
                            <dgm:param type="txAnchorVertCh" val="b"/>
                            <dgm:param type="parTxLTRAlign" val="l"/>
                            <dgm:param type="parTxRTLAlign" val="r"/>
                          </dgm:alg>
                        </dgm:if>
                        <dgm:else name="Name6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63">
                    <dgm:if name="Name64" func="var" arg="dir" op="equ" val="norm">
                      <dgm:constrLst>
                        <dgm:constr type="rMarg"/>
                        <dgm:constr type="tMarg"/>
                        <dgm:constr type="bMarg"/>
                      </dgm:constrLst>
                    </dgm:if>
                    <dgm:else name="Name65">
                      <dgm:constrLst>
                        <dgm:constr type="lMarg"/>
                        <dgm:constr type="tMarg"/>
                        <dgm:constr type="bMarg"/>
                      </dgm:constrLst>
                    </dgm:else>
                  </dgm:choose>
                  <dgm:ruleLst>
                    <dgm:rule type="primFontSz" val="5" fact="NaN" max="NaN"/>
                  </dgm:ruleLst>
                </dgm:layoutNode>
              </dgm:forEach>
              <dgm:forEach name="Name66" axis="ch" ptType="node" st="3" cnt="1">
                <dgm:layoutNode name="bullet3c" styleLbl="node1">
                  <dgm:alg type="sp"/>
                  <dgm:shape xmlns:r="http://schemas.openxmlformats.org/officeDocument/2006/relationships" type="ellipse" r:blip="">
                    <dgm:adjLst/>
                  </dgm:shape>
                  <dgm:presOf/>
                  <dgm:constrLst/>
                  <dgm:ruleLst/>
                </dgm:layoutNode>
                <dgm:layoutNode name="textBox3c" styleLbl="revTx">
                  <dgm:varLst>
                    <dgm:bulletEnabled val="1"/>
                  </dgm:varLst>
                  <dgm:choose name="Name67">
                    <dgm:if name="Name68" func="var" arg="dir" op="equ" val="norm">
                      <dgm:choose name="Name69">
                        <dgm:if name="Name70" axis="root des" ptType="all node" func="maxDepth" op="gt" val="1">
                          <dgm:alg type="tx">
                            <dgm:param type="txAnchorVert" val="t"/>
                            <dgm:param type="parTxLTRAlign" val="l"/>
                            <dgm:param type="parTxRTLAlign" val="r"/>
                          </dgm:alg>
                        </dgm:if>
                        <dgm:else name="Name71">
                          <dgm:alg type="tx">
                            <dgm:param type="txAnchorVert" val="t"/>
                            <dgm:param type="parTxLTRAlign" val="l"/>
                            <dgm:param type="parTxRTLAlign" val="l"/>
                          </dgm:alg>
                        </dgm:else>
                      </dgm:choose>
                    </dgm:if>
                    <dgm:else name="Name72">
                      <dgm:choose name="Name73">
                        <dgm:if name="Name74" axis="root des" ptType="all node" func="maxDepth" op="gt" val="1">
                          <dgm:alg type="tx">
                            <dgm:param type="txAnchorVert" val="b"/>
                            <dgm:param type="txAnchorVertCh" val="b"/>
                            <dgm:param type="parTxLTRAlign" val="l"/>
                            <dgm:param type="parTxRTLAlign" val="r"/>
                          </dgm:alg>
                        </dgm:if>
                        <dgm:else name="Name75">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76">
                    <dgm:if name="Name77" func="var" arg="dir" op="equ" val="norm">
                      <dgm:constrLst>
                        <dgm:constr type="rMarg"/>
                        <dgm:constr type="tMarg"/>
                        <dgm:constr type="bMarg"/>
                      </dgm:constrLst>
                    </dgm:if>
                    <dgm:else name="Name78">
                      <dgm:constrLst>
                        <dgm:constr type="lMarg"/>
                        <dgm:constr type="tMarg"/>
                        <dgm:constr type="bMarg"/>
                      </dgm:constrLst>
                    </dgm:else>
                  </dgm:choose>
                  <dgm:ruleLst>
                    <dgm:rule type="primFontSz" val="5" fact="NaN" max="NaN"/>
                  </dgm:ruleLst>
                </dgm:layoutNode>
              </dgm:forEach>
            </dgm:layoutNode>
          </dgm:if>
          <dgm:if name="Name79" axis="ch" ptType="node" func="cnt" op="equ" val="4">
            <dgm:layoutNode name="arrowDiagram4">
              <dgm:alg type="composite">
                <dgm:param type="vertAlign" val="none"/>
                <dgm:param type="horzAlign" val="none"/>
              </dgm:alg>
              <dgm:shape xmlns:r="http://schemas.openxmlformats.org/officeDocument/2006/relationships" r:blip="">
                <dgm:adjLst/>
              </dgm:shape>
              <dgm:presOf/>
              <dgm:choose name="Name80">
                <dgm:if name="Name81" func="var" arg="dir" op="equ" val="norm">
                  <dgm:constrLst>
                    <dgm:constr type="ctrX" for="ch" forName="bullet4a" refType="w" fact="0.11"/>
                    <dgm:constr type="ctrY" for="ch" forName="bullet4a" refType="h" fact="0.762"/>
                    <dgm:constr type="w" for="ch" forName="bullet4a" refType="w" fact="0.023"/>
                    <dgm:constr type="h" for="ch" forName="bullet4a" refType="w" refFor="ch" refForName="bullet4a"/>
                    <dgm:constr type="l" for="ch" forName="textBox4a" refType="ctrX" refFor="ch" refForName="bullet4a"/>
                    <dgm:constr type="t" for="ch" forName="textBox4a" refType="ctrY" refFor="ch" refForName="bullet4a"/>
                    <dgm:constr type="w" for="ch" forName="textBox4a" refType="w" fact="0.171"/>
                    <dgm:constr type="h" for="ch" forName="textBox4a" refType="h" fact="0.238"/>
                    <dgm:constr type="userA" refType="h" refFor="ch" refForName="bullet4a" fact="0.53"/>
                    <dgm:constr type="lMarg" for="ch" forName="textBox4a" refType="userA" fact="2.834"/>
                    <dgm:constr type="ctrX" for="ch" forName="bullet4b" refType="w" fact="0.281"/>
                    <dgm:constr type="ctrY" for="ch" forName="bullet4b" refType="h" fact="0.543"/>
                    <dgm:constr type="w" for="ch" forName="bullet4b" refType="w" fact="0.04"/>
                    <dgm:constr type="h" for="ch" forName="bullet4b" refType="w" refFor="ch" refForName="bullet4b"/>
                    <dgm:constr type="l" for="ch" forName="textBox4b" refType="ctrX" refFor="ch" refForName="bullet4b"/>
                    <dgm:constr type="t" for="ch" forName="textBox4b" refType="ctrY" refFor="ch" refForName="bullet4b"/>
                    <dgm:constr type="w" for="ch" forName="textBox4b" refType="w" fact="0.21"/>
                    <dgm:constr type="h" for="ch" forName="textBox4b" refType="h" fact="0.457"/>
                    <dgm:constr type="userB" refType="h" refFor="ch" refForName="bullet4b" fact="0.53"/>
                    <dgm:constr type="lMarg" for="ch" forName="textBox4b" refType="userB" fact="2.834"/>
                    <dgm:constr type="ctrX" for="ch" forName="bullet4c" refType="w" fact="0.495"/>
                    <dgm:constr type="ctrY" for="ch" forName="bullet4c" refType="h" fact="0.382"/>
                    <dgm:constr type="w" for="ch" forName="bullet4c" refType="w" fact="0.053"/>
                    <dgm:constr type="h" for="ch" forName="bullet4c" refType="w" refFor="ch" refForName="bullet4c"/>
                    <dgm:constr type="l" for="ch" forName="textBox4c" refType="ctrX" refFor="ch" refForName="bullet4c"/>
                    <dgm:constr type="t" for="ch" forName="textBox4c" refType="ctrY" refFor="ch" refForName="bullet4c"/>
                    <dgm:constr type="w" for="ch" forName="textBox4c" refType="w" fact="0.21"/>
                    <dgm:constr type="h" for="ch" forName="textBox4c" refType="h" fact="0.618"/>
                    <dgm:constr type="userC" refType="h" refFor="ch" refForName="bullet4c" fact="0.53"/>
                    <dgm:constr type="lMarg" for="ch" forName="textBox4c" refType="userC" fact="2.834"/>
                    <dgm:constr type="ctrX" for="ch" forName="bullet4d" refType="w" fact="0.73"/>
                    <dgm:constr type="ctrY" for="ch" forName="bullet4d" refType="h" fact="0.283"/>
                    <dgm:constr type="w" for="ch" forName="bullet4d" refType="w" fact="0.071"/>
                    <dgm:constr type="h" for="ch" forName="bullet4d" refType="w" refFor="ch" refForName="bullet4d"/>
                    <dgm:constr type="l" for="ch" forName="textBox4d" refType="ctrX" refFor="ch" refForName="bullet4d"/>
                    <dgm:constr type="t" for="ch" forName="textBox4d" refType="ctrY" refFor="ch" refForName="bullet4d"/>
                    <dgm:constr type="w" for="ch" forName="textBox4d" refType="w" fact="0.21"/>
                    <dgm:constr type="h" for="ch" forName="textBox4d" refType="h" fact="0.717"/>
                    <dgm:constr type="userD" refType="h" refFor="ch" refForName="bullet4d" fact="0.53"/>
                    <dgm:constr type="lMarg" for="ch" forName="textBox4d" refType="userD" fact="2.834"/>
                    <dgm:constr type="primFontSz" for="ch" ptType="node" op="equ" val="65"/>
                  </dgm:constrLst>
                </dgm:if>
                <dgm:else name="Name82">
                  <dgm:constrLst>
                    <dgm:constr type="ctrX" for="ch" forName="bullet4a" refType="w" fact="0.11"/>
                    <dgm:constr type="ctrY" for="ch" forName="bullet4a" refType="h" fact="0.762"/>
                    <dgm:constr type="w" for="ch" forName="bullet4a" refType="w" fact="0.023"/>
                    <dgm:constr type="h" for="ch" forName="bullet4a" refType="w" refFor="ch" refForName="bullet4a"/>
                    <dgm:constr type="r" for="ch" forName="textBox4a" refType="ctrX" refFor="ch" refForName="bullet4a"/>
                    <dgm:constr type="b" for="ch" forName="textBox4a" refType="ctrY" refFor="ch" refForName="bullet4a"/>
                    <dgm:constr type="w" for="ch" forName="textBox4a" refType="w" fact="0.11"/>
                    <dgm:constr type="h" for="ch" forName="textBox4a" refType="h" fact="0.762"/>
                    <dgm:constr type="userA" refType="h" refFor="ch" refForName="bullet4a" fact="0.53"/>
                    <dgm:constr type="rMarg" for="ch" forName="textBox4a" refType="userA" fact="2.834"/>
                    <dgm:constr type="ctrX" for="ch" forName="bullet4b" refType="w" fact="0.281"/>
                    <dgm:constr type="ctrY" for="ch" forName="bullet4b" refType="h" fact="0.543"/>
                    <dgm:constr type="w" for="ch" forName="bullet4b" refType="w" fact="0.04"/>
                    <dgm:constr type="h" for="ch" forName="bullet4b" refType="w" refFor="ch" refForName="bullet4b"/>
                    <dgm:constr type="r" for="ch" forName="textBox4b" refType="ctrX" refFor="ch" refForName="bullet4b"/>
                    <dgm:constr type="b" for="ch" forName="textBox4b" refType="ctrY" refFor="ch" refForName="bullet4b"/>
                    <dgm:constr type="w" for="ch" forName="textBox4b" refType="w" fact="0.171"/>
                    <dgm:constr type="h" for="ch" forName="textBox4b" refType="h" fact="0.543"/>
                    <dgm:constr type="userB" refType="h" refFor="ch" refForName="bullet4b" fact="0.53"/>
                    <dgm:constr type="rMarg" for="ch" forName="textBox4b" refType="userB" fact="2.834"/>
                    <dgm:constr type="ctrX" for="ch" forName="bullet4c" refType="w" fact="0.495"/>
                    <dgm:constr type="ctrY" for="ch" forName="bullet4c" refType="h" fact="0.382"/>
                    <dgm:constr type="w" for="ch" forName="bullet4c" refType="w" fact="0.053"/>
                    <dgm:constr type="h" for="ch" forName="bullet4c" refType="w" refFor="ch" refForName="bullet4c"/>
                    <dgm:constr type="r" for="ch" forName="textBox4c" refType="ctrX" refFor="ch" refForName="bullet4c"/>
                    <dgm:constr type="b" for="ch" forName="textBox4c" refType="ctrY" refFor="ch" refForName="bullet4c"/>
                    <dgm:constr type="w" for="ch" forName="textBox4c" refType="w" fact="0.21"/>
                    <dgm:constr type="h" for="ch" forName="textBox4c" refType="h" fact="0.382"/>
                    <dgm:constr type="userC" refType="h" refFor="ch" refForName="bullet4c" fact="0.53"/>
                    <dgm:constr type="rMarg" for="ch" forName="textBox4c" refType="userC" fact="2.834"/>
                    <dgm:constr type="ctrX" for="ch" forName="bullet4d" refType="w" fact="0.73"/>
                    <dgm:constr type="ctrY" for="ch" forName="bullet4d" refType="h" fact="0.283"/>
                    <dgm:constr type="w" for="ch" forName="bullet4d" refType="w" fact="0.071"/>
                    <dgm:constr type="h" for="ch" forName="bullet4d" refType="w" refFor="ch" refForName="bullet4d"/>
                    <dgm:constr type="r" for="ch" forName="textBox4d" refType="ctrX" refFor="ch" refForName="bullet4d"/>
                    <dgm:constr type="b" for="ch" forName="textBox4d" refType="ctrY" refFor="ch" refForName="bullet4d"/>
                    <dgm:constr type="w" for="ch" forName="textBox4d" refType="w" fact="0.21"/>
                    <dgm:constr type="h" for="ch" forName="textBox4d" refType="h" fact="0.283"/>
                    <dgm:constr type="userD" refType="h" refFor="ch" refForName="bullet4d" fact="0.53"/>
                    <dgm:constr type="rMarg" for="ch" forName="textBox4d" refType="userD" fact="2.834"/>
                    <dgm:constr type="primFontSz" for="ch" ptType="node" op="equ" val="65"/>
                  </dgm:constrLst>
                </dgm:else>
              </dgm:choose>
              <dgm:ruleLst/>
              <dgm:forEach name="Name83" axis="ch" ptType="node" cnt="1">
                <dgm:layoutNode name="bullet4a" styleLbl="node1">
                  <dgm:alg type="sp"/>
                  <dgm:shape xmlns:r="http://schemas.openxmlformats.org/officeDocument/2006/relationships" type="ellipse" r:blip="">
                    <dgm:adjLst/>
                  </dgm:shape>
                  <dgm:presOf/>
                  <dgm:constrLst/>
                  <dgm:ruleLst/>
                </dgm:layoutNode>
                <dgm:layoutNode name="textBox4a" styleLbl="revTx">
                  <dgm:varLst>
                    <dgm:bulletEnabled val="1"/>
                  </dgm:varLst>
                  <dgm:choose name="Name84">
                    <dgm:if name="Name85" func="var" arg="dir" op="equ" val="norm">
                      <dgm:choose name="Name86">
                        <dgm:if name="Name87" axis="root des" ptType="all node" func="maxDepth" op="gt" val="1">
                          <dgm:alg type="tx">
                            <dgm:param type="txAnchorVert" val="t"/>
                            <dgm:param type="parTxLTRAlign" val="l"/>
                            <dgm:param type="parTxRTLAlign" val="r"/>
                          </dgm:alg>
                        </dgm:if>
                        <dgm:else name="Name88">
                          <dgm:alg type="tx">
                            <dgm:param type="txAnchorVert" val="t"/>
                            <dgm:param type="parTxLTRAlign" val="l"/>
                            <dgm:param type="parTxRTLAlign" val="l"/>
                          </dgm:alg>
                        </dgm:else>
                      </dgm:choose>
                    </dgm:if>
                    <dgm:else name="Name89">
                      <dgm:choose name="Name90">
                        <dgm:if name="Name91" axis="root des" ptType="all node" func="maxDepth" op="gt" val="1">
                          <dgm:alg type="tx">
                            <dgm:param type="txAnchorVert" val="b"/>
                            <dgm:param type="txAnchorVertCh" val="b"/>
                            <dgm:param type="parTxLTRAlign" val="l"/>
                            <dgm:param type="parTxRTLAlign" val="r"/>
                          </dgm:alg>
                        </dgm:if>
                        <dgm:else name="Name9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93">
                    <dgm:if name="Name94" func="var" arg="dir" op="equ" val="norm">
                      <dgm:constrLst>
                        <dgm:constr type="rMarg"/>
                        <dgm:constr type="tMarg"/>
                        <dgm:constr type="bMarg"/>
                      </dgm:constrLst>
                    </dgm:if>
                    <dgm:else name="Name95">
                      <dgm:constrLst>
                        <dgm:constr type="lMarg"/>
                        <dgm:constr type="tMarg"/>
                        <dgm:constr type="bMarg"/>
                      </dgm:constrLst>
                    </dgm:else>
                  </dgm:choose>
                  <dgm:ruleLst>
                    <dgm:rule type="primFontSz" val="5" fact="NaN" max="NaN"/>
                  </dgm:ruleLst>
                </dgm:layoutNode>
              </dgm:forEach>
              <dgm:forEach name="Name96" axis="ch" ptType="node" st="2" cnt="1">
                <dgm:layoutNode name="bullet4b" styleLbl="node1">
                  <dgm:alg type="sp"/>
                  <dgm:shape xmlns:r="http://schemas.openxmlformats.org/officeDocument/2006/relationships" type="ellipse" r:blip="">
                    <dgm:adjLst/>
                  </dgm:shape>
                  <dgm:presOf/>
                  <dgm:constrLst/>
                  <dgm:ruleLst/>
                </dgm:layoutNode>
                <dgm:layoutNode name="textBox4b" styleLbl="revTx">
                  <dgm:varLst>
                    <dgm:bulletEnabled val="1"/>
                  </dgm:varLst>
                  <dgm:choose name="Name97">
                    <dgm:if name="Name98" func="var" arg="dir" op="equ" val="norm">
                      <dgm:choose name="Name99">
                        <dgm:if name="Name100" axis="root des" ptType="all node" func="maxDepth" op="gt" val="1">
                          <dgm:alg type="tx">
                            <dgm:param type="txAnchorVert" val="t"/>
                            <dgm:param type="parTxLTRAlign" val="l"/>
                            <dgm:param type="parTxRTLAlign" val="r"/>
                          </dgm:alg>
                        </dgm:if>
                        <dgm:else name="Name101">
                          <dgm:alg type="tx">
                            <dgm:param type="txAnchorVert" val="t"/>
                            <dgm:param type="parTxLTRAlign" val="l"/>
                            <dgm:param type="parTxRTLAlign" val="l"/>
                          </dgm:alg>
                        </dgm:else>
                      </dgm:choose>
                    </dgm:if>
                    <dgm:else name="Name102">
                      <dgm:choose name="Name103">
                        <dgm:if name="Name104" axis="root des" ptType="all node" func="maxDepth" op="gt" val="1">
                          <dgm:alg type="tx">
                            <dgm:param type="txAnchorVert" val="b"/>
                            <dgm:param type="txAnchorVertCh" val="b"/>
                            <dgm:param type="parTxLTRAlign" val="l"/>
                            <dgm:param type="parTxRTLAlign" val="r"/>
                          </dgm:alg>
                        </dgm:if>
                        <dgm:else name="Name105">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06">
                    <dgm:if name="Name107" func="var" arg="dir" op="equ" val="norm">
                      <dgm:constrLst>
                        <dgm:constr type="rMarg"/>
                        <dgm:constr type="tMarg"/>
                        <dgm:constr type="bMarg"/>
                      </dgm:constrLst>
                    </dgm:if>
                    <dgm:else name="Name108">
                      <dgm:constrLst>
                        <dgm:constr type="lMarg"/>
                        <dgm:constr type="tMarg"/>
                        <dgm:constr type="bMarg"/>
                      </dgm:constrLst>
                    </dgm:else>
                  </dgm:choose>
                  <dgm:ruleLst>
                    <dgm:rule type="primFontSz" val="5" fact="NaN" max="NaN"/>
                  </dgm:ruleLst>
                </dgm:layoutNode>
              </dgm:forEach>
              <dgm:forEach name="Name109" axis="ch" ptType="node" st="3" cnt="1">
                <dgm:layoutNode name="bullet4c" styleLbl="node1">
                  <dgm:alg type="sp"/>
                  <dgm:shape xmlns:r="http://schemas.openxmlformats.org/officeDocument/2006/relationships" type="ellipse" r:blip="">
                    <dgm:adjLst/>
                  </dgm:shape>
                  <dgm:presOf/>
                  <dgm:constrLst/>
                  <dgm:ruleLst/>
                </dgm:layoutNode>
                <dgm:layoutNode name="textBox4c" styleLbl="revTx">
                  <dgm:varLst>
                    <dgm:bulletEnabled val="1"/>
                  </dgm:varLst>
                  <dgm:choose name="Name110">
                    <dgm:if name="Name111" func="var" arg="dir" op="equ" val="norm">
                      <dgm:choose name="Name112">
                        <dgm:if name="Name113" axis="root des" ptType="all node" func="maxDepth" op="gt" val="1">
                          <dgm:alg type="tx">
                            <dgm:param type="txAnchorVert" val="t"/>
                            <dgm:param type="parTxLTRAlign" val="l"/>
                            <dgm:param type="parTxRTLAlign" val="r"/>
                          </dgm:alg>
                        </dgm:if>
                        <dgm:else name="Name114">
                          <dgm:alg type="tx">
                            <dgm:param type="txAnchorVert" val="t"/>
                            <dgm:param type="parTxLTRAlign" val="l"/>
                            <dgm:param type="parTxRTLAlign" val="l"/>
                          </dgm:alg>
                        </dgm:else>
                      </dgm:choose>
                    </dgm:if>
                    <dgm:else name="Name115">
                      <dgm:choose name="Name116">
                        <dgm:if name="Name117" axis="root des" ptType="all node" func="maxDepth" op="gt" val="1">
                          <dgm:alg type="tx">
                            <dgm:param type="txAnchorVert" val="b"/>
                            <dgm:param type="txAnchorVertCh" val="b"/>
                            <dgm:param type="parTxLTRAlign" val="l"/>
                            <dgm:param type="parTxRTLAlign" val="r"/>
                          </dgm:alg>
                        </dgm:if>
                        <dgm:else name="Name118">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19">
                    <dgm:if name="Name120" func="var" arg="dir" op="equ" val="norm">
                      <dgm:constrLst>
                        <dgm:constr type="rMarg"/>
                        <dgm:constr type="tMarg"/>
                        <dgm:constr type="bMarg"/>
                      </dgm:constrLst>
                    </dgm:if>
                    <dgm:else name="Name121">
                      <dgm:constrLst>
                        <dgm:constr type="lMarg"/>
                        <dgm:constr type="tMarg"/>
                        <dgm:constr type="bMarg"/>
                      </dgm:constrLst>
                    </dgm:else>
                  </dgm:choose>
                  <dgm:ruleLst>
                    <dgm:rule type="primFontSz" val="5" fact="NaN" max="NaN"/>
                  </dgm:ruleLst>
                </dgm:layoutNode>
              </dgm:forEach>
              <dgm:forEach name="Name122" axis="ch" ptType="node" st="4" cnt="1">
                <dgm:layoutNode name="bullet4d" styleLbl="node1">
                  <dgm:alg type="sp"/>
                  <dgm:shape xmlns:r="http://schemas.openxmlformats.org/officeDocument/2006/relationships" type="ellipse" r:blip="">
                    <dgm:adjLst/>
                  </dgm:shape>
                  <dgm:presOf/>
                  <dgm:constrLst/>
                  <dgm:ruleLst/>
                </dgm:layoutNode>
                <dgm:layoutNode name="textBox4d" styleLbl="revTx">
                  <dgm:varLst>
                    <dgm:bulletEnabled val="1"/>
                  </dgm:varLst>
                  <dgm:choose name="Name123">
                    <dgm:if name="Name124" func="var" arg="dir" op="equ" val="norm">
                      <dgm:choose name="Name125">
                        <dgm:if name="Name126" axis="root des" ptType="all node" func="maxDepth" op="gt" val="1">
                          <dgm:alg type="tx">
                            <dgm:param type="txAnchorVert" val="t"/>
                            <dgm:param type="parTxLTRAlign" val="l"/>
                            <dgm:param type="parTxRTLAlign" val="r"/>
                          </dgm:alg>
                        </dgm:if>
                        <dgm:else name="Name127">
                          <dgm:alg type="tx">
                            <dgm:param type="txAnchorVert" val="t"/>
                            <dgm:param type="parTxLTRAlign" val="l"/>
                            <dgm:param type="parTxRTLAlign" val="l"/>
                          </dgm:alg>
                        </dgm:else>
                      </dgm:choose>
                    </dgm:if>
                    <dgm:else name="Name128">
                      <dgm:choose name="Name129">
                        <dgm:if name="Name130" axis="root des" ptType="all node" func="maxDepth" op="gt" val="1">
                          <dgm:alg type="tx">
                            <dgm:param type="txAnchorVert" val="b"/>
                            <dgm:param type="txAnchorVertCh" val="b"/>
                            <dgm:param type="parTxLTRAlign" val="l"/>
                            <dgm:param type="parTxRTLAlign" val="r"/>
                          </dgm:alg>
                        </dgm:if>
                        <dgm:else name="Name131">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32">
                    <dgm:if name="Name133" func="var" arg="dir" op="equ" val="norm">
                      <dgm:constrLst>
                        <dgm:constr type="rMarg"/>
                        <dgm:constr type="tMarg"/>
                        <dgm:constr type="bMarg"/>
                      </dgm:constrLst>
                    </dgm:if>
                    <dgm:else name="Name134">
                      <dgm:constrLst>
                        <dgm:constr type="lMarg"/>
                        <dgm:constr type="tMarg"/>
                        <dgm:constr type="bMarg"/>
                      </dgm:constrLst>
                    </dgm:else>
                  </dgm:choose>
                  <dgm:ruleLst>
                    <dgm:rule type="primFontSz" val="5" fact="NaN" max="NaN"/>
                  </dgm:ruleLst>
                </dgm:layoutNode>
              </dgm:forEach>
            </dgm:layoutNode>
          </dgm:if>
          <dgm:else name="Name135">
            <dgm:layoutNode name="arrowDiagram5">
              <dgm:alg type="composite">
                <dgm:param type="vertAlign" val="none"/>
                <dgm:param type="horzAlign" val="none"/>
              </dgm:alg>
              <dgm:shape xmlns:r="http://schemas.openxmlformats.org/officeDocument/2006/relationships" r:blip="">
                <dgm:adjLst/>
              </dgm:shape>
              <dgm:presOf/>
              <dgm:choose name="Name136">
                <dgm:if name="Name137" func="var" arg="dir" op="equ" val="norm">
                  <dgm:constrLst>
                    <dgm:constr type="ctrX" for="ch" forName="bullet5a" refType="w" fact="0.11"/>
                    <dgm:constr type="ctrY" for="ch" forName="bullet5a" refType="h" fact="0.762"/>
                    <dgm:constr type="w" for="ch" forName="bullet5a" refType="w" fact="0.023"/>
                    <dgm:constr type="h" for="ch" forName="bullet5a" refType="w" refFor="ch" refForName="bullet5a"/>
                    <dgm:constr type="l" for="ch" forName="textBox5a" refType="ctrX" refFor="ch" refForName="bullet5a"/>
                    <dgm:constr type="t" for="ch" forName="textBox5a" refType="ctrY" refFor="ch" refForName="bullet5a"/>
                    <dgm:constr type="w" for="ch" forName="textBox5a" refType="w" fact="0.131"/>
                    <dgm:constr type="h" for="ch" forName="textBox5a" refType="h" fact="0.238"/>
                    <dgm:constr type="userA" refType="h" refFor="ch" refForName="bullet5a" fact="0.53"/>
                    <dgm:constr type="lMarg" for="ch" forName="textBox5a" refType="userA" fact="2.834"/>
                    <dgm:constr type="ctrX" for="ch" forName="bullet5b" refType="w" fact="0.241"/>
                    <dgm:constr type="ctrY" for="ch" forName="bullet5b" refType="h" fact="0.581"/>
                    <dgm:constr type="w" for="ch" forName="bullet5b" refType="w" fact="0.036"/>
                    <dgm:constr type="h" for="ch" forName="bullet5b" refType="w" refFor="ch" refForName="bullet5b"/>
                    <dgm:constr type="l" for="ch" forName="textBox5b" refType="ctrX" refFor="ch" refForName="bullet5b"/>
                    <dgm:constr type="t" for="ch" forName="textBox5b" refType="ctrY" refFor="ch" refForName="bullet5b"/>
                    <dgm:constr type="w" for="ch" forName="textBox5b" refType="w" fact="0.166"/>
                    <dgm:constr type="h" for="ch" forName="textBox5b" refType="h" fact="0.419"/>
                    <dgm:constr type="userB" refType="h" refFor="ch" refForName="bullet5b" fact="0.53"/>
                    <dgm:constr type="lMarg" for="ch" forName="textBox5b" refType="userB" fact="2.834"/>
                    <dgm:constr type="ctrX" for="ch" forName="bullet5c" refType="w" fact="0.407"/>
                    <dgm:constr type="ctrY" for="ch" forName="bullet5c" refType="h" fact="0.438"/>
                    <dgm:constr type="w" for="ch" forName="bullet5c" refType="w" fact="0.048"/>
                    <dgm:constr type="h" for="ch" forName="bullet5c" refType="w" refFor="ch" refForName="bullet5c"/>
                    <dgm:constr type="l" for="ch" forName="textBox5c" refType="ctrX" refFor="ch" refForName="bullet5c"/>
                    <dgm:constr type="t" for="ch" forName="textBox5c" refType="ctrY" refFor="ch" refForName="bullet5c"/>
                    <dgm:constr type="w" for="ch" forName="textBox5c" refType="w" fact="0.193"/>
                    <dgm:constr type="h" for="ch" forName="textBox5c" refType="h" fact="0.562"/>
                    <dgm:constr type="userC" refType="h" refFor="ch" refForName="bullet5c" fact="0.53"/>
                    <dgm:constr type="lMarg" for="ch" forName="textBox5c" refType="userC" fact="2.834"/>
                    <dgm:constr type="ctrX" for="ch" forName="bullet5d" refType="w" fact="0.6"/>
                    <dgm:constr type="ctrY" for="ch" forName="bullet5d" refType="h" fact="0.33"/>
                    <dgm:constr type="w" for="ch" forName="bullet5d" refType="w" fact="0.062"/>
                    <dgm:constr type="h" for="ch" forName="bullet5d" refType="w" refFor="ch" refForName="bullet5d"/>
                    <dgm:constr type="l" for="ch" forName="textBox5d" refType="ctrX" refFor="ch" refForName="bullet5d"/>
                    <dgm:constr type="t" for="ch" forName="textBox5d" refType="ctrY" refFor="ch" refForName="bullet5d"/>
                    <dgm:constr type="w" for="ch" forName="textBox5d" refType="w" fact="0.2"/>
                    <dgm:constr type="h" for="ch" forName="textBox5d" refType="h" fact="0.67"/>
                    <dgm:constr type="userD" refType="h" refFor="ch" refForName="bullet5d" fact="0.53"/>
                    <dgm:constr type="lMarg" for="ch" forName="textBox5d" refType="userD" fact="2.834"/>
                    <dgm:constr type="ctrX" for="ch" forName="bullet5e" refType="w" fact="0.8"/>
                    <dgm:constr type="ctrY" for="ch" forName="bullet5e" refType="h" fact="0.264"/>
                    <dgm:constr type="w" for="ch" forName="bullet5e" refType="w" fact="0.079"/>
                    <dgm:constr type="h" for="ch" forName="bullet5e" refType="w" refFor="ch" refForName="bullet5e"/>
                    <dgm:constr type="l" for="ch" forName="textBox5e" refType="ctrX" refFor="ch" refForName="bullet5e"/>
                    <dgm:constr type="t" for="ch" forName="textBox5e" refType="ctrY" refFor="ch" refForName="bullet5e"/>
                    <dgm:constr type="w" for="ch" forName="textBox5e" refType="w" fact="0.2"/>
                    <dgm:constr type="h" for="ch" forName="textBox5e" refType="h" fact="0.736"/>
                    <dgm:constr type="userE" refType="h" refFor="ch" refForName="bullet5e" fact="0.53"/>
                    <dgm:constr type="lMarg" for="ch" forName="textBox5e" refType="userE" fact="2.834"/>
                    <dgm:constr type="primFontSz" for="ch" ptType="node" op="equ" val="65"/>
                  </dgm:constrLst>
                </dgm:if>
                <dgm:else name="Name138">
                  <dgm:constrLst>
                    <dgm:constr type="ctrX" for="ch" forName="bullet5a" refType="w" fact="0.11"/>
                    <dgm:constr type="ctrY" for="ch" forName="bullet5a" refType="h" fact="0.762"/>
                    <dgm:constr type="w" for="ch" forName="bullet5a" refType="w" fact="0.023"/>
                    <dgm:constr type="h" for="ch" forName="bullet5a" refType="w" refFor="ch" refForName="bullet5a"/>
                    <dgm:constr type="r" for="ch" forName="textBox5a" refType="ctrX" refFor="ch" refForName="bullet5a"/>
                    <dgm:constr type="b" for="ch" forName="textBox5a" refType="ctrY" refFor="ch" refForName="bullet5a"/>
                    <dgm:constr type="w" for="ch" forName="textBox5a" refType="w" fact="0.11"/>
                    <dgm:constr type="h" for="ch" forName="textBox5a" refType="h" fact="0.762"/>
                    <dgm:constr type="userA" refType="h" refFor="ch" refForName="bullet5a" fact="0.53"/>
                    <dgm:constr type="rMarg" for="ch" forName="textBox5a" refType="userA" fact="2.834"/>
                    <dgm:constr type="ctrX" for="ch" forName="bullet5b" refType="w" fact="0.241"/>
                    <dgm:constr type="ctrY" for="ch" forName="bullet5b" refType="h" fact="0.581"/>
                    <dgm:constr type="w" for="ch" forName="bullet5b" refType="w" fact="0.036"/>
                    <dgm:constr type="h" for="ch" forName="bullet5b" refType="w" refFor="ch" refForName="bullet5b"/>
                    <dgm:constr type="r" for="ch" forName="textBox5b" refType="ctrX" refFor="ch" refForName="bullet5b"/>
                    <dgm:constr type="b" for="ch" forName="textBox5b" refType="ctrY" refFor="ch" refForName="bullet5b"/>
                    <dgm:constr type="w" for="ch" forName="textBox5b" refType="w" fact="0.131"/>
                    <dgm:constr type="h" for="ch" forName="textBox5b" refType="h" fact="0.581"/>
                    <dgm:constr type="userB" refType="h" refFor="ch" refForName="bullet5b" fact="0.53"/>
                    <dgm:constr type="rMarg" for="ch" forName="textBox5b" refType="userB" fact="2.834"/>
                    <dgm:constr type="ctrX" for="ch" forName="bullet5c" refType="w" fact="0.407"/>
                    <dgm:constr type="ctrY" for="ch" forName="bullet5c" refType="h" fact="0.438"/>
                    <dgm:constr type="w" for="ch" forName="bullet5c" refType="w" fact="0.048"/>
                    <dgm:constr type="h" for="ch" forName="bullet5c" refType="w" refFor="ch" refForName="bullet5c"/>
                    <dgm:constr type="r" for="ch" forName="textBox5c" refType="ctrX" refFor="ch" refForName="bullet5c"/>
                    <dgm:constr type="b" for="ch" forName="textBox5c" refType="ctrY" refFor="ch" refForName="bullet5c"/>
                    <dgm:constr type="w" for="ch" forName="textBox5c" refType="w" fact="0.166"/>
                    <dgm:constr type="h" for="ch" forName="textBox5c" refType="h" fact="0.438"/>
                    <dgm:constr type="userC" refType="h" refFor="ch" refForName="bullet5c" fact="0.53"/>
                    <dgm:constr type="rMarg" for="ch" forName="textBox5c" refType="userC" fact="2.834"/>
                    <dgm:constr type="ctrX" for="ch" forName="bullet5d" refType="w" fact="0.6"/>
                    <dgm:constr type="ctrY" for="ch" forName="bullet5d" refType="h" fact="0.33"/>
                    <dgm:constr type="w" for="ch" forName="bullet5d" refType="w" fact="0.062"/>
                    <dgm:constr type="h" for="ch" forName="bullet5d" refType="w" refFor="ch" refForName="bullet5d"/>
                    <dgm:constr type="r" for="ch" forName="textBox5d" refType="ctrX" refFor="ch" refForName="bullet5d"/>
                    <dgm:constr type="b" for="ch" forName="textBox5d" refType="ctrY" refFor="ch" refForName="bullet5d"/>
                    <dgm:constr type="w" for="ch" forName="textBox5d" refType="w" fact="0.193"/>
                    <dgm:constr type="h" for="ch" forName="textBox5d" refType="h" fact="0.33"/>
                    <dgm:constr type="userD" refType="h" refFor="ch" refForName="bullet5d" fact="0.53"/>
                    <dgm:constr type="rMarg" for="ch" forName="textBox5d" refType="userD" fact="2.834"/>
                    <dgm:constr type="ctrX" for="ch" forName="bullet5e" refType="w" fact="0.8"/>
                    <dgm:constr type="ctrY" for="ch" forName="bullet5e" refType="h" fact="0.264"/>
                    <dgm:constr type="w" for="ch" forName="bullet5e" refType="w" fact="0.079"/>
                    <dgm:constr type="h" for="ch" forName="bullet5e" refType="w" refFor="ch" refForName="bullet5e"/>
                    <dgm:constr type="r" for="ch" forName="textBox5e" refType="ctrX" refFor="ch" refForName="bullet5e"/>
                    <dgm:constr type="b" for="ch" forName="textBox5e" refType="ctrY" refFor="ch" refForName="bullet5e"/>
                    <dgm:constr type="w" for="ch" forName="textBox5e" refType="w" fact="0.2"/>
                    <dgm:constr type="h" for="ch" forName="textBox5e" refType="h" fact="0.264"/>
                    <dgm:constr type="userE" refType="h" refFor="ch" refForName="bullet5e" fact="0.53"/>
                    <dgm:constr type="rMarg" for="ch" forName="textBox5e" refType="userE" fact="2.834"/>
                    <dgm:constr type="primFontSz" for="ch" ptType="node" op="equ" val="65"/>
                  </dgm:constrLst>
                </dgm:else>
              </dgm:choose>
              <dgm:ruleLst/>
              <dgm:forEach name="Name139" axis="ch" ptType="node" cnt="1">
                <dgm:layoutNode name="bullet5a" styleLbl="node1">
                  <dgm:alg type="sp"/>
                  <dgm:shape xmlns:r="http://schemas.openxmlformats.org/officeDocument/2006/relationships" type="ellipse" r:blip="">
                    <dgm:adjLst/>
                  </dgm:shape>
                  <dgm:presOf/>
                  <dgm:constrLst/>
                  <dgm:ruleLst/>
                </dgm:layoutNode>
                <dgm:layoutNode name="textBox5a" styleLbl="revTx">
                  <dgm:varLst>
                    <dgm:bulletEnabled val="1"/>
                  </dgm:varLst>
                  <dgm:choose name="Name140">
                    <dgm:if name="Name141" func="var" arg="dir" op="equ" val="norm">
                      <dgm:choose name="Name142">
                        <dgm:if name="Name143" axis="root des" ptType="all node" func="maxDepth" op="gt" val="1">
                          <dgm:alg type="tx">
                            <dgm:param type="txAnchorVert" val="t"/>
                            <dgm:param type="parTxLTRAlign" val="l"/>
                            <dgm:param type="parTxRTLAlign" val="r"/>
                          </dgm:alg>
                        </dgm:if>
                        <dgm:else name="Name144">
                          <dgm:alg type="tx">
                            <dgm:param type="txAnchorVert" val="t"/>
                            <dgm:param type="parTxLTRAlign" val="l"/>
                            <dgm:param type="parTxRTLAlign" val="l"/>
                          </dgm:alg>
                        </dgm:else>
                      </dgm:choose>
                    </dgm:if>
                    <dgm:else name="Name145">
                      <dgm:choose name="Name146">
                        <dgm:if name="Name147" axis="root des" ptType="all node" func="maxDepth" op="gt" val="1">
                          <dgm:alg type="tx">
                            <dgm:param type="txAnchorVert" val="b"/>
                            <dgm:param type="txAnchorVertCh" val="b"/>
                            <dgm:param type="parTxLTRAlign" val="l"/>
                            <dgm:param type="parTxRTLAlign" val="r"/>
                          </dgm:alg>
                        </dgm:if>
                        <dgm:else name="Name148">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49">
                    <dgm:if name="Name150" func="var" arg="dir" op="equ" val="norm">
                      <dgm:constrLst>
                        <dgm:constr type="rMarg"/>
                        <dgm:constr type="tMarg"/>
                        <dgm:constr type="bMarg"/>
                      </dgm:constrLst>
                    </dgm:if>
                    <dgm:else name="Name151">
                      <dgm:constrLst>
                        <dgm:constr type="lMarg"/>
                        <dgm:constr type="tMarg"/>
                        <dgm:constr type="bMarg"/>
                      </dgm:constrLst>
                    </dgm:else>
                  </dgm:choose>
                  <dgm:ruleLst>
                    <dgm:rule type="primFontSz" val="5" fact="NaN" max="NaN"/>
                  </dgm:ruleLst>
                </dgm:layoutNode>
              </dgm:forEach>
              <dgm:forEach name="Name152" axis="ch" ptType="node" st="2" cnt="1">
                <dgm:layoutNode name="bullet5b" styleLbl="node1">
                  <dgm:alg type="sp"/>
                  <dgm:shape xmlns:r="http://schemas.openxmlformats.org/officeDocument/2006/relationships" type="ellipse" r:blip="">
                    <dgm:adjLst/>
                  </dgm:shape>
                  <dgm:presOf/>
                  <dgm:constrLst/>
                  <dgm:ruleLst/>
                </dgm:layoutNode>
                <dgm:layoutNode name="textBox5b" styleLbl="revTx">
                  <dgm:varLst>
                    <dgm:bulletEnabled val="1"/>
                  </dgm:varLst>
                  <dgm:choose name="Name153">
                    <dgm:if name="Name154" func="var" arg="dir" op="equ" val="norm">
                      <dgm:choose name="Name155">
                        <dgm:if name="Name156" axis="root des" ptType="all node" func="maxDepth" op="gt" val="1">
                          <dgm:alg type="tx">
                            <dgm:param type="txAnchorVert" val="t"/>
                            <dgm:param type="parTxLTRAlign" val="l"/>
                            <dgm:param type="parTxRTLAlign" val="r"/>
                          </dgm:alg>
                        </dgm:if>
                        <dgm:else name="Name157">
                          <dgm:alg type="tx">
                            <dgm:param type="txAnchorVert" val="t"/>
                            <dgm:param type="parTxLTRAlign" val="l"/>
                            <dgm:param type="parTxRTLAlign" val="l"/>
                          </dgm:alg>
                        </dgm:else>
                      </dgm:choose>
                    </dgm:if>
                    <dgm:else name="Name158">
                      <dgm:choose name="Name159">
                        <dgm:if name="Name160" axis="root des" ptType="all node" func="maxDepth" op="gt" val="1">
                          <dgm:alg type="tx">
                            <dgm:param type="txAnchorVert" val="b"/>
                            <dgm:param type="txAnchorVertCh" val="b"/>
                            <dgm:param type="parTxLTRAlign" val="l"/>
                            <dgm:param type="parTxRTLAlign" val="r"/>
                          </dgm:alg>
                        </dgm:if>
                        <dgm:else name="Name161">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62">
                    <dgm:if name="Name163" func="var" arg="dir" op="equ" val="norm">
                      <dgm:constrLst>
                        <dgm:constr type="rMarg"/>
                        <dgm:constr type="tMarg"/>
                        <dgm:constr type="bMarg"/>
                      </dgm:constrLst>
                    </dgm:if>
                    <dgm:else name="Name164">
                      <dgm:constrLst>
                        <dgm:constr type="lMarg"/>
                        <dgm:constr type="tMarg"/>
                        <dgm:constr type="bMarg"/>
                      </dgm:constrLst>
                    </dgm:else>
                  </dgm:choose>
                  <dgm:ruleLst>
                    <dgm:rule type="primFontSz" val="5" fact="NaN" max="NaN"/>
                  </dgm:ruleLst>
                </dgm:layoutNode>
              </dgm:forEach>
              <dgm:forEach name="Name165" axis="ch" ptType="node" st="3" cnt="1">
                <dgm:layoutNode name="bullet5c" styleLbl="node1">
                  <dgm:alg type="sp"/>
                  <dgm:shape xmlns:r="http://schemas.openxmlformats.org/officeDocument/2006/relationships" type="ellipse" r:blip="">
                    <dgm:adjLst/>
                  </dgm:shape>
                  <dgm:presOf/>
                  <dgm:constrLst/>
                  <dgm:ruleLst/>
                </dgm:layoutNode>
                <dgm:layoutNode name="textBox5c" styleLbl="revTx">
                  <dgm:varLst>
                    <dgm:bulletEnabled val="1"/>
                  </dgm:varLst>
                  <dgm:choose name="Name166">
                    <dgm:if name="Name167" func="var" arg="dir" op="equ" val="norm">
                      <dgm:choose name="Name168">
                        <dgm:if name="Name169" axis="root des" ptType="all node" func="maxDepth" op="gt" val="1">
                          <dgm:alg type="tx">
                            <dgm:param type="txAnchorVert" val="t"/>
                            <dgm:param type="parTxLTRAlign" val="l"/>
                            <dgm:param type="parTxRTLAlign" val="r"/>
                          </dgm:alg>
                        </dgm:if>
                        <dgm:else name="Name170">
                          <dgm:alg type="tx">
                            <dgm:param type="txAnchorVert" val="t"/>
                            <dgm:param type="parTxLTRAlign" val="l"/>
                            <dgm:param type="parTxRTLAlign" val="l"/>
                          </dgm:alg>
                        </dgm:else>
                      </dgm:choose>
                    </dgm:if>
                    <dgm:else name="Name171">
                      <dgm:choose name="Name172">
                        <dgm:if name="Name173" axis="root des" ptType="all node" func="maxDepth" op="gt" val="1">
                          <dgm:alg type="tx">
                            <dgm:param type="txAnchorVert" val="b"/>
                            <dgm:param type="txAnchorVertCh" val="b"/>
                            <dgm:param type="parTxLTRAlign" val="l"/>
                            <dgm:param type="parTxRTLAlign" val="r"/>
                          </dgm:alg>
                        </dgm:if>
                        <dgm:else name="Name174">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75">
                    <dgm:if name="Name176" func="var" arg="dir" op="equ" val="norm">
                      <dgm:constrLst>
                        <dgm:constr type="rMarg"/>
                        <dgm:constr type="tMarg"/>
                        <dgm:constr type="bMarg"/>
                      </dgm:constrLst>
                    </dgm:if>
                    <dgm:else name="Name177">
                      <dgm:constrLst>
                        <dgm:constr type="lMarg"/>
                        <dgm:constr type="tMarg"/>
                        <dgm:constr type="bMarg"/>
                      </dgm:constrLst>
                    </dgm:else>
                  </dgm:choose>
                  <dgm:ruleLst>
                    <dgm:rule type="primFontSz" val="5" fact="NaN" max="NaN"/>
                  </dgm:ruleLst>
                </dgm:layoutNode>
              </dgm:forEach>
              <dgm:forEach name="Name178" axis="ch" ptType="node" st="4" cnt="1">
                <dgm:layoutNode name="bullet5d" styleLbl="node1">
                  <dgm:alg type="sp"/>
                  <dgm:shape xmlns:r="http://schemas.openxmlformats.org/officeDocument/2006/relationships" type="ellipse" r:blip="">
                    <dgm:adjLst/>
                  </dgm:shape>
                  <dgm:presOf/>
                  <dgm:constrLst/>
                  <dgm:ruleLst/>
                </dgm:layoutNode>
                <dgm:layoutNode name="textBox5d" styleLbl="revTx">
                  <dgm:varLst>
                    <dgm:bulletEnabled val="1"/>
                  </dgm:varLst>
                  <dgm:choose name="Name179">
                    <dgm:if name="Name180" func="var" arg="dir" op="equ" val="norm">
                      <dgm:choose name="Name181">
                        <dgm:if name="Name182" axis="root des" ptType="all node" func="maxDepth" op="gt" val="1">
                          <dgm:alg type="tx">
                            <dgm:param type="txAnchorVert" val="t"/>
                            <dgm:param type="parTxLTRAlign" val="l"/>
                            <dgm:param type="parTxRTLAlign" val="r"/>
                          </dgm:alg>
                        </dgm:if>
                        <dgm:else name="Name183">
                          <dgm:alg type="tx">
                            <dgm:param type="txAnchorVert" val="t"/>
                            <dgm:param type="parTxLTRAlign" val="l"/>
                            <dgm:param type="parTxRTLAlign" val="l"/>
                          </dgm:alg>
                        </dgm:else>
                      </dgm:choose>
                    </dgm:if>
                    <dgm:else name="Name184">
                      <dgm:choose name="Name185">
                        <dgm:if name="Name186" axis="root des" ptType="all node" func="maxDepth" op="gt" val="1">
                          <dgm:alg type="tx">
                            <dgm:param type="txAnchorVert" val="b"/>
                            <dgm:param type="txAnchorVertCh" val="b"/>
                            <dgm:param type="parTxLTRAlign" val="l"/>
                            <dgm:param type="parTxRTLAlign" val="r"/>
                          </dgm:alg>
                        </dgm:if>
                        <dgm:else name="Name187">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88">
                    <dgm:if name="Name189" func="var" arg="dir" op="equ" val="norm">
                      <dgm:constrLst>
                        <dgm:constr type="rMarg"/>
                        <dgm:constr type="tMarg"/>
                        <dgm:constr type="bMarg"/>
                      </dgm:constrLst>
                    </dgm:if>
                    <dgm:else name="Name190">
                      <dgm:constrLst>
                        <dgm:constr type="lMarg"/>
                        <dgm:constr type="tMarg"/>
                        <dgm:constr type="bMarg"/>
                      </dgm:constrLst>
                    </dgm:else>
                  </dgm:choose>
                  <dgm:ruleLst>
                    <dgm:rule type="primFontSz" val="5" fact="NaN" max="NaN"/>
                  </dgm:ruleLst>
                </dgm:layoutNode>
              </dgm:forEach>
              <dgm:forEach name="Name191" axis="ch" ptType="node" st="5" cnt="1">
                <dgm:layoutNode name="bullet5e" styleLbl="node1">
                  <dgm:alg type="sp"/>
                  <dgm:shape xmlns:r="http://schemas.openxmlformats.org/officeDocument/2006/relationships" type="ellipse" r:blip="">
                    <dgm:adjLst/>
                  </dgm:shape>
                  <dgm:presOf/>
                  <dgm:constrLst/>
                  <dgm:ruleLst/>
                </dgm:layoutNode>
                <dgm:layoutNode name="textBox5e" styleLbl="revTx">
                  <dgm:varLst>
                    <dgm:bulletEnabled val="1"/>
                  </dgm:varLst>
                  <dgm:choose name="Name192">
                    <dgm:if name="Name193" func="var" arg="dir" op="equ" val="norm">
                      <dgm:choose name="Name194">
                        <dgm:if name="Name195" axis="root des" ptType="all node" func="maxDepth" op="gt" val="1">
                          <dgm:alg type="tx">
                            <dgm:param type="txAnchorVert" val="t"/>
                            <dgm:param type="parTxLTRAlign" val="l"/>
                            <dgm:param type="parTxRTLAlign" val="r"/>
                          </dgm:alg>
                        </dgm:if>
                        <dgm:else name="Name196">
                          <dgm:alg type="tx">
                            <dgm:param type="txAnchorVert" val="t"/>
                            <dgm:param type="parTxLTRAlign" val="l"/>
                            <dgm:param type="parTxRTLAlign" val="l"/>
                          </dgm:alg>
                        </dgm:else>
                      </dgm:choose>
                    </dgm:if>
                    <dgm:else name="Name197">
                      <dgm:choose name="Name198">
                        <dgm:if name="Name199" axis="root des" ptType="all node" func="maxDepth" op="gt" val="1">
                          <dgm:alg type="tx">
                            <dgm:param type="txAnchorVert" val="b"/>
                            <dgm:param type="txAnchorVertCh" val="b"/>
                            <dgm:param type="parTxLTRAlign" val="l"/>
                            <dgm:param type="parTxRTLAlign" val="r"/>
                          </dgm:alg>
                        </dgm:if>
                        <dgm:else name="Name200">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201">
                    <dgm:if name="Name202" func="var" arg="dir" op="equ" val="norm">
                      <dgm:constrLst>
                        <dgm:constr type="rMarg"/>
                        <dgm:constr type="tMarg"/>
                        <dgm:constr type="bMarg"/>
                      </dgm:constrLst>
                    </dgm:if>
                    <dgm:else name="Name203">
                      <dgm:constrLst>
                        <dgm:constr type="lMarg"/>
                        <dgm:constr type="tMarg"/>
                        <dgm:constr type="bMarg"/>
                      </dgm:constrLst>
                    </dgm:else>
                  </dgm:choose>
                  <dgm:ruleLst>
                    <dgm:rule type="primFontSz" val="5" fact="NaN" max="NaN"/>
                  </dgm:ruleLst>
                </dgm:layoutNode>
              </dgm:forEach>
            </dgm:layoutNode>
          </dgm:else>
        </dgm:choose>
      </dgm:if>
      <dgm:else name="Name204"/>
    </dgm:choose>
  </dgm:layoutNode>
</dgm:layoutDef>
</file>

<file path=ppt/diagrams/layout5.xml><?xml version="1.0" encoding="utf-8"?>
<dgm:layoutDef xmlns:dgm="http://schemas.openxmlformats.org/drawingml/2006/diagram" xmlns:a="http://schemas.openxmlformats.org/drawingml/2006/main" uniqueId="urn:microsoft.com/office/officeart/2005/8/layout/lProcess1">
  <dgm:title val=""/>
  <dgm:desc val=""/>
  <dgm:catLst>
    <dgm:cat type="process" pri="1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0" destId="2" srcOrd="0" destOrd="0"/>
        <dgm:cxn modelId="6" srcId="1" destId="3" srcOrd="1" destOrd="0"/>
        <dgm:cxn modelId="23" srcId="2" destId="21" srcOrd="0" destOrd="0"/>
        <dgm:cxn modelId="24" srcId="2" destId="22" srcOrd="1" destOrd="0"/>
        <dgm:cxn modelId="33" srcId="1" destId="31" srcOrd="0" destOrd="0"/>
      </dgm:cxnLst>
      <dgm:bg/>
      <dgm:whole/>
    </dgm:dataModel>
  </dgm:sampData>
  <dgm:styleData>
    <dgm:dataModel>
      <dgm:ptLst>
        <dgm:pt modelId="0" type="doc"/>
        <dgm:pt modelId="1"/>
        <dgm:pt modelId="11"/>
        <dgm:pt modelId="2"/>
        <dgm:pt modelId="22"/>
      </dgm:ptLst>
      <dgm:cxnLst>
        <dgm:cxn modelId="3" srcId="0" destId="1" srcOrd="0" destOrd="0"/>
        <dgm:cxn modelId="4" srcId="0" destId="2" srcOrd="0" destOrd="0"/>
        <dgm:cxn modelId="5" srcId="1" destId="11" srcOrd="0" destOrd="0"/>
        <dgm:cxn modelId="6" srcId="2" destId="22"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51" srcId="1" destId="11" srcOrd="0" destOrd="0"/>
        <dgm:cxn modelId="61" srcId="2" destId="21" srcOrd="0" destOrd="0"/>
        <dgm:cxn modelId="71" srcId="3" destId="31" srcOrd="0" destOrd="0"/>
        <dgm:cxn modelId="81"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L"/>
          <dgm:param type="vertAlign" val="mid"/>
          <dgm:param type="nodeHorzAlign" val="l"/>
          <dgm:param type="nodeVertAlign" val="t"/>
          <dgm:param type="fallback" val="2D"/>
        </dgm:alg>
      </dgm:if>
      <dgm:else name="Name3">
        <dgm:alg type="lin">
          <dgm:param type="linDir" val="fromR"/>
          <dgm:param type="vertAlign" val="mid"/>
          <dgm:param type="nodeHorzAlign" val="r"/>
          <dgm:param type="nodeVertAlign" val="t"/>
          <dgm:param type="fallback" val="2D"/>
        </dgm:alg>
      </dgm:else>
    </dgm:choose>
    <dgm:shape xmlns:r="http://schemas.openxmlformats.org/officeDocument/2006/relationships" r:blip="">
      <dgm:adjLst/>
    </dgm:shape>
    <dgm:presOf/>
    <dgm:constrLst>
      <dgm:constr type="h" for="des" forName="header" refType="h"/>
      <dgm:constr type="w" for="des" forName="header" refType="h" refFor="des" refForName="header" op="equ" fact="4"/>
      <dgm:constr type="h" for="des" forName="child" refType="h" refFor="des" refForName="header" op="equ"/>
      <dgm:constr type="w" for="des" forName="child" refType="w" refFor="des" refForName="header" op="equ"/>
      <dgm:constr type="w" for="ch" forName="hSp" refType="w" refFor="des" refForName="header" op="equ" fact="0.14"/>
      <dgm:constr type="h" for="des" forName="parTrans" refType="h" refFor="des" refForName="header" op="equ" fact="0.35"/>
      <dgm:constr type="h" for="des" forName="sibTrans" refType="h" refFor="des" refForName="parTrans" op="equ"/>
      <dgm:constr type="primFontSz" for="des" forName="child" op="equ" val="65"/>
      <dgm:constr type="primFontSz" for="des" forName="header" op="equ" val="65"/>
    </dgm:constrLst>
    <dgm:ruleLst/>
    <dgm:forEach name="Name4" axis="ch" ptType="node">
      <dgm:layoutNode name="vertFlow">
        <dgm:choose name="Name5">
          <dgm:if name="Name6" func="var" arg="dir" op="equ" val="norm">
            <dgm:alg type="lin">
              <dgm:param type="linDir" val="fromT"/>
              <dgm:param type="nodeHorzAlign" val="ctr"/>
              <dgm:param type="nodeVertAlign" val="t"/>
              <dgm:param type="fallback" val="2D"/>
            </dgm:alg>
          </dgm:if>
          <dgm:else name="Name7">
            <dgm:alg type="lin">
              <dgm:param type="linDir" val="fromT"/>
              <dgm:param type="nodeHorzAlign" val="ctr"/>
              <dgm:param type="nodeVertAlign" val="t"/>
              <dgm:param type="fallback" val="2D"/>
            </dgm:alg>
          </dgm:else>
        </dgm:choose>
        <dgm:shape xmlns:r="http://schemas.openxmlformats.org/officeDocument/2006/relationships" r:blip="">
          <dgm:adjLst/>
        </dgm:shape>
        <dgm:presOf/>
        <dgm:constrLst/>
        <dgm:ruleLst/>
        <dgm:layoutNode name="header" styleLbl="node1">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8" axis="ch" ptType="parTrans" cnt="1">
          <dgm:layoutNode name="parTrans" styleLbl="sibTrans2D1">
            <dgm:alg type="conn">
              <dgm:param type="begPts" val="auto"/>
              <dgm:param type="endPts" val="auto"/>
            </dgm:alg>
            <dgm:shape xmlns:r="http://schemas.openxmlformats.org/officeDocument/2006/relationships" type="conn" r:blip="">
              <dgm:adjLst/>
            </dgm:shape>
            <dgm:presOf axis="self"/>
            <dgm:constrLst>
              <dgm:constr type="w" refType="h"/>
              <dgm:constr type="connDist"/>
              <dgm:constr type="wArH" refType="h" fact="0.25"/>
              <dgm:constr type="hArH" refType="wArH" fact="2"/>
              <dgm:constr type="stemThick" refType="hArH" fact="0.667"/>
              <dgm:constr type="begPad" refType="connDist" fact="0.25"/>
              <dgm:constr type="endPad" refType="connDist" fact="0.25"/>
            </dgm:constrLst>
            <dgm:ruleLst/>
          </dgm:layoutNode>
        </dgm:forEach>
        <dgm:forEach name="Name9" axis="ch" ptType="node">
          <dgm:layoutNode name="child" styleLbl="alignAccFollowNode1">
            <dgm:varLst>
              <dgm:chMax val="0"/>
              <dgm:bulletEnabled val="1"/>
            </dgm:varLst>
            <dgm:alg type="tx"/>
            <dgm:shape xmlns:r="http://schemas.openxmlformats.org/officeDocument/2006/relationships" type="roundRect" r:blip="">
              <dgm:adjLst>
                <dgm:adj idx="1" val="0.1"/>
              </dgm:adjLst>
            </dgm:shape>
            <dgm:presOf axis="desOrSelf" ptType="nod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10" axis="followSib" ptType="sibTrans" cnt="1">
            <dgm:layoutNode name="sibTrans" styleLbl="sibTrans2D1">
              <dgm:alg type="conn">
                <dgm:param type="begPts" val="auto"/>
                <dgm:param type="endPts" val="auto"/>
              </dgm:alg>
              <dgm:shape xmlns:r="http://schemas.openxmlformats.org/officeDocument/2006/relationships" type="conn" r:blip="">
                <dgm:adjLst/>
              </dgm:shape>
              <dgm:presOf axis="self"/>
              <dgm:constrLst>
                <dgm:constr type="w" refType="h"/>
                <dgm:constr type="connDist"/>
                <dgm:constr type="wArH" refType="h" fact="0.25"/>
                <dgm:constr type="hArH" refType="wArH" fact="2"/>
                <dgm:constr type="stemThick" refType="hArH" fact="0.667"/>
                <dgm:constr type="begPad" refType="w" fact="0.25"/>
                <dgm:constr type="endPad" refType="w" fact="0.25"/>
              </dgm:constrLst>
              <dgm:ruleLst/>
            </dgm:layoutNode>
          </dgm:forEach>
        </dgm:forEach>
      </dgm:layoutNode>
      <dgm:choose name="Name11">
        <dgm:if name="Name12" axis="self" ptType="node" func="revPos" op="gte" val="2">
          <dgm:layoutNode name="hSp">
            <dgm:alg type="sp"/>
            <dgm:shape xmlns:r="http://schemas.openxmlformats.org/officeDocument/2006/relationships" r:blip="">
              <dgm:adjLst/>
            </dgm:shape>
            <dgm:presOf/>
            <dgm:constrLst/>
            <dgm:ruleLst/>
          </dgm:layoutNode>
        </dgm:if>
        <dgm:else name="Name13"/>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hList6">
  <dgm:title val=""/>
  <dgm:desc val=""/>
  <dgm:catLst>
    <dgm:cat type="list" pri="18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ptType="node" refType="h"/>
      <dgm:constr type="w" for="ch" ptType="node" refType="w"/>
      <dgm:constr type="primFontSz" for="ch" ptType="node" op="equ"/>
      <dgm:constr type="w" for="ch" forName="sibTrans" refType="w" fact="0.075"/>
    </dgm:constrLst>
    <dgm:ruleLst/>
    <dgm:forEach name="nodesForEach" axis="ch" ptType="node">
      <dgm:layoutNode name="node">
        <dgm:varLst>
          <dgm:bulletEnabled val="1"/>
        </dgm:varLst>
        <dgm:alg type="tx"/>
        <dgm:choose name="Name4">
          <dgm:if name="Name5" func="var" arg="dir" op="equ" val="norm">
            <dgm:shape xmlns:r="http://schemas.openxmlformats.org/officeDocument/2006/relationships" rot="-90" type="flowChartManualOperation" r:blip="">
              <dgm:adjLst/>
            </dgm:shape>
          </dgm:if>
          <dgm:else name="Name6">
            <dgm:shape xmlns:r="http://schemas.openxmlformats.org/officeDocument/2006/relationships" rot="90" type="flowChartManualOperation" r:blip="">
              <dgm:adjLst/>
            </dgm:shape>
          </dgm:else>
        </dgm:choose>
        <dgm:presOf axis="desOrSelf" ptType="node"/>
        <dgm:constrLst>
          <dgm:constr type="primFontSz" val="65"/>
          <dgm:constr type="tMarg"/>
          <dgm:constr type="bMarg"/>
          <dgm:constr type="lMarg" refType="primFontSz" fact="0.5"/>
          <dgm:constr type="rMarg" refType="lMarg"/>
        </dgm:constrLst>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arrow2">
  <dgm:title val=""/>
  <dgm:desc val=""/>
  <dgm:catLst>
    <dgm:cat type="process" pri="2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arrowDiagram">
    <dgm:varLst>
      <dgm:chMax val="5"/>
      <dgm:dir/>
      <dgm:resizeHandles val="exact"/>
    </dgm:varLst>
    <dgm:alg type="composite">
      <dgm:param type="ar" val="1.6"/>
    </dgm:alg>
    <dgm:shape xmlns:r="http://schemas.openxmlformats.org/officeDocument/2006/relationships" r:blip="">
      <dgm:adjLst/>
    </dgm:shape>
    <dgm:presOf/>
    <dgm:constrLst>
      <dgm:constr type="l" for="ch" forName="arrow"/>
      <dgm:constr type="t" for="ch" forName="arrow"/>
      <dgm:constr type="w" for="ch" forName="arrow" refType="w"/>
      <dgm:constr type="h" for="ch" forName="arrow" refType="h"/>
      <dgm:constr type="ctrX" for="ch" forName="arrowDiagram1" refType="w" fact="0.5"/>
      <dgm:constr type="ctrY" for="ch" forName="arrowDiagram1" refType="h" fact="0.5"/>
      <dgm:constr type="w" for="ch" forName="arrowDiagram1" refType="w"/>
      <dgm:constr type="h" for="ch" forName="arrowDiagram1" refType="h"/>
      <dgm:constr type="ctrX" for="ch" forName="arrowDiagram2" refType="w" fact="0.5"/>
      <dgm:constr type="ctrY" for="ch" forName="arrowDiagram2" refType="h" fact="0.5"/>
      <dgm:constr type="w" for="ch" forName="arrowDiagram2" refType="w"/>
      <dgm:constr type="h" for="ch" forName="arrowDiagram2" refType="h"/>
      <dgm:constr type="ctrX" for="ch" forName="arrowDiagram3" refType="w" fact="0.5"/>
      <dgm:constr type="ctrY" for="ch" forName="arrowDiagram3" refType="h" fact="0.5"/>
      <dgm:constr type="w" for="ch" forName="arrowDiagram3" refType="w"/>
      <dgm:constr type="h" for="ch" forName="arrowDiagram3" refType="h"/>
      <dgm:constr type="ctrX" for="ch" forName="arrowDiagram4" refType="w" fact="0.5"/>
      <dgm:constr type="ctrY" for="ch" forName="arrowDiagram4" refType="h" fact="0.5"/>
      <dgm:constr type="w" for="ch" forName="arrowDiagram4" refType="w"/>
      <dgm:constr type="h" for="ch" forName="arrowDiagram4" refType="h"/>
      <dgm:constr type="ctrX" for="ch" forName="arrowDiagram5" refType="w" fact="0.5"/>
      <dgm:constr type="ctrY" for="ch" forName="arrowDiagram5" refType="h" fact="0.5"/>
      <dgm:constr type="w" for="ch" forName="arrowDiagram5" refType="w"/>
      <dgm:constr type="h" for="ch" forName="arrowDiagram5" refType="h"/>
    </dgm:constrLst>
    <dgm:ruleLst/>
    <dgm:choose name="Name0">
      <dgm:if name="Name1" axis="ch" ptType="node" func="cnt" op="gte" val="1">
        <dgm:layoutNode name="arrow" styleLbl="bgShp">
          <dgm:alg type="sp"/>
          <dgm:shape xmlns:r="http://schemas.openxmlformats.org/officeDocument/2006/relationships" type="swooshArrow" r:blip="">
            <dgm:adjLst>
              <dgm:adj idx="2" val="0.25"/>
            </dgm:adjLst>
          </dgm:shape>
          <dgm:presOf/>
          <dgm:constrLst/>
          <dgm:ruleLst/>
        </dgm:layoutNode>
        <dgm:choose name="Name2">
          <dgm:if name="Name3" axis="ch" ptType="node" func="cnt" op="lt" val="1"/>
          <dgm:if name="Name4" axis="ch" ptType="node" func="cnt" op="equ" val="1">
            <dgm:layoutNode name="arrowDiagram1">
              <dgm:varLst>
                <dgm:bulletEnabled val="1"/>
              </dgm:varLst>
              <dgm:alg type="composite">
                <dgm:param type="vertAlign" val="none"/>
                <dgm:param type="horzAlign" val="none"/>
              </dgm:alg>
              <dgm:shape xmlns:r="http://schemas.openxmlformats.org/officeDocument/2006/relationships" r:blip="">
                <dgm:adjLst/>
              </dgm:shape>
              <dgm:presOf/>
              <dgm:constrLst>
                <dgm:constr type="ctrX" for="ch" forName="bullet1" refType="w" fact="0.8"/>
                <dgm:constr type="ctrY" for="ch" forName="bullet1" refType="h" fact="0.262"/>
                <dgm:constr type="w" for="ch" forName="bullet1" refType="w" fact="0.074"/>
                <dgm:constr type="h" for="ch" forName="bullet1" refType="w" refFor="ch" refForName="bullet1"/>
                <dgm:constr type="r" for="ch" forName="textBox1" refType="ctrX" refFor="ch" refForName="bullet1"/>
                <dgm:constr type="t" for="ch" forName="textBox1" refType="ctrY" refFor="ch" refForName="bullet1"/>
                <dgm:constr type="w" for="ch" forName="textBox1" refType="w" fact="0.4"/>
                <dgm:constr type="h" for="ch" forName="textBox1" refType="h" fact="0.738"/>
                <dgm:constr type="userA" refType="h" refFor="ch" refForName="bullet1" fact="0.53"/>
                <dgm:constr type="rMarg" for="ch" forName="textBox1" refType="userA" fact="2.834"/>
                <dgm:constr type="primFontSz" for="ch" ptType="node" op="equ" val="65"/>
              </dgm:constrLst>
              <dgm:ruleLst/>
              <dgm:forEach name="Name5" axis="ch" ptType="node" cnt="1">
                <dgm:layoutNode name="bullet1" styleLbl="node1">
                  <dgm:alg type="sp"/>
                  <dgm:shape xmlns:r="http://schemas.openxmlformats.org/officeDocument/2006/relationships" type="ellipse" r:blip="">
                    <dgm:adjLst/>
                  </dgm:shape>
                  <dgm:presOf/>
                  <dgm:constrLst/>
                  <dgm:ruleLst/>
                </dgm:layoutNode>
                <dgm:layoutNode name="textBox1" styleLbl="revTx">
                  <dgm:varLst>
                    <dgm:bulletEnabled val="1"/>
                  </dgm:varLst>
                  <dgm:alg type="tx">
                    <dgm:param type="txAnchorVert" val="t"/>
                    <dgm:param type="parTxLTRAlign" val="r"/>
                    <dgm:param type="parTxRTLAlign" val="r"/>
                  </dgm:alg>
                  <dgm:shape xmlns:r="http://schemas.openxmlformats.org/officeDocument/2006/relationships" type="round2DiagRect" r:blip="">
                    <dgm:adjLst/>
                  </dgm:shape>
                  <dgm:presOf axis="desOrSelf" ptType="node"/>
                  <dgm:constrLst>
                    <dgm:constr type="lMarg"/>
                    <dgm:constr type="tMarg"/>
                    <dgm:constr type="bMarg"/>
                  </dgm:constrLst>
                  <dgm:ruleLst>
                    <dgm:rule type="primFontSz" val="5" fact="NaN" max="NaN"/>
                  </dgm:ruleLst>
                </dgm:layoutNode>
              </dgm:forEach>
            </dgm:layoutNode>
          </dgm:if>
          <dgm:if name="Name6" axis="ch" ptType="node" func="cnt" op="equ" val="2">
            <dgm:layoutNode name="arrowDiagram2">
              <dgm:alg type="composite">
                <dgm:param type="vertAlign" val="none"/>
                <dgm:param type="horzAlign" val="none"/>
              </dgm:alg>
              <dgm:shape xmlns:r="http://schemas.openxmlformats.org/officeDocument/2006/relationships" r:blip="">
                <dgm:adjLst/>
              </dgm:shape>
              <dgm:presOf/>
              <dgm:choose name="Name7">
                <dgm:if name="Name8" func="var" arg="dir" op="equ" val="norm">
                  <dgm:constrLst>
                    <dgm:constr type="ctrX" for="ch" forName="bullet2a" refType="w" fact="0.25"/>
                    <dgm:constr type="ctrY" for="ch" forName="bullet2a" refType="h" fact="0.573"/>
                    <dgm:constr type="w" for="ch" forName="bullet2a" refType="w" fact="0.035"/>
                    <dgm:constr type="h" for="ch" forName="bullet2a" refType="w" refFor="ch" refForName="bullet2a"/>
                    <dgm:constr type="l" for="ch" forName="textBox2a" refType="ctrX" refFor="ch" refForName="bullet2a"/>
                    <dgm:constr type="t" for="ch" forName="textBox2a" refType="ctrY" refFor="ch" refForName="bullet2a"/>
                    <dgm:constr type="w" for="ch" forName="textBox2a" refType="w" fact="0.325"/>
                    <dgm:constr type="h" for="ch" forName="textBox2a" refType="h" fact="0.427"/>
                    <dgm:constr type="userA" refType="h" refFor="ch" refForName="bullet2a" fact="0.53"/>
                    <dgm:constr type="lMarg" for="ch" forName="textBox2a" refType="userA" fact="2.834"/>
                    <dgm:constr type="ctrX" for="ch" forName="bullet2b" refType="w" fact="0.585"/>
                    <dgm:constr type="ctrY" for="ch" forName="bullet2b" refType="h" fact="0.338"/>
                    <dgm:constr type="w" for="ch" forName="bullet2b" refType="w" fact="0.06"/>
                    <dgm:constr type="h" for="ch" forName="bullet2b" refType="w" refFor="ch" refForName="bullet2b"/>
                    <dgm:constr type="l" for="ch" forName="textBox2b" refType="ctrX" refFor="ch" refForName="bullet2b"/>
                    <dgm:constr type="t" for="ch" forName="textBox2b" refType="ctrY" refFor="ch" refForName="bullet2b"/>
                    <dgm:constr type="w" for="ch" forName="textBox2b" refType="w" fact="0.325"/>
                    <dgm:constr type="h" for="ch" forName="textBox2b" refType="h" fact="0.662"/>
                    <dgm:constr type="userB" refType="h" refFor="ch" refForName="bullet2b" fact="0.53"/>
                    <dgm:constr type="lMarg" for="ch" forName="textBox2b" refType="userB" fact="2.834"/>
                    <dgm:constr type="primFontSz" for="ch" ptType="node" op="equ" val="65"/>
                  </dgm:constrLst>
                </dgm:if>
                <dgm:else name="Name9">
                  <dgm:constrLst>
                    <dgm:constr type="ctrX" for="ch" forName="bullet2a" refType="w" fact="0.25"/>
                    <dgm:constr type="ctrY" for="ch" forName="bullet2a" refType="h" fact="0.573"/>
                    <dgm:constr type="w" for="ch" forName="bullet2a" refType="w" fact="0.035"/>
                    <dgm:constr type="h" for="ch" forName="bullet2a" refType="w" refFor="ch" refForName="bullet2a"/>
                    <dgm:constr type="r" for="ch" forName="textBox2a" refType="ctrX" refFor="ch" refForName="bullet2a"/>
                    <dgm:constr type="b" for="ch" forName="textBox2a" refType="ctrY" refFor="ch" refForName="bullet2a"/>
                    <dgm:constr type="w" for="ch" forName="textBox2a" refType="w" fact="0.25"/>
                    <dgm:constr type="h" for="ch" forName="textBox2a" refType="h" fact="0.573"/>
                    <dgm:constr type="userA" refType="h" refFor="ch" refForName="bullet2a" fact="0.53"/>
                    <dgm:constr type="rMarg" for="ch" forName="textBox2a" refType="userA" fact="2.834"/>
                    <dgm:constr type="ctrX" for="ch" forName="bullet2b" refType="w" fact="0.585"/>
                    <dgm:constr type="ctrY" for="ch" forName="bullet2b" refType="h" fact="0.338"/>
                    <dgm:constr type="w" for="ch" forName="bullet2b" refType="w" fact="0.06"/>
                    <dgm:constr type="h" for="ch" forName="bullet2b" refType="w" refFor="ch" refForName="bullet2b"/>
                    <dgm:constr type="r" for="ch" forName="textBox2b" refType="ctrX" refFor="ch" refForName="bullet2b"/>
                    <dgm:constr type="b" for="ch" forName="textBox2b" refType="ctrY" refFor="ch" refForName="bullet2b"/>
                    <dgm:constr type="w" for="ch" forName="textBox2b" refType="w" fact="0.28"/>
                    <dgm:constr type="h" for="ch" forName="textBox2b" refType="h" fact="0.338"/>
                    <dgm:constr type="userB" refType="h" refFor="ch" refForName="bullet2b" fact="0.53"/>
                    <dgm:constr type="rMarg" for="ch" forName="textBox2b" refType="userB" fact="2.834"/>
                    <dgm:constr type="primFontSz" for="ch" ptType="node" op="equ" val="65"/>
                  </dgm:constrLst>
                </dgm:else>
              </dgm:choose>
              <dgm:ruleLst/>
              <dgm:forEach name="Name10" axis="ch" ptType="node" cnt="1">
                <dgm:layoutNode name="bullet2a" styleLbl="node1">
                  <dgm:alg type="sp"/>
                  <dgm:shape xmlns:r="http://schemas.openxmlformats.org/officeDocument/2006/relationships" type="ellipse" r:blip="">
                    <dgm:adjLst/>
                  </dgm:shape>
                  <dgm:presOf/>
                  <dgm:constrLst/>
                  <dgm:ruleLst/>
                </dgm:layoutNode>
                <dgm:layoutNode name="textBox2a" styleLbl="revTx">
                  <dgm:varLst>
                    <dgm:bulletEnabled val="1"/>
                  </dgm:varLst>
                  <dgm:choose name="Name11">
                    <dgm:if name="Name12" func="var" arg="dir" op="equ" val="norm">
                      <dgm:choose name="Name13">
                        <dgm:if name="Name14" axis="root des" ptType="all node" func="maxDepth" op="gt" val="1">
                          <dgm:alg type="tx">
                            <dgm:param type="txAnchorVert" val="t"/>
                            <dgm:param type="parTxLTRAlign" val="l"/>
                            <dgm:param type="parTxRTLAlign" val="r"/>
                          </dgm:alg>
                        </dgm:if>
                        <dgm:else name="Name15">
                          <dgm:alg type="tx">
                            <dgm:param type="txAnchorVert" val="t"/>
                            <dgm:param type="parTxLTRAlign" val="l"/>
                            <dgm:param type="parTxRTLAlign" val="l"/>
                          </dgm:alg>
                        </dgm:else>
                      </dgm:choose>
                    </dgm:if>
                    <dgm:else name="Name16">
                      <dgm:choose name="Name17">
                        <dgm:if name="Name18" axis="root des" ptType="all node" func="maxDepth" op="gt" val="1">
                          <dgm:alg type="tx">
                            <dgm:param type="txAnchorVert" val="b"/>
                            <dgm:param type="txAnchorVertCh" val="b"/>
                            <dgm:param type="parTxLTRAlign" val="l"/>
                            <dgm:param type="parTxRTLAlign" val="r"/>
                          </dgm:alg>
                        </dgm:if>
                        <dgm:else name="Name19">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20">
                    <dgm:if name="Name21" func="var" arg="dir" op="equ" val="norm">
                      <dgm:constrLst>
                        <dgm:constr type="rMarg"/>
                        <dgm:constr type="tMarg"/>
                        <dgm:constr type="bMarg"/>
                      </dgm:constrLst>
                    </dgm:if>
                    <dgm:else name="Name22">
                      <dgm:constrLst>
                        <dgm:constr type="lMarg"/>
                        <dgm:constr type="tMarg"/>
                        <dgm:constr type="bMarg"/>
                      </dgm:constrLst>
                    </dgm:else>
                  </dgm:choose>
                  <dgm:ruleLst>
                    <dgm:rule type="primFontSz" val="5" fact="NaN" max="NaN"/>
                  </dgm:ruleLst>
                </dgm:layoutNode>
              </dgm:forEach>
              <dgm:forEach name="Name23" axis="ch" ptType="node" st="2" cnt="1">
                <dgm:layoutNode name="bullet2b" styleLbl="node1">
                  <dgm:alg type="sp"/>
                  <dgm:shape xmlns:r="http://schemas.openxmlformats.org/officeDocument/2006/relationships" type="ellipse" r:blip="">
                    <dgm:adjLst/>
                  </dgm:shape>
                  <dgm:presOf/>
                  <dgm:constrLst/>
                  <dgm:ruleLst/>
                </dgm:layoutNode>
                <dgm:layoutNode name="textBox2b" styleLbl="revTx">
                  <dgm:varLst>
                    <dgm:bulletEnabled val="1"/>
                  </dgm:varLst>
                  <dgm:choose name="Name24">
                    <dgm:if name="Name25" func="var" arg="dir" op="equ" val="norm">
                      <dgm:choose name="Name26">
                        <dgm:if name="Name27" axis="root des" ptType="all node" func="maxDepth" op="gt" val="1">
                          <dgm:alg type="tx">
                            <dgm:param type="txAnchorVert" val="t"/>
                            <dgm:param type="parTxLTRAlign" val="l"/>
                            <dgm:param type="parTxRTLAlign" val="r"/>
                          </dgm:alg>
                        </dgm:if>
                        <dgm:else name="Name28">
                          <dgm:alg type="tx">
                            <dgm:param type="txAnchorVert" val="t"/>
                            <dgm:param type="parTxLTRAlign" val="l"/>
                            <dgm:param type="parTxRTLAlign" val="l"/>
                          </dgm:alg>
                        </dgm:else>
                      </dgm:choose>
                    </dgm:if>
                    <dgm:else name="Name29">
                      <dgm:choose name="Name30">
                        <dgm:if name="Name31" axis="root des" ptType="all node" func="maxDepth" op="gt" val="1">
                          <dgm:alg type="tx">
                            <dgm:param type="txAnchorVert" val="b"/>
                            <dgm:param type="txAnchorVertCh" val="b"/>
                            <dgm:param type="parTxLTRAlign" val="l"/>
                            <dgm:param type="parTxRTLAlign" val="r"/>
                          </dgm:alg>
                        </dgm:if>
                        <dgm:else name="Name3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33">
                    <dgm:if name="Name34" func="var" arg="dir" op="equ" val="norm">
                      <dgm:constrLst>
                        <dgm:constr type="rMarg"/>
                        <dgm:constr type="tMarg"/>
                        <dgm:constr type="bMarg"/>
                      </dgm:constrLst>
                    </dgm:if>
                    <dgm:else name="Name35">
                      <dgm:constrLst>
                        <dgm:constr type="lMarg"/>
                        <dgm:constr type="tMarg"/>
                        <dgm:constr type="bMarg"/>
                      </dgm:constrLst>
                    </dgm:else>
                  </dgm:choose>
                  <dgm:ruleLst>
                    <dgm:rule type="primFontSz" val="5" fact="NaN" max="NaN"/>
                  </dgm:ruleLst>
                </dgm:layoutNode>
              </dgm:forEach>
            </dgm:layoutNode>
          </dgm:if>
          <dgm:if name="Name36" axis="ch" ptType="node" func="cnt" op="equ" val="3">
            <dgm:layoutNode name="arrowDiagram3">
              <dgm:alg type="composite">
                <dgm:param type="vertAlign" val="none"/>
                <dgm:param type="horzAlign" val="none"/>
              </dgm:alg>
              <dgm:shape xmlns:r="http://schemas.openxmlformats.org/officeDocument/2006/relationships" r:blip="">
                <dgm:adjLst/>
              </dgm:shape>
              <dgm:presOf/>
              <dgm:choose name="Name37">
                <dgm:if name="Name38" func="var" arg="dir" op="equ" val="norm">
                  <dgm:constrLst>
                    <dgm:constr type="ctrX" for="ch" forName="bullet3a" refType="w" fact="0.14"/>
                    <dgm:constr type="ctrY" for="ch" forName="bullet3a" refType="h" fact="0.711"/>
                    <dgm:constr type="w" for="ch" forName="bullet3a" refType="w" fact="0.026"/>
                    <dgm:constr type="h" for="ch" forName="bullet3a" refType="w" refFor="ch" refForName="bullet3a"/>
                    <dgm:constr type="l" for="ch" forName="textBox3a" refType="ctrX" refFor="ch" refForName="bullet3a"/>
                    <dgm:constr type="t" for="ch" forName="textBox3a" refType="ctrY" refFor="ch" refForName="bullet3a"/>
                    <dgm:constr type="w" for="ch" forName="textBox3a" refType="w" fact="0.233"/>
                    <dgm:constr type="h" for="ch" forName="textBox3a" refType="h" fact="0.289"/>
                    <dgm:constr type="userA" refType="h" refFor="ch" refForName="bullet3a" fact="0.53"/>
                    <dgm:constr type="lMarg" for="ch" forName="textBox3a" refType="userA" fact="2.834"/>
                    <dgm:constr type="ctrX" for="ch" forName="bullet3b" refType="w" fact="0.38"/>
                    <dgm:constr type="ctrY" for="ch" forName="bullet3b" refType="h" fact="0.456"/>
                    <dgm:constr type="w" for="ch" forName="bullet3b" refType="w" fact="0.047"/>
                    <dgm:constr type="h" for="ch" forName="bullet3b" refType="w" refFor="ch" refForName="bullet3b"/>
                    <dgm:constr type="l" for="ch" forName="textBox3b" refType="ctrX" refFor="ch" refForName="bullet3b"/>
                    <dgm:constr type="t" for="ch" forName="textBox3b" refType="ctrY" refFor="ch" refForName="bullet3b"/>
                    <dgm:constr type="w" for="ch" forName="textBox3b" refType="w" fact="0.24"/>
                    <dgm:constr type="h" for="ch" forName="textBox3b" refType="h" fact="0.544"/>
                    <dgm:constr type="userB" refType="h" refFor="ch" refForName="bullet3b" fact="0.53"/>
                    <dgm:constr type="lMarg" for="ch" forName="textBox3b" refType="userB" fact="2.834"/>
                    <dgm:constr type="ctrX" for="ch" forName="bullet3c" refType="w" fact="0.665"/>
                    <dgm:constr type="ctrY" for="ch" forName="bullet3c" refType="h" fact="0.305"/>
                    <dgm:constr type="w" for="ch" forName="bullet3c" refType="w" fact="0.065"/>
                    <dgm:constr type="h" for="ch" forName="bullet3c" refType="w" refFor="ch" refForName="bullet3c"/>
                    <dgm:constr type="l" for="ch" forName="textBox3c" refType="ctrX" refFor="ch" refForName="bullet3c"/>
                    <dgm:constr type="t" for="ch" forName="textBox3c" refType="ctrY" refFor="ch" refForName="bullet3c"/>
                    <dgm:constr type="w" for="ch" forName="textBox3c" refType="w" fact="0.24"/>
                    <dgm:constr type="h" for="ch" forName="textBox3c" refType="h" fact="0.695"/>
                    <dgm:constr type="userC" refType="h" refFor="ch" refForName="bullet3c" fact="0.53"/>
                    <dgm:constr type="lMarg" for="ch" forName="textBox3c" refType="userC" fact="2.834"/>
                    <dgm:constr type="primFontSz" for="ch" ptType="node" op="equ" val="65"/>
                  </dgm:constrLst>
                </dgm:if>
                <dgm:else name="Name39">
                  <dgm:constrLst>
                    <dgm:constr type="ctrX" for="ch" forName="bullet3a" refType="w" fact="0.14"/>
                    <dgm:constr type="ctrY" for="ch" forName="bullet3a" refType="h" fact="0.711"/>
                    <dgm:constr type="w" for="ch" forName="bullet3a" refType="w" fact="0.026"/>
                    <dgm:constr type="h" for="ch" forName="bullet3a" refType="w" refFor="ch" refForName="bullet3a"/>
                    <dgm:constr type="r" for="ch" forName="textBox3a" refType="ctrX" refFor="ch" refForName="bullet3a"/>
                    <dgm:constr type="b" for="ch" forName="textBox3a" refType="ctrY" refFor="ch" refForName="bullet3a"/>
                    <dgm:constr type="w" for="ch" forName="textBox3a" refType="w" fact="0.14"/>
                    <dgm:constr type="h" for="ch" forName="textBox3a" refType="h" fact="0.711"/>
                    <dgm:constr type="userA" refType="h" refFor="ch" refForName="bullet3a" fact="0.53"/>
                    <dgm:constr type="rMarg" for="ch" forName="textBox3a" refType="userA" fact="2.834"/>
                    <dgm:constr type="ctrX" for="ch" forName="bullet3b" refType="w" fact="0.38"/>
                    <dgm:constr type="ctrY" for="ch" forName="bullet3b" refType="h" fact="0.456"/>
                    <dgm:constr type="w" for="ch" forName="bullet3b" refType="w" fact="0.047"/>
                    <dgm:constr type="h" for="ch" forName="bullet3b" refType="w" refFor="ch" refForName="bullet3b"/>
                    <dgm:constr type="r" for="ch" forName="textBox3b" refType="ctrX" refFor="ch" refForName="bullet3b"/>
                    <dgm:constr type="b" for="ch" forName="textBox3b" refType="ctrY" refFor="ch" refForName="bullet3b"/>
                    <dgm:constr type="w" for="ch" forName="textBox3b" refType="w" fact="0.24"/>
                    <dgm:constr type="h" for="ch" forName="textBox3b" refType="h" fact="0.456"/>
                    <dgm:constr type="userB" refType="h" refFor="ch" refForName="bullet3b" fact="0.53"/>
                    <dgm:constr type="rMarg" for="ch" forName="textBox3b" refType="userB" fact="2.834"/>
                    <dgm:constr type="ctrX" for="ch" forName="bullet3c" refType="w" fact="0.665"/>
                    <dgm:constr type="ctrY" for="ch" forName="bullet3c" refType="h" fact="0.305"/>
                    <dgm:constr type="w" for="ch" forName="bullet3c" refType="w" fact="0.065"/>
                    <dgm:constr type="h" for="ch" forName="bullet3c" refType="w" refFor="ch" refForName="bullet3c"/>
                    <dgm:constr type="r" for="ch" forName="textBox3c" refType="ctrX" refFor="ch" refForName="bullet3c"/>
                    <dgm:constr type="b" for="ch" forName="textBox3c" refType="ctrY" refFor="ch" refForName="bullet3c"/>
                    <dgm:constr type="w" for="ch" forName="textBox3c" refType="w" fact="0.24"/>
                    <dgm:constr type="h" for="ch" forName="textBox3c" refType="h" fact="0.305"/>
                    <dgm:constr type="userC" refType="h" refFor="ch" refForName="bullet3c" fact="0.53"/>
                    <dgm:constr type="rMarg" for="ch" forName="textBox3c" refType="userC" fact="2.834"/>
                    <dgm:constr type="primFontSz" for="ch" ptType="node" op="equ" val="65"/>
                  </dgm:constrLst>
                </dgm:else>
              </dgm:choose>
              <dgm:ruleLst/>
              <dgm:forEach name="Name40" axis="ch" ptType="node" cnt="1">
                <dgm:layoutNode name="bullet3a" styleLbl="node1">
                  <dgm:alg type="sp"/>
                  <dgm:shape xmlns:r="http://schemas.openxmlformats.org/officeDocument/2006/relationships" type="ellipse" r:blip="">
                    <dgm:adjLst/>
                  </dgm:shape>
                  <dgm:presOf/>
                  <dgm:constrLst/>
                  <dgm:ruleLst/>
                </dgm:layoutNode>
                <dgm:layoutNode name="textBox3a" styleLbl="revTx">
                  <dgm:varLst>
                    <dgm:bulletEnabled val="1"/>
                  </dgm:varLst>
                  <dgm:choose name="Name41">
                    <dgm:if name="Name42" func="var" arg="dir" op="equ" val="norm">
                      <dgm:choose name="Name43">
                        <dgm:if name="Name44" axis="root des" ptType="all node" func="maxDepth" op="gt" val="1">
                          <dgm:alg type="tx">
                            <dgm:param type="txAnchorVert" val="t"/>
                            <dgm:param type="parTxLTRAlign" val="l"/>
                            <dgm:param type="parTxRTLAlign" val="r"/>
                          </dgm:alg>
                        </dgm:if>
                        <dgm:else name="Name45">
                          <dgm:alg type="tx">
                            <dgm:param type="txAnchorVert" val="t"/>
                            <dgm:param type="parTxLTRAlign" val="l"/>
                            <dgm:param type="parTxRTLAlign" val="l"/>
                          </dgm:alg>
                        </dgm:else>
                      </dgm:choose>
                    </dgm:if>
                    <dgm:else name="Name46">
                      <dgm:choose name="Name47">
                        <dgm:if name="Name48" axis="root des" ptType="all node" func="maxDepth" op="gt" val="1">
                          <dgm:alg type="tx">
                            <dgm:param type="txAnchorVert" val="b"/>
                            <dgm:param type="txAnchorVertCh" val="b"/>
                            <dgm:param type="parTxLTRAlign" val="l"/>
                            <dgm:param type="parTxRTLAlign" val="r"/>
                          </dgm:alg>
                        </dgm:if>
                        <dgm:else name="Name49">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50">
                    <dgm:if name="Name51" func="var" arg="dir" op="equ" val="norm">
                      <dgm:constrLst>
                        <dgm:constr type="rMarg"/>
                        <dgm:constr type="tMarg"/>
                        <dgm:constr type="bMarg"/>
                      </dgm:constrLst>
                    </dgm:if>
                    <dgm:else name="Name52">
                      <dgm:constrLst>
                        <dgm:constr type="lMarg"/>
                        <dgm:constr type="tMarg"/>
                        <dgm:constr type="bMarg"/>
                      </dgm:constrLst>
                    </dgm:else>
                  </dgm:choose>
                  <dgm:ruleLst>
                    <dgm:rule type="primFontSz" val="5" fact="NaN" max="NaN"/>
                  </dgm:ruleLst>
                </dgm:layoutNode>
              </dgm:forEach>
              <dgm:forEach name="Name53" axis="ch" ptType="node" st="2" cnt="1">
                <dgm:layoutNode name="bullet3b" styleLbl="node1">
                  <dgm:alg type="sp"/>
                  <dgm:shape xmlns:r="http://schemas.openxmlformats.org/officeDocument/2006/relationships" type="ellipse" r:blip="">
                    <dgm:adjLst/>
                  </dgm:shape>
                  <dgm:presOf/>
                  <dgm:constrLst/>
                  <dgm:ruleLst/>
                </dgm:layoutNode>
                <dgm:layoutNode name="textBox3b" styleLbl="revTx">
                  <dgm:varLst>
                    <dgm:bulletEnabled val="1"/>
                  </dgm:varLst>
                  <dgm:choose name="Name54">
                    <dgm:if name="Name55" func="var" arg="dir" op="equ" val="norm">
                      <dgm:choose name="Name56">
                        <dgm:if name="Name57" axis="root des" ptType="all node" func="maxDepth" op="gt" val="1">
                          <dgm:alg type="tx">
                            <dgm:param type="txAnchorVert" val="t"/>
                            <dgm:param type="parTxLTRAlign" val="l"/>
                            <dgm:param type="parTxRTLAlign" val="r"/>
                          </dgm:alg>
                        </dgm:if>
                        <dgm:else name="Name58">
                          <dgm:alg type="tx">
                            <dgm:param type="txAnchorVert" val="t"/>
                            <dgm:param type="parTxLTRAlign" val="l"/>
                            <dgm:param type="parTxRTLAlign" val="l"/>
                          </dgm:alg>
                        </dgm:else>
                      </dgm:choose>
                    </dgm:if>
                    <dgm:else name="Name59">
                      <dgm:choose name="Name60">
                        <dgm:if name="Name61" axis="root des" ptType="all node" func="maxDepth" op="gt" val="1">
                          <dgm:alg type="tx">
                            <dgm:param type="txAnchorVert" val="b"/>
                            <dgm:param type="txAnchorVertCh" val="b"/>
                            <dgm:param type="parTxLTRAlign" val="l"/>
                            <dgm:param type="parTxRTLAlign" val="r"/>
                          </dgm:alg>
                        </dgm:if>
                        <dgm:else name="Name6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63">
                    <dgm:if name="Name64" func="var" arg="dir" op="equ" val="norm">
                      <dgm:constrLst>
                        <dgm:constr type="rMarg"/>
                        <dgm:constr type="tMarg"/>
                        <dgm:constr type="bMarg"/>
                      </dgm:constrLst>
                    </dgm:if>
                    <dgm:else name="Name65">
                      <dgm:constrLst>
                        <dgm:constr type="lMarg"/>
                        <dgm:constr type="tMarg"/>
                        <dgm:constr type="bMarg"/>
                      </dgm:constrLst>
                    </dgm:else>
                  </dgm:choose>
                  <dgm:ruleLst>
                    <dgm:rule type="primFontSz" val="5" fact="NaN" max="NaN"/>
                  </dgm:ruleLst>
                </dgm:layoutNode>
              </dgm:forEach>
              <dgm:forEach name="Name66" axis="ch" ptType="node" st="3" cnt="1">
                <dgm:layoutNode name="bullet3c" styleLbl="node1">
                  <dgm:alg type="sp"/>
                  <dgm:shape xmlns:r="http://schemas.openxmlformats.org/officeDocument/2006/relationships" type="ellipse" r:blip="">
                    <dgm:adjLst/>
                  </dgm:shape>
                  <dgm:presOf/>
                  <dgm:constrLst/>
                  <dgm:ruleLst/>
                </dgm:layoutNode>
                <dgm:layoutNode name="textBox3c" styleLbl="revTx">
                  <dgm:varLst>
                    <dgm:bulletEnabled val="1"/>
                  </dgm:varLst>
                  <dgm:choose name="Name67">
                    <dgm:if name="Name68" func="var" arg="dir" op="equ" val="norm">
                      <dgm:choose name="Name69">
                        <dgm:if name="Name70" axis="root des" ptType="all node" func="maxDepth" op="gt" val="1">
                          <dgm:alg type="tx">
                            <dgm:param type="txAnchorVert" val="t"/>
                            <dgm:param type="parTxLTRAlign" val="l"/>
                            <dgm:param type="parTxRTLAlign" val="r"/>
                          </dgm:alg>
                        </dgm:if>
                        <dgm:else name="Name71">
                          <dgm:alg type="tx">
                            <dgm:param type="txAnchorVert" val="t"/>
                            <dgm:param type="parTxLTRAlign" val="l"/>
                            <dgm:param type="parTxRTLAlign" val="l"/>
                          </dgm:alg>
                        </dgm:else>
                      </dgm:choose>
                    </dgm:if>
                    <dgm:else name="Name72">
                      <dgm:choose name="Name73">
                        <dgm:if name="Name74" axis="root des" ptType="all node" func="maxDepth" op="gt" val="1">
                          <dgm:alg type="tx">
                            <dgm:param type="txAnchorVert" val="b"/>
                            <dgm:param type="txAnchorVertCh" val="b"/>
                            <dgm:param type="parTxLTRAlign" val="l"/>
                            <dgm:param type="parTxRTLAlign" val="r"/>
                          </dgm:alg>
                        </dgm:if>
                        <dgm:else name="Name75">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76">
                    <dgm:if name="Name77" func="var" arg="dir" op="equ" val="norm">
                      <dgm:constrLst>
                        <dgm:constr type="rMarg"/>
                        <dgm:constr type="tMarg"/>
                        <dgm:constr type="bMarg"/>
                      </dgm:constrLst>
                    </dgm:if>
                    <dgm:else name="Name78">
                      <dgm:constrLst>
                        <dgm:constr type="lMarg"/>
                        <dgm:constr type="tMarg"/>
                        <dgm:constr type="bMarg"/>
                      </dgm:constrLst>
                    </dgm:else>
                  </dgm:choose>
                  <dgm:ruleLst>
                    <dgm:rule type="primFontSz" val="5" fact="NaN" max="NaN"/>
                  </dgm:ruleLst>
                </dgm:layoutNode>
              </dgm:forEach>
            </dgm:layoutNode>
          </dgm:if>
          <dgm:if name="Name79" axis="ch" ptType="node" func="cnt" op="equ" val="4">
            <dgm:layoutNode name="arrowDiagram4">
              <dgm:alg type="composite">
                <dgm:param type="vertAlign" val="none"/>
                <dgm:param type="horzAlign" val="none"/>
              </dgm:alg>
              <dgm:shape xmlns:r="http://schemas.openxmlformats.org/officeDocument/2006/relationships" r:blip="">
                <dgm:adjLst/>
              </dgm:shape>
              <dgm:presOf/>
              <dgm:choose name="Name80">
                <dgm:if name="Name81" func="var" arg="dir" op="equ" val="norm">
                  <dgm:constrLst>
                    <dgm:constr type="ctrX" for="ch" forName="bullet4a" refType="w" fact="0.11"/>
                    <dgm:constr type="ctrY" for="ch" forName="bullet4a" refType="h" fact="0.762"/>
                    <dgm:constr type="w" for="ch" forName="bullet4a" refType="w" fact="0.023"/>
                    <dgm:constr type="h" for="ch" forName="bullet4a" refType="w" refFor="ch" refForName="bullet4a"/>
                    <dgm:constr type="l" for="ch" forName="textBox4a" refType="ctrX" refFor="ch" refForName="bullet4a"/>
                    <dgm:constr type="t" for="ch" forName="textBox4a" refType="ctrY" refFor="ch" refForName="bullet4a"/>
                    <dgm:constr type="w" for="ch" forName="textBox4a" refType="w" fact="0.171"/>
                    <dgm:constr type="h" for="ch" forName="textBox4a" refType="h" fact="0.238"/>
                    <dgm:constr type="userA" refType="h" refFor="ch" refForName="bullet4a" fact="0.53"/>
                    <dgm:constr type="lMarg" for="ch" forName="textBox4a" refType="userA" fact="2.834"/>
                    <dgm:constr type="ctrX" for="ch" forName="bullet4b" refType="w" fact="0.281"/>
                    <dgm:constr type="ctrY" for="ch" forName="bullet4b" refType="h" fact="0.543"/>
                    <dgm:constr type="w" for="ch" forName="bullet4b" refType="w" fact="0.04"/>
                    <dgm:constr type="h" for="ch" forName="bullet4b" refType="w" refFor="ch" refForName="bullet4b"/>
                    <dgm:constr type="l" for="ch" forName="textBox4b" refType="ctrX" refFor="ch" refForName="bullet4b"/>
                    <dgm:constr type="t" for="ch" forName="textBox4b" refType="ctrY" refFor="ch" refForName="bullet4b"/>
                    <dgm:constr type="w" for="ch" forName="textBox4b" refType="w" fact="0.21"/>
                    <dgm:constr type="h" for="ch" forName="textBox4b" refType="h" fact="0.457"/>
                    <dgm:constr type="userB" refType="h" refFor="ch" refForName="bullet4b" fact="0.53"/>
                    <dgm:constr type="lMarg" for="ch" forName="textBox4b" refType="userB" fact="2.834"/>
                    <dgm:constr type="ctrX" for="ch" forName="bullet4c" refType="w" fact="0.495"/>
                    <dgm:constr type="ctrY" for="ch" forName="bullet4c" refType="h" fact="0.382"/>
                    <dgm:constr type="w" for="ch" forName="bullet4c" refType="w" fact="0.053"/>
                    <dgm:constr type="h" for="ch" forName="bullet4c" refType="w" refFor="ch" refForName="bullet4c"/>
                    <dgm:constr type="l" for="ch" forName="textBox4c" refType="ctrX" refFor="ch" refForName="bullet4c"/>
                    <dgm:constr type="t" for="ch" forName="textBox4c" refType="ctrY" refFor="ch" refForName="bullet4c"/>
                    <dgm:constr type="w" for="ch" forName="textBox4c" refType="w" fact="0.21"/>
                    <dgm:constr type="h" for="ch" forName="textBox4c" refType="h" fact="0.618"/>
                    <dgm:constr type="userC" refType="h" refFor="ch" refForName="bullet4c" fact="0.53"/>
                    <dgm:constr type="lMarg" for="ch" forName="textBox4c" refType="userC" fact="2.834"/>
                    <dgm:constr type="ctrX" for="ch" forName="bullet4d" refType="w" fact="0.73"/>
                    <dgm:constr type="ctrY" for="ch" forName="bullet4d" refType="h" fact="0.283"/>
                    <dgm:constr type="w" for="ch" forName="bullet4d" refType="w" fact="0.071"/>
                    <dgm:constr type="h" for="ch" forName="bullet4d" refType="w" refFor="ch" refForName="bullet4d"/>
                    <dgm:constr type="l" for="ch" forName="textBox4d" refType="ctrX" refFor="ch" refForName="bullet4d"/>
                    <dgm:constr type="t" for="ch" forName="textBox4d" refType="ctrY" refFor="ch" refForName="bullet4d"/>
                    <dgm:constr type="w" for="ch" forName="textBox4d" refType="w" fact="0.21"/>
                    <dgm:constr type="h" for="ch" forName="textBox4d" refType="h" fact="0.717"/>
                    <dgm:constr type="userD" refType="h" refFor="ch" refForName="bullet4d" fact="0.53"/>
                    <dgm:constr type="lMarg" for="ch" forName="textBox4d" refType="userD" fact="2.834"/>
                    <dgm:constr type="primFontSz" for="ch" ptType="node" op="equ" val="65"/>
                  </dgm:constrLst>
                </dgm:if>
                <dgm:else name="Name82">
                  <dgm:constrLst>
                    <dgm:constr type="ctrX" for="ch" forName="bullet4a" refType="w" fact="0.11"/>
                    <dgm:constr type="ctrY" for="ch" forName="bullet4a" refType="h" fact="0.762"/>
                    <dgm:constr type="w" for="ch" forName="bullet4a" refType="w" fact="0.023"/>
                    <dgm:constr type="h" for="ch" forName="bullet4a" refType="w" refFor="ch" refForName="bullet4a"/>
                    <dgm:constr type="r" for="ch" forName="textBox4a" refType="ctrX" refFor="ch" refForName="bullet4a"/>
                    <dgm:constr type="b" for="ch" forName="textBox4a" refType="ctrY" refFor="ch" refForName="bullet4a"/>
                    <dgm:constr type="w" for="ch" forName="textBox4a" refType="w" fact="0.11"/>
                    <dgm:constr type="h" for="ch" forName="textBox4a" refType="h" fact="0.762"/>
                    <dgm:constr type="userA" refType="h" refFor="ch" refForName="bullet4a" fact="0.53"/>
                    <dgm:constr type="rMarg" for="ch" forName="textBox4a" refType="userA" fact="2.834"/>
                    <dgm:constr type="ctrX" for="ch" forName="bullet4b" refType="w" fact="0.281"/>
                    <dgm:constr type="ctrY" for="ch" forName="bullet4b" refType="h" fact="0.543"/>
                    <dgm:constr type="w" for="ch" forName="bullet4b" refType="w" fact="0.04"/>
                    <dgm:constr type="h" for="ch" forName="bullet4b" refType="w" refFor="ch" refForName="bullet4b"/>
                    <dgm:constr type="r" for="ch" forName="textBox4b" refType="ctrX" refFor="ch" refForName="bullet4b"/>
                    <dgm:constr type="b" for="ch" forName="textBox4b" refType="ctrY" refFor="ch" refForName="bullet4b"/>
                    <dgm:constr type="w" for="ch" forName="textBox4b" refType="w" fact="0.171"/>
                    <dgm:constr type="h" for="ch" forName="textBox4b" refType="h" fact="0.543"/>
                    <dgm:constr type="userB" refType="h" refFor="ch" refForName="bullet4b" fact="0.53"/>
                    <dgm:constr type="rMarg" for="ch" forName="textBox4b" refType="userB" fact="2.834"/>
                    <dgm:constr type="ctrX" for="ch" forName="bullet4c" refType="w" fact="0.495"/>
                    <dgm:constr type="ctrY" for="ch" forName="bullet4c" refType="h" fact="0.382"/>
                    <dgm:constr type="w" for="ch" forName="bullet4c" refType="w" fact="0.053"/>
                    <dgm:constr type="h" for="ch" forName="bullet4c" refType="w" refFor="ch" refForName="bullet4c"/>
                    <dgm:constr type="r" for="ch" forName="textBox4c" refType="ctrX" refFor="ch" refForName="bullet4c"/>
                    <dgm:constr type="b" for="ch" forName="textBox4c" refType="ctrY" refFor="ch" refForName="bullet4c"/>
                    <dgm:constr type="w" for="ch" forName="textBox4c" refType="w" fact="0.21"/>
                    <dgm:constr type="h" for="ch" forName="textBox4c" refType="h" fact="0.382"/>
                    <dgm:constr type="userC" refType="h" refFor="ch" refForName="bullet4c" fact="0.53"/>
                    <dgm:constr type="rMarg" for="ch" forName="textBox4c" refType="userC" fact="2.834"/>
                    <dgm:constr type="ctrX" for="ch" forName="bullet4d" refType="w" fact="0.73"/>
                    <dgm:constr type="ctrY" for="ch" forName="bullet4d" refType="h" fact="0.283"/>
                    <dgm:constr type="w" for="ch" forName="bullet4d" refType="w" fact="0.071"/>
                    <dgm:constr type="h" for="ch" forName="bullet4d" refType="w" refFor="ch" refForName="bullet4d"/>
                    <dgm:constr type="r" for="ch" forName="textBox4d" refType="ctrX" refFor="ch" refForName="bullet4d"/>
                    <dgm:constr type="b" for="ch" forName="textBox4d" refType="ctrY" refFor="ch" refForName="bullet4d"/>
                    <dgm:constr type="w" for="ch" forName="textBox4d" refType="w" fact="0.21"/>
                    <dgm:constr type="h" for="ch" forName="textBox4d" refType="h" fact="0.283"/>
                    <dgm:constr type="userD" refType="h" refFor="ch" refForName="bullet4d" fact="0.53"/>
                    <dgm:constr type="rMarg" for="ch" forName="textBox4d" refType="userD" fact="2.834"/>
                    <dgm:constr type="primFontSz" for="ch" ptType="node" op="equ" val="65"/>
                  </dgm:constrLst>
                </dgm:else>
              </dgm:choose>
              <dgm:ruleLst/>
              <dgm:forEach name="Name83" axis="ch" ptType="node" cnt="1">
                <dgm:layoutNode name="bullet4a" styleLbl="node1">
                  <dgm:alg type="sp"/>
                  <dgm:shape xmlns:r="http://schemas.openxmlformats.org/officeDocument/2006/relationships" type="ellipse" r:blip="">
                    <dgm:adjLst/>
                  </dgm:shape>
                  <dgm:presOf/>
                  <dgm:constrLst/>
                  <dgm:ruleLst/>
                </dgm:layoutNode>
                <dgm:layoutNode name="textBox4a" styleLbl="revTx">
                  <dgm:varLst>
                    <dgm:bulletEnabled val="1"/>
                  </dgm:varLst>
                  <dgm:choose name="Name84">
                    <dgm:if name="Name85" func="var" arg="dir" op="equ" val="norm">
                      <dgm:choose name="Name86">
                        <dgm:if name="Name87" axis="root des" ptType="all node" func="maxDepth" op="gt" val="1">
                          <dgm:alg type="tx">
                            <dgm:param type="txAnchorVert" val="t"/>
                            <dgm:param type="parTxLTRAlign" val="l"/>
                            <dgm:param type="parTxRTLAlign" val="r"/>
                          </dgm:alg>
                        </dgm:if>
                        <dgm:else name="Name88">
                          <dgm:alg type="tx">
                            <dgm:param type="txAnchorVert" val="t"/>
                            <dgm:param type="parTxLTRAlign" val="l"/>
                            <dgm:param type="parTxRTLAlign" val="l"/>
                          </dgm:alg>
                        </dgm:else>
                      </dgm:choose>
                    </dgm:if>
                    <dgm:else name="Name89">
                      <dgm:choose name="Name90">
                        <dgm:if name="Name91" axis="root des" ptType="all node" func="maxDepth" op="gt" val="1">
                          <dgm:alg type="tx">
                            <dgm:param type="txAnchorVert" val="b"/>
                            <dgm:param type="txAnchorVertCh" val="b"/>
                            <dgm:param type="parTxLTRAlign" val="l"/>
                            <dgm:param type="parTxRTLAlign" val="r"/>
                          </dgm:alg>
                        </dgm:if>
                        <dgm:else name="Name9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93">
                    <dgm:if name="Name94" func="var" arg="dir" op="equ" val="norm">
                      <dgm:constrLst>
                        <dgm:constr type="rMarg"/>
                        <dgm:constr type="tMarg"/>
                        <dgm:constr type="bMarg"/>
                      </dgm:constrLst>
                    </dgm:if>
                    <dgm:else name="Name95">
                      <dgm:constrLst>
                        <dgm:constr type="lMarg"/>
                        <dgm:constr type="tMarg"/>
                        <dgm:constr type="bMarg"/>
                      </dgm:constrLst>
                    </dgm:else>
                  </dgm:choose>
                  <dgm:ruleLst>
                    <dgm:rule type="primFontSz" val="5" fact="NaN" max="NaN"/>
                  </dgm:ruleLst>
                </dgm:layoutNode>
              </dgm:forEach>
              <dgm:forEach name="Name96" axis="ch" ptType="node" st="2" cnt="1">
                <dgm:layoutNode name="bullet4b" styleLbl="node1">
                  <dgm:alg type="sp"/>
                  <dgm:shape xmlns:r="http://schemas.openxmlformats.org/officeDocument/2006/relationships" type="ellipse" r:blip="">
                    <dgm:adjLst/>
                  </dgm:shape>
                  <dgm:presOf/>
                  <dgm:constrLst/>
                  <dgm:ruleLst/>
                </dgm:layoutNode>
                <dgm:layoutNode name="textBox4b" styleLbl="revTx">
                  <dgm:varLst>
                    <dgm:bulletEnabled val="1"/>
                  </dgm:varLst>
                  <dgm:choose name="Name97">
                    <dgm:if name="Name98" func="var" arg="dir" op="equ" val="norm">
                      <dgm:choose name="Name99">
                        <dgm:if name="Name100" axis="root des" ptType="all node" func="maxDepth" op="gt" val="1">
                          <dgm:alg type="tx">
                            <dgm:param type="txAnchorVert" val="t"/>
                            <dgm:param type="parTxLTRAlign" val="l"/>
                            <dgm:param type="parTxRTLAlign" val="r"/>
                          </dgm:alg>
                        </dgm:if>
                        <dgm:else name="Name101">
                          <dgm:alg type="tx">
                            <dgm:param type="txAnchorVert" val="t"/>
                            <dgm:param type="parTxLTRAlign" val="l"/>
                            <dgm:param type="parTxRTLAlign" val="l"/>
                          </dgm:alg>
                        </dgm:else>
                      </dgm:choose>
                    </dgm:if>
                    <dgm:else name="Name102">
                      <dgm:choose name="Name103">
                        <dgm:if name="Name104" axis="root des" ptType="all node" func="maxDepth" op="gt" val="1">
                          <dgm:alg type="tx">
                            <dgm:param type="txAnchorVert" val="b"/>
                            <dgm:param type="txAnchorVertCh" val="b"/>
                            <dgm:param type="parTxLTRAlign" val="l"/>
                            <dgm:param type="parTxRTLAlign" val="r"/>
                          </dgm:alg>
                        </dgm:if>
                        <dgm:else name="Name105">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06">
                    <dgm:if name="Name107" func="var" arg="dir" op="equ" val="norm">
                      <dgm:constrLst>
                        <dgm:constr type="rMarg"/>
                        <dgm:constr type="tMarg"/>
                        <dgm:constr type="bMarg"/>
                      </dgm:constrLst>
                    </dgm:if>
                    <dgm:else name="Name108">
                      <dgm:constrLst>
                        <dgm:constr type="lMarg"/>
                        <dgm:constr type="tMarg"/>
                        <dgm:constr type="bMarg"/>
                      </dgm:constrLst>
                    </dgm:else>
                  </dgm:choose>
                  <dgm:ruleLst>
                    <dgm:rule type="primFontSz" val="5" fact="NaN" max="NaN"/>
                  </dgm:ruleLst>
                </dgm:layoutNode>
              </dgm:forEach>
              <dgm:forEach name="Name109" axis="ch" ptType="node" st="3" cnt="1">
                <dgm:layoutNode name="bullet4c" styleLbl="node1">
                  <dgm:alg type="sp"/>
                  <dgm:shape xmlns:r="http://schemas.openxmlformats.org/officeDocument/2006/relationships" type="ellipse" r:blip="">
                    <dgm:adjLst/>
                  </dgm:shape>
                  <dgm:presOf/>
                  <dgm:constrLst/>
                  <dgm:ruleLst/>
                </dgm:layoutNode>
                <dgm:layoutNode name="textBox4c" styleLbl="revTx">
                  <dgm:varLst>
                    <dgm:bulletEnabled val="1"/>
                  </dgm:varLst>
                  <dgm:choose name="Name110">
                    <dgm:if name="Name111" func="var" arg="dir" op="equ" val="norm">
                      <dgm:choose name="Name112">
                        <dgm:if name="Name113" axis="root des" ptType="all node" func="maxDepth" op="gt" val="1">
                          <dgm:alg type="tx">
                            <dgm:param type="txAnchorVert" val="t"/>
                            <dgm:param type="parTxLTRAlign" val="l"/>
                            <dgm:param type="parTxRTLAlign" val="r"/>
                          </dgm:alg>
                        </dgm:if>
                        <dgm:else name="Name114">
                          <dgm:alg type="tx">
                            <dgm:param type="txAnchorVert" val="t"/>
                            <dgm:param type="parTxLTRAlign" val="l"/>
                            <dgm:param type="parTxRTLAlign" val="l"/>
                          </dgm:alg>
                        </dgm:else>
                      </dgm:choose>
                    </dgm:if>
                    <dgm:else name="Name115">
                      <dgm:choose name="Name116">
                        <dgm:if name="Name117" axis="root des" ptType="all node" func="maxDepth" op="gt" val="1">
                          <dgm:alg type="tx">
                            <dgm:param type="txAnchorVert" val="b"/>
                            <dgm:param type="txAnchorVertCh" val="b"/>
                            <dgm:param type="parTxLTRAlign" val="l"/>
                            <dgm:param type="parTxRTLAlign" val="r"/>
                          </dgm:alg>
                        </dgm:if>
                        <dgm:else name="Name118">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19">
                    <dgm:if name="Name120" func="var" arg="dir" op="equ" val="norm">
                      <dgm:constrLst>
                        <dgm:constr type="rMarg"/>
                        <dgm:constr type="tMarg"/>
                        <dgm:constr type="bMarg"/>
                      </dgm:constrLst>
                    </dgm:if>
                    <dgm:else name="Name121">
                      <dgm:constrLst>
                        <dgm:constr type="lMarg"/>
                        <dgm:constr type="tMarg"/>
                        <dgm:constr type="bMarg"/>
                      </dgm:constrLst>
                    </dgm:else>
                  </dgm:choose>
                  <dgm:ruleLst>
                    <dgm:rule type="primFontSz" val="5" fact="NaN" max="NaN"/>
                  </dgm:ruleLst>
                </dgm:layoutNode>
              </dgm:forEach>
              <dgm:forEach name="Name122" axis="ch" ptType="node" st="4" cnt="1">
                <dgm:layoutNode name="bullet4d" styleLbl="node1">
                  <dgm:alg type="sp"/>
                  <dgm:shape xmlns:r="http://schemas.openxmlformats.org/officeDocument/2006/relationships" type="ellipse" r:blip="">
                    <dgm:adjLst/>
                  </dgm:shape>
                  <dgm:presOf/>
                  <dgm:constrLst/>
                  <dgm:ruleLst/>
                </dgm:layoutNode>
                <dgm:layoutNode name="textBox4d" styleLbl="revTx">
                  <dgm:varLst>
                    <dgm:bulletEnabled val="1"/>
                  </dgm:varLst>
                  <dgm:choose name="Name123">
                    <dgm:if name="Name124" func="var" arg="dir" op="equ" val="norm">
                      <dgm:choose name="Name125">
                        <dgm:if name="Name126" axis="root des" ptType="all node" func="maxDepth" op="gt" val="1">
                          <dgm:alg type="tx">
                            <dgm:param type="txAnchorVert" val="t"/>
                            <dgm:param type="parTxLTRAlign" val="l"/>
                            <dgm:param type="parTxRTLAlign" val="r"/>
                          </dgm:alg>
                        </dgm:if>
                        <dgm:else name="Name127">
                          <dgm:alg type="tx">
                            <dgm:param type="txAnchorVert" val="t"/>
                            <dgm:param type="parTxLTRAlign" val="l"/>
                            <dgm:param type="parTxRTLAlign" val="l"/>
                          </dgm:alg>
                        </dgm:else>
                      </dgm:choose>
                    </dgm:if>
                    <dgm:else name="Name128">
                      <dgm:choose name="Name129">
                        <dgm:if name="Name130" axis="root des" ptType="all node" func="maxDepth" op="gt" val="1">
                          <dgm:alg type="tx">
                            <dgm:param type="txAnchorVert" val="b"/>
                            <dgm:param type="txAnchorVertCh" val="b"/>
                            <dgm:param type="parTxLTRAlign" val="l"/>
                            <dgm:param type="parTxRTLAlign" val="r"/>
                          </dgm:alg>
                        </dgm:if>
                        <dgm:else name="Name131">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32">
                    <dgm:if name="Name133" func="var" arg="dir" op="equ" val="norm">
                      <dgm:constrLst>
                        <dgm:constr type="rMarg"/>
                        <dgm:constr type="tMarg"/>
                        <dgm:constr type="bMarg"/>
                      </dgm:constrLst>
                    </dgm:if>
                    <dgm:else name="Name134">
                      <dgm:constrLst>
                        <dgm:constr type="lMarg"/>
                        <dgm:constr type="tMarg"/>
                        <dgm:constr type="bMarg"/>
                      </dgm:constrLst>
                    </dgm:else>
                  </dgm:choose>
                  <dgm:ruleLst>
                    <dgm:rule type="primFontSz" val="5" fact="NaN" max="NaN"/>
                  </dgm:ruleLst>
                </dgm:layoutNode>
              </dgm:forEach>
            </dgm:layoutNode>
          </dgm:if>
          <dgm:else name="Name135">
            <dgm:layoutNode name="arrowDiagram5">
              <dgm:alg type="composite">
                <dgm:param type="vertAlign" val="none"/>
                <dgm:param type="horzAlign" val="none"/>
              </dgm:alg>
              <dgm:shape xmlns:r="http://schemas.openxmlformats.org/officeDocument/2006/relationships" r:blip="">
                <dgm:adjLst/>
              </dgm:shape>
              <dgm:presOf/>
              <dgm:choose name="Name136">
                <dgm:if name="Name137" func="var" arg="dir" op="equ" val="norm">
                  <dgm:constrLst>
                    <dgm:constr type="ctrX" for="ch" forName="bullet5a" refType="w" fact="0.11"/>
                    <dgm:constr type="ctrY" for="ch" forName="bullet5a" refType="h" fact="0.762"/>
                    <dgm:constr type="w" for="ch" forName="bullet5a" refType="w" fact="0.023"/>
                    <dgm:constr type="h" for="ch" forName="bullet5a" refType="w" refFor="ch" refForName="bullet5a"/>
                    <dgm:constr type="l" for="ch" forName="textBox5a" refType="ctrX" refFor="ch" refForName="bullet5a"/>
                    <dgm:constr type="t" for="ch" forName="textBox5a" refType="ctrY" refFor="ch" refForName="bullet5a"/>
                    <dgm:constr type="w" for="ch" forName="textBox5a" refType="w" fact="0.131"/>
                    <dgm:constr type="h" for="ch" forName="textBox5a" refType="h" fact="0.238"/>
                    <dgm:constr type="userA" refType="h" refFor="ch" refForName="bullet5a" fact="0.53"/>
                    <dgm:constr type="lMarg" for="ch" forName="textBox5a" refType="userA" fact="2.834"/>
                    <dgm:constr type="ctrX" for="ch" forName="bullet5b" refType="w" fact="0.241"/>
                    <dgm:constr type="ctrY" for="ch" forName="bullet5b" refType="h" fact="0.581"/>
                    <dgm:constr type="w" for="ch" forName="bullet5b" refType="w" fact="0.036"/>
                    <dgm:constr type="h" for="ch" forName="bullet5b" refType="w" refFor="ch" refForName="bullet5b"/>
                    <dgm:constr type="l" for="ch" forName="textBox5b" refType="ctrX" refFor="ch" refForName="bullet5b"/>
                    <dgm:constr type="t" for="ch" forName="textBox5b" refType="ctrY" refFor="ch" refForName="bullet5b"/>
                    <dgm:constr type="w" for="ch" forName="textBox5b" refType="w" fact="0.166"/>
                    <dgm:constr type="h" for="ch" forName="textBox5b" refType="h" fact="0.419"/>
                    <dgm:constr type="userB" refType="h" refFor="ch" refForName="bullet5b" fact="0.53"/>
                    <dgm:constr type="lMarg" for="ch" forName="textBox5b" refType="userB" fact="2.834"/>
                    <dgm:constr type="ctrX" for="ch" forName="bullet5c" refType="w" fact="0.407"/>
                    <dgm:constr type="ctrY" for="ch" forName="bullet5c" refType="h" fact="0.438"/>
                    <dgm:constr type="w" for="ch" forName="bullet5c" refType="w" fact="0.048"/>
                    <dgm:constr type="h" for="ch" forName="bullet5c" refType="w" refFor="ch" refForName="bullet5c"/>
                    <dgm:constr type="l" for="ch" forName="textBox5c" refType="ctrX" refFor="ch" refForName="bullet5c"/>
                    <dgm:constr type="t" for="ch" forName="textBox5c" refType="ctrY" refFor="ch" refForName="bullet5c"/>
                    <dgm:constr type="w" for="ch" forName="textBox5c" refType="w" fact="0.193"/>
                    <dgm:constr type="h" for="ch" forName="textBox5c" refType="h" fact="0.562"/>
                    <dgm:constr type="userC" refType="h" refFor="ch" refForName="bullet5c" fact="0.53"/>
                    <dgm:constr type="lMarg" for="ch" forName="textBox5c" refType="userC" fact="2.834"/>
                    <dgm:constr type="ctrX" for="ch" forName="bullet5d" refType="w" fact="0.6"/>
                    <dgm:constr type="ctrY" for="ch" forName="bullet5d" refType="h" fact="0.33"/>
                    <dgm:constr type="w" for="ch" forName="bullet5d" refType="w" fact="0.062"/>
                    <dgm:constr type="h" for="ch" forName="bullet5d" refType="w" refFor="ch" refForName="bullet5d"/>
                    <dgm:constr type="l" for="ch" forName="textBox5d" refType="ctrX" refFor="ch" refForName="bullet5d"/>
                    <dgm:constr type="t" for="ch" forName="textBox5d" refType="ctrY" refFor="ch" refForName="bullet5d"/>
                    <dgm:constr type="w" for="ch" forName="textBox5d" refType="w" fact="0.2"/>
                    <dgm:constr type="h" for="ch" forName="textBox5d" refType="h" fact="0.67"/>
                    <dgm:constr type="userD" refType="h" refFor="ch" refForName="bullet5d" fact="0.53"/>
                    <dgm:constr type="lMarg" for="ch" forName="textBox5d" refType="userD" fact="2.834"/>
                    <dgm:constr type="ctrX" for="ch" forName="bullet5e" refType="w" fact="0.8"/>
                    <dgm:constr type="ctrY" for="ch" forName="bullet5e" refType="h" fact="0.264"/>
                    <dgm:constr type="w" for="ch" forName="bullet5e" refType="w" fact="0.079"/>
                    <dgm:constr type="h" for="ch" forName="bullet5e" refType="w" refFor="ch" refForName="bullet5e"/>
                    <dgm:constr type="l" for="ch" forName="textBox5e" refType="ctrX" refFor="ch" refForName="bullet5e"/>
                    <dgm:constr type="t" for="ch" forName="textBox5e" refType="ctrY" refFor="ch" refForName="bullet5e"/>
                    <dgm:constr type="w" for="ch" forName="textBox5e" refType="w" fact="0.2"/>
                    <dgm:constr type="h" for="ch" forName="textBox5e" refType="h" fact="0.736"/>
                    <dgm:constr type="userE" refType="h" refFor="ch" refForName="bullet5e" fact="0.53"/>
                    <dgm:constr type="lMarg" for="ch" forName="textBox5e" refType="userE" fact="2.834"/>
                    <dgm:constr type="primFontSz" for="ch" ptType="node" op="equ" val="65"/>
                  </dgm:constrLst>
                </dgm:if>
                <dgm:else name="Name138">
                  <dgm:constrLst>
                    <dgm:constr type="ctrX" for="ch" forName="bullet5a" refType="w" fact="0.11"/>
                    <dgm:constr type="ctrY" for="ch" forName="bullet5a" refType="h" fact="0.762"/>
                    <dgm:constr type="w" for="ch" forName="bullet5a" refType="w" fact="0.023"/>
                    <dgm:constr type="h" for="ch" forName="bullet5a" refType="w" refFor="ch" refForName="bullet5a"/>
                    <dgm:constr type="r" for="ch" forName="textBox5a" refType="ctrX" refFor="ch" refForName="bullet5a"/>
                    <dgm:constr type="b" for="ch" forName="textBox5a" refType="ctrY" refFor="ch" refForName="bullet5a"/>
                    <dgm:constr type="w" for="ch" forName="textBox5a" refType="w" fact="0.11"/>
                    <dgm:constr type="h" for="ch" forName="textBox5a" refType="h" fact="0.762"/>
                    <dgm:constr type="userA" refType="h" refFor="ch" refForName="bullet5a" fact="0.53"/>
                    <dgm:constr type="rMarg" for="ch" forName="textBox5a" refType="userA" fact="2.834"/>
                    <dgm:constr type="ctrX" for="ch" forName="bullet5b" refType="w" fact="0.241"/>
                    <dgm:constr type="ctrY" for="ch" forName="bullet5b" refType="h" fact="0.581"/>
                    <dgm:constr type="w" for="ch" forName="bullet5b" refType="w" fact="0.036"/>
                    <dgm:constr type="h" for="ch" forName="bullet5b" refType="w" refFor="ch" refForName="bullet5b"/>
                    <dgm:constr type="r" for="ch" forName="textBox5b" refType="ctrX" refFor="ch" refForName="bullet5b"/>
                    <dgm:constr type="b" for="ch" forName="textBox5b" refType="ctrY" refFor="ch" refForName="bullet5b"/>
                    <dgm:constr type="w" for="ch" forName="textBox5b" refType="w" fact="0.131"/>
                    <dgm:constr type="h" for="ch" forName="textBox5b" refType="h" fact="0.581"/>
                    <dgm:constr type="userB" refType="h" refFor="ch" refForName="bullet5b" fact="0.53"/>
                    <dgm:constr type="rMarg" for="ch" forName="textBox5b" refType="userB" fact="2.834"/>
                    <dgm:constr type="ctrX" for="ch" forName="bullet5c" refType="w" fact="0.407"/>
                    <dgm:constr type="ctrY" for="ch" forName="bullet5c" refType="h" fact="0.438"/>
                    <dgm:constr type="w" for="ch" forName="bullet5c" refType="w" fact="0.048"/>
                    <dgm:constr type="h" for="ch" forName="bullet5c" refType="w" refFor="ch" refForName="bullet5c"/>
                    <dgm:constr type="r" for="ch" forName="textBox5c" refType="ctrX" refFor="ch" refForName="bullet5c"/>
                    <dgm:constr type="b" for="ch" forName="textBox5c" refType="ctrY" refFor="ch" refForName="bullet5c"/>
                    <dgm:constr type="w" for="ch" forName="textBox5c" refType="w" fact="0.166"/>
                    <dgm:constr type="h" for="ch" forName="textBox5c" refType="h" fact="0.438"/>
                    <dgm:constr type="userC" refType="h" refFor="ch" refForName="bullet5c" fact="0.53"/>
                    <dgm:constr type="rMarg" for="ch" forName="textBox5c" refType="userC" fact="2.834"/>
                    <dgm:constr type="ctrX" for="ch" forName="bullet5d" refType="w" fact="0.6"/>
                    <dgm:constr type="ctrY" for="ch" forName="bullet5d" refType="h" fact="0.33"/>
                    <dgm:constr type="w" for="ch" forName="bullet5d" refType="w" fact="0.062"/>
                    <dgm:constr type="h" for="ch" forName="bullet5d" refType="w" refFor="ch" refForName="bullet5d"/>
                    <dgm:constr type="r" for="ch" forName="textBox5d" refType="ctrX" refFor="ch" refForName="bullet5d"/>
                    <dgm:constr type="b" for="ch" forName="textBox5d" refType="ctrY" refFor="ch" refForName="bullet5d"/>
                    <dgm:constr type="w" for="ch" forName="textBox5d" refType="w" fact="0.193"/>
                    <dgm:constr type="h" for="ch" forName="textBox5d" refType="h" fact="0.33"/>
                    <dgm:constr type="userD" refType="h" refFor="ch" refForName="bullet5d" fact="0.53"/>
                    <dgm:constr type="rMarg" for="ch" forName="textBox5d" refType="userD" fact="2.834"/>
                    <dgm:constr type="ctrX" for="ch" forName="bullet5e" refType="w" fact="0.8"/>
                    <dgm:constr type="ctrY" for="ch" forName="bullet5e" refType="h" fact="0.264"/>
                    <dgm:constr type="w" for="ch" forName="bullet5e" refType="w" fact="0.079"/>
                    <dgm:constr type="h" for="ch" forName="bullet5e" refType="w" refFor="ch" refForName="bullet5e"/>
                    <dgm:constr type="r" for="ch" forName="textBox5e" refType="ctrX" refFor="ch" refForName="bullet5e"/>
                    <dgm:constr type="b" for="ch" forName="textBox5e" refType="ctrY" refFor="ch" refForName="bullet5e"/>
                    <dgm:constr type="w" for="ch" forName="textBox5e" refType="w" fact="0.2"/>
                    <dgm:constr type="h" for="ch" forName="textBox5e" refType="h" fact="0.264"/>
                    <dgm:constr type="userE" refType="h" refFor="ch" refForName="bullet5e" fact="0.53"/>
                    <dgm:constr type="rMarg" for="ch" forName="textBox5e" refType="userE" fact="2.834"/>
                    <dgm:constr type="primFontSz" for="ch" ptType="node" op="equ" val="65"/>
                  </dgm:constrLst>
                </dgm:else>
              </dgm:choose>
              <dgm:ruleLst/>
              <dgm:forEach name="Name139" axis="ch" ptType="node" cnt="1">
                <dgm:layoutNode name="bullet5a" styleLbl="node1">
                  <dgm:alg type="sp"/>
                  <dgm:shape xmlns:r="http://schemas.openxmlformats.org/officeDocument/2006/relationships" type="ellipse" r:blip="">
                    <dgm:adjLst/>
                  </dgm:shape>
                  <dgm:presOf/>
                  <dgm:constrLst/>
                  <dgm:ruleLst/>
                </dgm:layoutNode>
                <dgm:layoutNode name="textBox5a" styleLbl="revTx">
                  <dgm:varLst>
                    <dgm:bulletEnabled val="1"/>
                  </dgm:varLst>
                  <dgm:choose name="Name140">
                    <dgm:if name="Name141" func="var" arg="dir" op="equ" val="norm">
                      <dgm:choose name="Name142">
                        <dgm:if name="Name143" axis="root des" ptType="all node" func="maxDepth" op="gt" val="1">
                          <dgm:alg type="tx">
                            <dgm:param type="txAnchorVert" val="t"/>
                            <dgm:param type="parTxLTRAlign" val="l"/>
                            <dgm:param type="parTxRTLAlign" val="r"/>
                          </dgm:alg>
                        </dgm:if>
                        <dgm:else name="Name144">
                          <dgm:alg type="tx">
                            <dgm:param type="txAnchorVert" val="t"/>
                            <dgm:param type="parTxLTRAlign" val="l"/>
                            <dgm:param type="parTxRTLAlign" val="l"/>
                          </dgm:alg>
                        </dgm:else>
                      </dgm:choose>
                    </dgm:if>
                    <dgm:else name="Name145">
                      <dgm:choose name="Name146">
                        <dgm:if name="Name147" axis="root des" ptType="all node" func="maxDepth" op="gt" val="1">
                          <dgm:alg type="tx">
                            <dgm:param type="txAnchorVert" val="b"/>
                            <dgm:param type="txAnchorVertCh" val="b"/>
                            <dgm:param type="parTxLTRAlign" val="l"/>
                            <dgm:param type="parTxRTLAlign" val="r"/>
                          </dgm:alg>
                        </dgm:if>
                        <dgm:else name="Name148">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49">
                    <dgm:if name="Name150" func="var" arg="dir" op="equ" val="norm">
                      <dgm:constrLst>
                        <dgm:constr type="rMarg"/>
                        <dgm:constr type="tMarg"/>
                        <dgm:constr type="bMarg"/>
                      </dgm:constrLst>
                    </dgm:if>
                    <dgm:else name="Name151">
                      <dgm:constrLst>
                        <dgm:constr type="lMarg"/>
                        <dgm:constr type="tMarg"/>
                        <dgm:constr type="bMarg"/>
                      </dgm:constrLst>
                    </dgm:else>
                  </dgm:choose>
                  <dgm:ruleLst>
                    <dgm:rule type="primFontSz" val="5" fact="NaN" max="NaN"/>
                  </dgm:ruleLst>
                </dgm:layoutNode>
              </dgm:forEach>
              <dgm:forEach name="Name152" axis="ch" ptType="node" st="2" cnt="1">
                <dgm:layoutNode name="bullet5b" styleLbl="node1">
                  <dgm:alg type="sp"/>
                  <dgm:shape xmlns:r="http://schemas.openxmlformats.org/officeDocument/2006/relationships" type="ellipse" r:blip="">
                    <dgm:adjLst/>
                  </dgm:shape>
                  <dgm:presOf/>
                  <dgm:constrLst/>
                  <dgm:ruleLst/>
                </dgm:layoutNode>
                <dgm:layoutNode name="textBox5b" styleLbl="revTx">
                  <dgm:varLst>
                    <dgm:bulletEnabled val="1"/>
                  </dgm:varLst>
                  <dgm:choose name="Name153">
                    <dgm:if name="Name154" func="var" arg="dir" op="equ" val="norm">
                      <dgm:choose name="Name155">
                        <dgm:if name="Name156" axis="root des" ptType="all node" func="maxDepth" op="gt" val="1">
                          <dgm:alg type="tx">
                            <dgm:param type="txAnchorVert" val="t"/>
                            <dgm:param type="parTxLTRAlign" val="l"/>
                            <dgm:param type="parTxRTLAlign" val="r"/>
                          </dgm:alg>
                        </dgm:if>
                        <dgm:else name="Name157">
                          <dgm:alg type="tx">
                            <dgm:param type="txAnchorVert" val="t"/>
                            <dgm:param type="parTxLTRAlign" val="l"/>
                            <dgm:param type="parTxRTLAlign" val="l"/>
                          </dgm:alg>
                        </dgm:else>
                      </dgm:choose>
                    </dgm:if>
                    <dgm:else name="Name158">
                      <dgm:choose name="Name159">
                        <dgm:if name="Name160" axis="root des" ptType="all node" func="maxDepth" op="gt" val="1">
                          <dgm:alg type="tx">
                            <dgm:param type="txAnchorVert" val="b"/>
                            <dgm:param type="txAnchorVertCh" val="b"/>
                            <dgm:param type="parTxLTRAlign" val="l"/>
                            <dgm:param type="parTxRTLAlign" val="r"/>
                          </dgm:alg>
                        </dgm:if>
                        <dgm:else name="Name161">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62">
                    <dgm:if name="Name163" func="var" arg="dir" op="equ" val="norm">
                      <dgm:constrLst>
                        <dgm:constr type="rMarg"/>
                        <dgm:constr type="tMarg"/>
                        <dgm:constr type="bMarg"/>
                      </dgm:constrLst>
                    </dgm:if>
                    <dgm:else name="Name164">
                      <dgm:constrLst>
                        <dgm:constr type="lMarg"/>
                        <dgm:constr type="tMarg"/>
                        <dgm:constr type="bMarg"/>
                      </dgm:constrLst>
                    </dgm:else>
                  </dgm:choose>
                  <dgm:ruleLst>
                    <dgm:rule type="primFontSz" val="5" fact="NaN" max="NaN"/>
                  </dgm:ruleLst>
                </dgm:layoutNode>
              </dgm:forEach>
              <dgm:forEach name="Name165" axis="ch" ptType="node" st="3" cnt="1">
                <dgm:layoutNode name="bullet5c" styleLbl="node1">
                  <dgm:alg type="sp"/>
                  <dgm:shape xmlns:r="http://schemas.openxmlformats.org/officeDocument/2006/relationships" type="ellipse" r:blip="">
                    <dgm:adjLst/>
                  </dgm:shape>
                  <dgm:presOf/>
                  <dgm:constrLst/>
                  <dgm:ruleLst/>
                </dgm:layoutNode>
                <dgm:layoutNode name="textBox5c" styleLbl="revTx">
                  <dgm:varLst>
                    <dgm:bulletEnabled val="1"/>
                  </dgm:varLst>
                  <dgm:choose name="Name166">
                    <dgm:if name="Name167" func="var" arg="dir" op="equ" val="norm">
                      <dgm:choose name="Name168">
                        <dgm:if name="Name169" axis="root des" ptType="all node" func="maxDepth" op="gt" val="1">
                          <dgm:alg type="tx">
                            <dgm:param type="txAnchorVert" val="t"/>
                            <dgm:param type="parTxLTRAlign" val="l"/>
                            <dgm:param type="parTxRTLAlign" val="r"/>
                          </dgm:alg>
                        </dgm:if>
                        <dgm:else name="Name170">
                          <dgm:alg type="tx">
                            <dgm:param type="txAnchorVert" val="t"/>
                            <dgm:param type="parTxLTRAlign" val="l"/>
                            <dgm:param type="parTxRTLAlign" val="l"/>
                          </dgm:alg>
                        </dgm:else>
                      </dgm:choose>
                    </dgm:if>
                    <dgm:else name="Name171">
                      <dgm:choose name="Name172">
                        <dgm:if name="Name173" axis="root des" ptType="all node" func="maxDepth" op="gt" val="1">
                          <dgm:alg type="tx">
                            <dgm:param type="txAnchorVert" val="b"/>
                            <dgm:param type="txAnchorVertCh" val="b"/>
                            <dgm:param type="parTxLTRAlign" val="l"/>
                            <dgm:param type="parTxRTLAlign" val="r"/>
                          </dgm:alg>
                        </dgm:if>
                        <dgm:else name="Name174">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75">
                    <dgm:if name="Name176" func="var" arg="dir" op="equ" val="norm">
                      <dgm:constrLst>
                        <dgm:constr type="rMarg"/>
                        <dgm:constr type="tMarg"/>
                        <dgm:constr type="bMarg"/>
                      </dgm:constrLst>
                    </dgm:if>
                    <dgm:else name="Name177">
                      <dgm:constrLst>
                        <dgm:constr type="lMarg"/>
                        <dgm:constr type="tMarg"/>
                        <dgm:constr type="bMarg"/>
                      </dgm:constrLst>
                    </dgm:else>
                  </dgm:choose>
                  <dgm:ruleLst>
                    <dgm:rule type="primFontSz" val="5" fact="NaN" max="NaN"/>
                  </dgm:ruleLst>
                </dgm:layoutNode>
              </dgm:forEach>
              <dgm:forEach name="Name178" axis="ch" ptType="node" st="4" cnt="1">
                <dgm:layoutNode name="bullet5d" styleLbl="node1">
                  <dgm:alg type="sp"/>
                  <dgm:shape xmlns:r="http://schemas.openxmlformats.org/officeDocument/2006/relationships" type="ellipse" r:blip="">
                    <dgm:adjLst/>
                  </dgm:shape>
                  <dgm:presOf/>
                  <dgm:constrLst/>
                  <dgm:ruleLst/>
                </dgm:layoutNode>
                <dgm:layoutNode name="textBox5d" styleLbl="revTx">
                  <dgm:varLst>
                    <dgm:bulletEnabled val="1"/>
                  </dgm:varLst>
                  <dgm:choose name="Name179">
                    <dgm:if name="Name180" func="var" arg="dir" op="equ" val="norm">
                      <dgm:choose name="Name181">
                        <dgm:if name="Name182" axis="root des" ptType="all node" func="maxDepth" op="gt" val="1">
                          <dgm:alg type="tx">
                            <dgm:param type="txAnchorVert" val="t"/>
                            <dgm:param type="parTxLTRAlign" val="l"/>
                            <dgm:param type="parTxRTLAlign" val="r"/>
                          </dgm:alg>
                        </dgm:if>
                        <dgm:else name="Name183">
                          <dgm:alg type="tx">
                            <dgm:param type="txAnchorVert" val="t"/>
                            <dgm:param type="parTxLTRAlign" val="l"/>
                            <dgm:param type="parTxRTLAlign" val="l"/>
                          </dgm:alg>
                        </dgm:else>
                      </dgm:choose>
                    </dgm:if>
                    <dgm:else name="Name184">
                      <dgm:choose name="Name185">
                        <dgm:if name="Name186" axis="root des" ptType="all node" func="maxDepth" op="gt" val="1">
                          <dgm:alg type="tx">
                            <dgm:param type="txAnchorVert" val="b"/>
                            <dgm:param type="txAnchorVertCh" val="b"/>
                            <dgm:param type="parTxLTRAlign" val="l"/>
                            <dgm:param type="parTxRTLAlign" val="r"/>
                          </dgm:alg>
                        </dgm:if>
                        <dgm:else name="Name187">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88">
                    <dgm:if name="Name189" func="var" arg="dir" op="equ" val="norm">
                      <dgm:constrLst>
                        <dgm:constr type="rMarg"/>
                        <dgm:constr type="tMarg"/>
                        <dgm:constr type="bMarg"/>
                      </dgm:constrLst>
                    </dgm:if>
                    <dgm:else name="Name190">
                      <dgm:constrLst>
                        <dgm:constr type="lMarg"/>
                        <dgm:constr type="tMarg"/>
                        <dgm:constr type="bMarg"/>
                      </dgm:constrLst>
                    </dgm:else>
                  </dgm:choose>
                  <dgm:ruleLst>
                    <dgm:rule type="primFontSz" val="5" fact="NaN" max="NaN"/>
                  </dgm:ruleLst>
                </dgm:layoutNode>
              </dgm:forEach>
              <dgm:forEach name="Name191" axis="ch" ptType="node" st="5" cnt="1">
                <dgm:layoutNode name="bullet5e" styleLbl="node1">
                  <dgm:alg type="sp"/>
                  <dgm:shape xmlns:r="http://schemas.openxmlformats.org/officeDocument/2006/relationships" type="ellipse" r:blip="">
                    <dgm:adjLst/>
                  </dgm:shape>
                  <dgm:presOf/>
                  <dgm:constrLst/>
                  <dgm:ruleLst/>
                </dgm:layoutNode>
                <dgm:layoutNode name="textBox5e" styleLbl="revTx">
                  <dgm:varLst>
                    <dgm:bulletEnabled val="1"/>
                  </dgm:varLst>
                  <dgm:choose name="Name192">
                    <dgm:if name="Name193" func="var" arg="dir" op="equ" val="norm">
                      <dgm:choose name="Name194">
                        <dgm:if name="Name195" axis="root des" ptType="all node" func="maxDepth" op="gt" val="1">
                          <dgm:alg type="tx">
                            <dgm:param type="txAnchorVert" val="t"/>
                            <dgm:param type="parTxLTRAlign" val="l"/>
                            <dgm:param type="parTxRTLAlign" val="r"/>
                          </dgm:alg>
                        </dgm:if>
                        <dgm:else name="Name196">
                          <dgm:alg type="tx">
                            <dgm:param type="txAnchorVert" val="t"/>
                            <dgm:param type="parTxLTRAlign" val="l"/>
                            <dgm:param type="parTxRTLAlign" val="l"/>
                          </dgm:alg>
                        </dgm:else>
                      </dgm:choose>
                    </dgm:if>
                    <dgm:else name="Name197">
                      <dgm:choose name="Name198">
                        <dgm:if name="Name199" axis="root des" ptType="all node" func="maxDepth" op="gt" val="1">
                          <dgm:alg type="tx">
                            <dgm:param type="txAnchorVert" val="b"/>
                            <dgm:param type="txAnchorVertCh" val="b"/>
                            <dgm:param type="parTxLTRAlign" val="l"/>
                            <dgm:param type="parTxRTLAlign" val="r"/>
                          </dgm:alg>
                        </dgm:if>
                        <dgm:else name="Name200">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201">
                    <dgm:if name="Name202" func="var" arg="dir" op="equ" val="norm">
                      <dgm:constrLst>
                        <dgm:constr type="rMarg"/>
                        <dgm:constr type="tMarg"/>
                        <dgm:constr type="bMarg"/>
                      </dgm:constrLst>
                    </dgm:if>
                    <dgm:else name="Name203">
                      <dgm:constrLst>
                        <dgm:constr type="lMarg"/>
                        <dgm:constr type="tMarg"/>
                        <dgm:constr type="bMarg"/>
                      </dgm:constrLst>
                    </dgm:else>
                  </dgm:choose>
                  <dgm:ruleLst>
                    <dgm:rule type="primFontSz" val="5" fact="NaN" max="NaN"/>
                  </dgm:ruleLst>
                </dgm:layoutNode>
              </dgm:forEach>
            </dgm:layoutNode>
          </dgm:else>
        </dgm:choose>
      </dgm:if>
      <dgm:else name="Name204"/>
    </dgm:choose>
  </dgm:layoutNode>
</dgm:layoutDef>
</file>

<file path=ppt/diagrams/layout9.xml><?xml version="1.0" encoding="utf-8"?>
<dgm:layoutDef xmlns:dgm="http://schemas.openxmlformats.org/drawingml/2006/diagram" xmlns:a="http://schemas.openxmlformats.org/drawingml/2006/main" uniqueId="urn:microsoft.com/office/officeart/2005/8/layout/arrow2">
  <dgm:title val=""/>
  <dgm:desc val=""/>
  <dgm:catLst>
    <dgm:cat type="process" pri="2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arrowDiagram">
    <dgm:varLst>
      <dgm:chMax val="5"/>
      <dgm:dir/>
      <dgm:resizeHandles val="exact"/>
    </dgm:varLst>
    <dgm:alg type="composite">
      <dgm:param type="ar" val="1.6"/>
    </dgm:alg>
    <dgm:shape xmlns:r="http://schemas.openxmlformats.org/officeDocument/2006/relationships" r:blip="">
      <dgm:adjLst/>
    </dgm:shape>
    <dgm:presOf/>
    <dgm:constrLst>
      <dgm:constr type="l" for="ch" forName="arrow"/>
      <dgm:constr type="t" for="ch" forName="arrow"/>
      <dgm:constr type="w" for="ch" forName="arrow" refType="w"/>
      <dgm:constr type="h" for="ch" forName="arrow" refType="h"/>
      <dgm:constr type="ctrX" for="ch" forName="arrowDiagram1" refType="w" fact="0.5"/>
      <dgm:constr type="ctrY" for="ch" forName="arrowDiagram1" refType="h" fact="0.5"/>
      <dgm:constr type="w" for="ch" forName="arrowDiagram1" refType="w"/>
      <dgm:constr type="h" for="ch" forName="arrowDiagram1" refType="h"/>
      <dgm:constr type="ctrX" for="ch" forName="arrowDiagram2" refType="w" fact="0.5"/>
      <dgm:constr type="ctrY" for="ch" forName="arrowDiagram2" refType="h" fact="0.5"/>
      <dgm:constr type="w" for="ch" forName="arrowDiagram2" refType="w"/>
      <dgm:constr type="h" for="ch" forName="arrowDiagram2" refType="h"/>
      <dgm:constr type="ctrX" for="ch" forName="arrowDiagram3" refType="w" fact="0.5"/>
      <dgm:constr type="ctrY" for="ch" forName="arrowDiagram3" refType="h" fact="0.5"/>
      <dgm:constr type="w" for="ch" forName="arrowDiagram3" refType="w"/>
      <dgm:constr type="h" for="ch" forName="arrowDiagram3" refType="h"/>
      <dgm:constr type="ctrX" for="ch" forName="arrowDiagram4" refType="w" fact="0.5"/>
      <dgm:constr type="ctrY" for="ch" forName="arrowDiagram4" refType="h" fact="0.5"/>
      <dgm:constr type="w" for="ch" forName="arrowDiagram4" refType="w"/>
      <dgm:constr type="h" for="ch" forName="arrowDiagram4" refType="h"/>
      <dgm:constr type="ctrX" for="ch" forName="arrowDiagram5" refType="w" fact="0.5"/>
      <dgm:constr type="ctrY" for="ch" forName="arrowDiagram5" refType="h" fact="0.5"/>
      <dgm:constr type="w" for="ch" forName="arrowDiagram5" refType="w"/>
      <dgm:constr type="h" for="ch" forName="arrowDiagram5" refType="h"/>
    </dgm:constrLst>
    <dgm:ruleLst/>
    <dgm:choose name="Name0">
      <dgm:if name="Name1" axis="ch" ptType="node" func="cnt" op="gte" val="1">
        <dgm:layoutNode name="arrow" styleLbl="bgShp">
          <dgm:alg type="sp"/>
          <dgm:shape xmlns:r="http://schemas.openxmlformats.org/officeDocument/2006/relationships" type="swooshArrow" r:blip="">
            <dgm:adjLst>
              <dgm:adj idx="2" val="0.25"/>
            </dgm:adjLst>
          </dgm:shape>
          <dgm:presOf/>
          <dgm:constrLst/>
          <dgm:ruleLst/>
        </dgm:layoutNode>
        <dgm:choose name="Name2">
          <dgm:if name="Name3" axis="ch" ptType="node" func="cnt" op="lt" val="1"/>
          <dgm:if name="Name4" axis="ch" ptType="node" func="cnt" op="equ" val="1">
            <dgm:layoutNode name="arrowDiagram1">
              <dgm:varLst>
                <dgm:bulletEnabled val="1"/>
              </dgm:varLst>
              <dgm:alg type="composite">
                <dgm:param type="vertAlign" val="none"/>
                <dgm:param type="horzAlign" val="none"/>
              </dgm:alg>
              <dgm:shape xmlns:r="http://schemas.openxmlformats.org/officeDocument/2006/relationships" r:blip="">
                <dgm:adjLst/>
              </dgm:shape>
              <dgm:presOf/>
              <dgm:constrLst>
                <dgm:constr type="ctrX" for="ch" forName="bullet1" refType="w" fact="0.8"/>
                <dgm:constr type="ctrY" for="ch" forName="bullet1" refType="h" fact="0.262"/>
                <dgm:constr type="w" for="ch" forName="bullet1" refType="w" fact="0.074"/>
                <dgm:constr type="h" for="ch" forName="bullet1" refType="w" refFor="ch" refForName="bullet1"/>
                <dgm:constr type="r" for="ch" forName="textBox1" refType="ctrX" refFor="ch" refForName="bullet1"/>
                <dgm:constr type="t" for="ch" forName="textBox1" refType="ctrY" refFor="ch" refForName="bullet1"/>
                <dgm:constr type="w" for="ch" forName="textBox1" refType="w" fact="0.4"/>
                <dgm:constr type="h" for="ch" forName="textBox1" refType="h" fact="0.738"/>
                <dgm:constr type="userA" refType="h" refFor="ch" refForName="bullet1" fact="0.53"/>
                <dgm:constr type="rMarg" for="ch" forName="textBox1" refType="userA" fact="2.834"/>
                <dgm:constr type="primFontSz" for="ch" ptType="node" op="equ" val="65"/>
              </dgm:constrLst>
              <dgm:ruleLst/>
              <dgm:forEach name="Name5" axis="ch" ptType="node" cnt="1">
                <dgm:layoutNode name="bullet1" styleLbl="node1">
                  <dgm:alg type="sp"/>
                  <dgm:shape xmlns:r="http://schemas.openxmlformats.org/officeDocument/2006/relationships" type="ellipse" r:blip="">
                    <dgm:adjLst/>
                  </dgm:shape>
                  <dgm:presOf/>
                  <dgm:constrLst/>
                  <dgm:ruleLst/>
                </dgm:layoutNode>
                <dgm:layoutNode name="textBox1" styleLbl="revTx">
                  <dgm:varLst>
                    <dgm:bulletEnabled val="1"/>
                  </dgm:varLst>
                  <dgm:alg type="tx">
                    <dgm:param type="txAnchorVert" val="t"/>
                    <dgm:param type="parTxLTRAlign" val="r"/>
                    <dgm:param type="parTxRTLAlign" val="r"/>
                  </dgm:alg>
                  <dgm:shape xmlns:r="http://schemas.openxmlformats.org/officeDocument/2006/relationships" type="round2DiagRect" r:blip="">
                    <dgm:adjLst/>
                  </dgm:shape>
                  <dgm:presOf axis="desOrSelf" ptType="node"/>
                  <dgm:constrLst>
                    <dgm:constr type="lMarg"/>
                    <dgm:constr type="tMarg"/>
                    <dgm:constr type="bMarg"/>
                  </dgm:constrLst>
                  <dgm:ruleLst>
                    <dgm:rule type="primFontSz" val="5" fact="NaN" max="NaN"/>
                  </dgm:ruleLst>
                </dgm:layoutNode>
              </dgm:forEach>
            </dgm:layoutNode>
          </dgm:if>
          <dgm:if name="Name6" axis="ch" ptType="node" func="cnt" op="equ" val="2">
            <dgm:layoutNode name="arrowDiagram2">
              <dgm:alg type="composite">
                <dgm:param type="vertAlign" val="none"/>
                <dgm:param type="horzAlign" val="none"/>
              </dgm:alg>
              <dgm:shape xmlns:r="http://schemas.openxmlformats.org/officeDocument/2006/relationships" r:blip="">
                <dgm:adjLst/>
              </dgm:shape>
              <dgm:presOf/>
              <dgm:choose name="Name7">
                <dgm:if name="Name8" func="var" arg="dir" op="equ" val="norm">
                  <dgm:constrLst>
                    <dgm:constr type="ctrX" for="ch" forName="bullet2a" refType="w" fact="0.25"/>
                    <dgm:constr type="ctrY" for="ch" forName="bullet2a" refType="h" fact="0.573"/>
                    <dgm:constr type="w" for="ch" forName="bullet2a" refType="w" fact="0.035"/>
                    <dgm:constr type="h" for="ch" forName="bullet2a" refType="w" refFor="ch" refForName="bullet2a"/>
                    <dgm:constr type="l" for="ch" forName="textBox2a" refType="ctrX" refFor="ch" refForName="bullet2a"/>
                    <dgm:constr type="t" for="ch" forName="textBox2a" refType="ctrY" refFor="ch" refForName="bullet2a"/>
                    <dgm:constr type="w" for="ch" forName="textBox2a" refType="w" fact="0.325"/>
                    <dgm:constr type="h" for="ch" forName="textBox2a" refType="h" fact="0.427"/>
                    <dgm:constr type="userA" refType="h" refFor="ch" refForName="bullet2a" fact="0.53"/>
                    <dgm:constr type="lMarg" for="ch" forName="textBox2a" refType="userA" fact="2.834"/>
                    <dgm:constr type="ctrX" for="ch" forName="bullet2b" refType="w" fact="0.585"/>
                    <dgm:constr type="ctrY" for="ch" forName="bullet2b" refType="h" fact="0.338"/>
                    <dgm:constr type="w" for="ch" forName="bullet2b" refType="w" fact="0.06"/>
                    <dgm:constr type="h" for="ch" forName="bullet2b" refType="w" refFor="ch" refForName="bullet2b"/>
                    <dgm:constr type="l" for="ch" forName="textBox2b" refType="ctrX" refFor="ch" refForName="bullet2b"/>
                    <dgm:constr type="t" for="ch" forName="textBox2b" refType="ctrY" refFor="ch" refForName="bullet2b"/>
                    <dgm:constr type="w" for="ch" forName="textBox2b" refType="w" fact="0.325"/>
                    <dgm:constr type="h" for="ch" forName="textBox2b" refType="h" fact="0.662"/>
                    <dgm:constr type="userB" refType="h" refFor="ch" refForName="bullet2b" fact="0.53"/>
                    <dgm:constr type="lMarg" for="ch" forName="textBox2b" refType="userB" fact="2.834"/>
                    <dgm:constr type="primFontSz" for="ch" ptType="node" op="equ" val="65"/>
                  </dgm:constrLst>
                </dgm:if>
                <dgm:else name="Name9">
                  <dgm:constrLst>
                    <dgm:constr type="ctrX" for="ch" forName="bullet2a" refType="w" fact="0.25"/>
                    <dgm:constr type="ctrY" for="ch" forName="bullet2a" refType="h" fact="0.573"/>
                    <dgm:constr type="w" for="ch" forName="bullet2a" refType="w" fact="0.035"/>
                    <dgm:constr type="h" for="ch" forName="bullet2a" refType="w" refFor="ch" refForName="bullet2a"/>
                    <dgm:constr type="r" for="ch" forName="textBox2a" refType="ctrX" refFor="ch" refForName="bullet2a"/>
                    <dgm:constr type="b" for="ch" forName="textBox2a" refType="ctrY" refFor="ch" refForName="bullet2a"/>
                    <dgm:constr type="w" for="ch" forName="textBox2a" refType="w" fact="0.25"/>
                    <dgm:constr type="h" for="ch" forName="textBox2a" refType="h" fact="0.573"/>
                    <dgm:constr type="userA" refType="h" refFor="ch" refForName="bullet2a" fact="0.53"/>
                    <dgm:constr type="rMarg" for="ch" forName="textBox2a" refType="userA" fact="2.834"/>
                    <dgm:constr type="ctrX" for="ch" forName="bullet2b" refType="w" fact="0.585"/>
                    <dgm:constr type="ctrY" for="ch" forName="bullet2b" refType="h" fact="0.338"/>
                    <dgm:constr type="w" for="ch" forName="bullet2b" refType="w" fact="0.06"/>
                    <dgm:constr type="h" for="ch" forName="bullet2b" refType="w" refFor="ch" refForName="bullet2b"/>
                    <dgm:constr type="r" for="ch" forName="textBox2b" refType="ctrX" refFor="ch" refForName="bullet2b"/>
                    <dgm:constr type="b" for="ch" forName="textBox2b" refType="ctrY" refFor="ch" refForName="bullet2b"/>
                    <dgm:constr type="w" for="ch" forName="textBox2b" refType="w" fact="0.28"/>
                    <dgm:constr type="h" for="ch" forName="textBox2b" refType="h" fact="0.338"/>
                    <dgm:constr type="userB" refType="h" refFor="ch" refForName="bullet2b" fact="0.53"/>
                    <dgm:constr type="rMarg" for="ch" forName="textBox2b" refType="userB" fact="2.834"/>
                    <dgm:constr type="primFontSz" for="ch" ptType="node" op="equ" val="65"/>
                  </dgm:constrLst>
                </dgm:else>
              </dgm:choose>
              <dgm:ruleLst/>
              <dgm:forEach name="Name10" axis="ch" ptType="node" cnt="1">
                <dgm:layoutNode name="bullet2a" styleLbl="node1">
                  <dgm:alg type="sp"/>
                  <dgm:shape xmlns:r="http://schemas.openxmlformats.org/officeDocument/2006/relationships" type="ellipse" r:blip="">
                    <dgm:adjLst/>
                  </dgm:shape>
                  <dgm:presOf/>
                  <dgm:constrLst/>
                  <dgm:ruleLst/>
                </dgm:layoutNode>
                <dgm:layoutNode name="textBox2a" styleLbl="revTx">
                  <dgm:varLst>
                    <dgm:bulletEnabled val="1"/>
                  </dgm:varLst>
                  <dgm:choose name="Name11">
                    <dgm:if name="Name12" func="var" arg="dir" op="equ" val="norm">
                      <dgm:choose name="Name13">
                        <dgm:if name="Name14" axis="root des" ptType="all node" func="maxDepth" op="gt" val="1">
                          <dgm:alg type="tx">
                            <dgm:param type="txAnchorVert" val="t"/>
                            <dgm:param type="parTxLTRAlign" val="l"/>
                            <dgm:param type="parTxRTLAlign" val="r"/>
                          </dgm:alg>
                        </dgm:if>
                        <dgm:else name="Name15">
                          <dgm:alg type="tx">
                            <dgm:param type="txAnchorVert" val="t"/>
                            <dgm:param type="parTxLTRAlign" val="l"/>
                            <dgm:param type="parTxRTLAlign" val="l"/>
                          </dgm:alg>
                        </dgm:else>
                      </dgm:choose>
                    </dgm:if>
                    <dgm:else name="Name16">
                      <dgm:choose name="Name17">
                        <dgm:if name="Name18" axis="root des" ptType="all node" func="maxDepth" op="gt" val="1">
                          <dgm:alg type="tx">
                            <dgm:param type="txAnchorVert" val="b"/>
                            <dgm:param type="txAnchorVertCh" val="b"/>
                            <dgm:param type="parTxLTRAlign" val="l"/>
                            <dgm:param type="parTxRTLAlign" val="r"/>
                          </dgm:alg>
                        </dgm:if>
                        <dgm:else name="Name19">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20">
                    <dgm:if name="Name21" func="var" arg="dir" op="equ" val="norm">
                      <dgm:constrLst>
                        <dgm:constr type="rMarg"/>
                        <dgm:constr type="tMarg"/>
                        <dgm:constr type="bMarg"/>
                      </dgm:constrLst>
                    </dgm:if>
                    <dgm:else name="Name22">
                      <dgm:constrLst>
                        <dgm:constr type="lMarg"/>
                        <dgm:constr type="tMarg"/>
                        <dgm:constr type="bMarg"/>
                      </dgm:constrLst>
                    </dgm:else>
                  </dgm:choose>
                  <dgm:ruleLst>
                    <dgm:rule type="primFontSz" val="5" fact="NaN" max="NaN"/>
                  </dgm:ruleLst>
                </dgm:layoutNode>
              </dgm:forEach>
              <dgm:forEach name="Name23" axis="ch" ptType="node" st="2" cnt="1">
                <dgm:layoutNode name="bullet2b" styleLbl="node1">
                  <dgm:alg type="sp"/>
                  <dgm:shape xmlns:r="http://schemas.openxmlformats.org/officeDocument/2006/relationships" type="ellipse" r:blip="">
                    <dgm:adjLst/>
                  </dgm:shape>
                  <dgm:presOf/>
                  <dgm:constrLst/>
                  <dgm:ruleLst/>
                </dgm:layoutNode>
                <dgm:layoutNode name="textBox2b" styleLbl="revTx">
                  <dgm:varLst>
                    <dgm:bulletEnabled val="1"/>
                  </dgm:varLst>
                  <dgm:choose name="Name24">
                    <dgm:if name="Name25" func="var" arg="dir" op="equ" val="norm">
                      <dgm:choose name="Name26">
                        <dgm:if name="Name27" axis="root des" ptType="all node" func="maxDepth" op="gt" val="1">
                          <dgm:alg type="tx">
                            <dgm:param type="txAnchorVert" val="t"/>
                            <dgm:param type="parTxLTRAlign" val="l"/>
                            <dgm:param type="parTxRTLAlign" val="r"/>
                          </dgm:alg>
                        </dgm:if>
                        <dgm:else name="Name28">
                          <dgm:alg type="tx">
                            <dgm:param type="txAnchorVert" val="t"/>
                            <dgm:param type="parTxLTRAlign" val="l"/>
                            <dgm:param type="parTxRTLAlign" val="l"/>
                          </dgm:alg>
                        </dgm:else>
                      </dgm:choose>
                    </dgm:if>
                    <dgm:else name="Name29">
                      <dgm:choose name="Name30">
                        <dgm:if name="Name31" axis="root des" ptType="all node" func="maxDepth" op="gt" val="1">
                          <dgm:alg type="tx">
                            <dgm:param type="txAnchorVert" val="b"/>
                            <dgm:param type="txAnchorVertCh" val="b"/>
                            <dgm:param type="parTxLTRAlign" val="l"/>
                            <dgm:param type="parTxRTLAlign" val="r"/>
                          </dgm:alg>
                        </dgm:if>
                        <dgm:else name="Name3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33">
                    <dgm:if name="Name34" func="var" arg="dir" op="equ" val="norm">
                      <dgm:constrLst>
                        <dgm:constr type="rMarg"/>
                        <dgm:constr type="tMarg"/>
                        <dgm:constr type="bMarg"/>
                      </dgm:constrLst>
                    </dgm:if>
                    <dgm:else name="Name35">
                      <dgm:constrLst>
                        <dgm:constr type="lMarg"/>
                        <dgm:constr type="tMarg"/>
                        <dgm:constr type="bMarg"/>
                      </dgm:constrLst>
                    </dgm:else>
                  </dgm:choose>
                  <dgm:ruleLst>
                    <dgm:rule type="primFontSz" val="5" fact="NaN" max="NaN"/>
                  </dgm:ruleLst>
                </dgm:layoutNode>
              </dgm:forEach>
            </dgm:layoutNode>
          </dgm:if>
          <dgm:if name="Name36" axis="ch" ptType="node" func="cnt" op="equ" val="3">
            <dgm:layoutNode name="arrowDiagram3">
              <dgm:alg type="composite">
                <dgm:param type="vertAlign" val="none"/>
                <dgm:param type="horzAlign" val="none"/>
              </dgm:alg>
              <dgm:shape xmlns:r="http://schemas.openxmlformats.org/officeDocument/2006/relationships" r:blip="">
                <dgm:adjLst/>
              </dgm:shape>
              <dgm:presOf/>
              <dgm:choose name="Name37">
                <dgm:if name="Name38" func="var" arg="dir" op="equ" val="norm">
                  <dgm:constrLst>
                    <dgm:constr type="ctrX" for="ch" forName="bullet3a" refType="w" fact="0.14"/>
                    <dgm:constr type="ctrY" for="ch" forName="bullet3a" refType="h" fact="0.711"/>
                    <dgm:constr type="w" for="ch" forName="bullet3a" refType="w" fact="0.026"/>
                    <dgm:constr type="h" for="ch" forName="bullet3a" refType="w" refFor="ch" refForName="bullet3a"/>
                    <dgm:constr type="l" for="ch" forName="textBox3a" refType="ctrX" refFor="ch" refForName="bullet3a"/>
                    <dgm:constr type="t" for="ch" forName="textBox3a" refType="ctrY" refFor="ch" refForName="bullet3a"/>
                    <dgm:constr type="w" for="ch" forName="textBox3a" refType="w" fact="0.233"/>
                    <dgm:constr type="h" for="ch" forName="textBox3a" refType="h" fact="0.289"/>
                    <dgm:constr type="userA" refType="h" refFor="ch" refForName="bullet3a" fact="0.53"/>
                    <dgm:constr type="lMarg" for="ch" forName="textBox3a" refType="userA" fact="2.834"/>
                    <dgm:constr type="ctrX" for="ch" forName="bullet3b" refType="w" fact="0.38"/>
                    <dgm:constr type="ctrY" for="ch" forName="bullet3b" refType="h" fact="0.456"/>
                    <dgm:constr type="w" for="ch" forName="bullet3b" refType="w" fact="0.047"/>
                    <dgm:constr type="h" for="ch" forName="bullet3b" refType="w" refFor="ch" refForName="bullet3b"/>
                    <dgm:constr type="l" for="ch" forName="textBox3b" refType="ctrX" refFor="ch" refForName="bullet3b"/>
                    <dgm:constr type="t" for="ch" forName="textBox3b" refType="ctrY" refFor="ch" refForName="bullet3b"/>
                    <dgm:constr type="w" for="ch" forName="textBox3b" refType="w" fact="0.24"/>
                    <dgm:constr type="h" for="ch" forName="textBox3b" refType="h" fact="0.544"/>
                    <dgm:constr type="userB" refType="h" refFor="ch" refForName="bullet3b" fact="0.53"/>
                    <dgm:constr type="lMarg" for="ch" forName="textBox3b" refType="userB" fact="2.834"/>
                    <dgm:constr type="ctrX" for="ch" forName="bullet3c" refType="w" fact="0.665"/>
                    <dgm:constr type="ctrY" for="ch" forName="bullet3c" refType="h" fact="0.305"/>
                    <dgm:constr type="w" for="ch" forName="bullet3c" refType="w" fact="0.065"/>
                    <dgm:constr type="h" for="ch" forName="bullet3c" refType="w" refFor="ch" refForName="bullet3c"/>
                    <dgm:constr type="l" for="ch" forName="textBox3c" refType="ctrX" refFor="ch" refForName="bullet3c"/>
                    <dgm:constr type="t" for="ch" forName="textBox3c" refType="ctrY" refFor="ch" refForName="bullet3c"/>
                    <dgm:constr type="w" for="ch" forName="textBox3c" refType="w" fact="0.24"/>
                    <dgm:constr type="h" for="ch" forName="textBox3c" refType="h" fact="0.695"/>
                    <dgm:constr type="userC" refType="h" refFor="ch" refForName="bullet3c" fact="0.53"/>
                    <dgm:constr type="lMarg" for="ch" forName="textBox3c" refType="userC" fact="2.834"/>
                    <dgm:constr type="primFontSz" for="ch" ptType="node" op="equ" val="65"/>
                  </dgm:constrLst>
                </dgm:if>
                <dgm:else name="Name39">
                  <dgm:constrLst>
                    <dgm:constr type="ctrX" for="ch" forName="bullet3a" refType="w" fact="0.14"/>
                    <dgm:constr type="ctrY" for="ch" forName="bullet3a" refType="h" fact="0.711"/>
                    <dgm:constr type="w" for="ch" forName="bullet3a" refType="w" fact="0.026"/>
                    <dgm:constr type="h" for="ch" forName="bullet3a" refType="w" refFor="ch" refForName="bullet3a"/>
                    <dgm:constr type="r" for="ch" forName="textBox3a" refType="ctrX" refFor="ch" refForName="bullet3a"/>
                    <dgm:constr type="b" for="ch" forName="textBox3a" refType="ctrY" refFor="ch" refForName="bullet3a"/>
                    <dgm:constr type="w" for="ch" forName="textBox3a" refType="w" fact="0.14"/>
                    <dgm:constr type="h" for="ch" forName="textBox3a" refType="h" fact="0.711"/>
                    <dgm:constr type="userA" refType="h" refFor="ch" refForName="bullet3a" fact="0.53"/>
                    <dgm:constr type="rMarg" for="ch" forName="textBox3a" refType="userA" fact="2.834"/>
                    <dgm:constr type="ctrX" for="ch" forName="bullet3b" refType="w" fact="0.38"/>
                    <dgm:constr type="ctrY" for="ch" forName="bullet3b" refType="h" fact="0.456"/>
                    <dgm:constr type="w" for="ch" forName="bullet3b" refType="w" fact="0.047"/>
                    <dgm:constr type="h" for="ch" forName="bullet3b" refType="w" refFor="ch" refForName="bullet3b"/>
                    <dgm:constr type="r" for="ch" forName="textBox3b" refType="ctrX" refFor="ch" refForName="bullet3b"/>
                    <dgm:constr type="b" for="ch" forName="textBox3b" refType="ctrY" refFor="ch" refForName="bullet3b"/>
                    <dgm:constr type="w" for="ch" forName="textBox3b" refType="w" fact="0.24"/>
                    <dgm:constr type="h" for="ch" forName="textBox3b" refType="h" fact="0.456"/>
                    <dgm:constr type="userB" refType="h" refFor="ch" refForName="bullet3b" fact="0.53"/>
                    <dgm:constr type="rMarg" for="ch" forName="textBox3b" refType="userB" fact="2.834"/>
                    <dgm:constr type="ctrX" for="ch" forName="bullet3c" refType="w" fact="0.665"/>
                    <dgm:constr type="ctrY" for="ch" forName="bullet3c" refType="h" fact="0.305"/>
                    <dgm:constr type="w" for="ch" forName="bullet3c" refType="w" fact="0.065"/>
                    <dgm:constr type="h" for="ch" forName="bullet3c" refType="w" refFor="ch" refForName="bullet3c"/>
                    <dgm:constr type="r" for="ch" forName="textBox3c" refType="ctrX" refFor="ch" refForName="bullet3c"/>
                    <dgm:constr type="b" for="ch" forName="textBox3c" refType="ctrY" refFor="ch" refForName="bullet3c"/>
                    <dgm:constr type="w" for="ch" forName="textBox3c" refType="w" fact="0.24"/>
                    <dgm:constr type="h" for="ch" forName="textBox3c" refType="h" fact="0.305"/>
                    <dgm:constr type="userC" refType="h" refFor="ch" refForName="bullet3c" fact="0.53"/>
                    <dgm:constr type="rMarg" for="ch" forName="textBox3c" refType="userC" fact="2.834"/>
                    <dgm:constr type="primFontSz" for="ch" ptType="node" op="equ" val="65"/>
                  </dgm:constrLst>
                </dgm:else>
              </dgm:choose>
              <dgm:ruleLst/>
              <dgm:forEach name="Name40" axis="ch" ptType="node" cnt="1">
                <dgm:layoutNode name="bullet3a" styleLbl="node1">
                  <dgm:alg type="sp"/>
                  <dgm:shape xmlns:r="http://schemas.openxmlformats.org/officeDocument/2006/relationships" type="ellipse" r:blip="">
                    <dgm:adjLst/>
                  </dgm:shape>
                  <dgm:presOf/>
                  <dgm:constrLst/>
                  <dgm:ruleLst/>
                </dgm:layoutNode>
                <dgm:layoutNode name="textBox3a" styleLbl="revTx">
                  <dgm:varLst>
                    <dgm:bulletEnabled val="1"/>
                  </dgm:varLst>
                  <dgm:choose name="Name41">
                    <dgm:if name="Name42" func="var" arg="dir" op="equ" val="norm">
                      <dgm:choose name="Name43">
                        <dgm:if name="Name44" axis="root des" ptType="all node" func="maxDepth" op="gt" val="1">
                          <dgm:alg type="tx">
                            <dgm:param type="txAnchorVert" val="t"/>
                            <dgm:param type="parTxLTRAlign" val="l"/>
                            <dgm:param type="parTxRTLAlign" val="r"/>
                          </dgm:alg>
                        </dgm:if>
                        <dgm:else name="Name45">
                          <dgm:alg type="tx">
                            <dgm:param type="txAnchorVert" val="t"/>
                            <dgm:param type="parTxLTRAlign" val="l"/>
                            <dgm:param type="parTxRTLAlign" val="l"/>
                          </dgm:alg>
                        </dgm:else>
                      </dgm:choose>
                    </dgm:if>
                    <dgm:else name="Name46">
                      <dgm:choose name="Name47">
                        <dgm:if name="Name48" axis="root des" ptType="all node" func="maxDepth" op="gt" val="1">
                          <dgm:alg type="tx">
                            <dgm:param type="txAnchorVert" val="b"/>
                            <dgm:param type="txAnchorVertCh" val="b"/>
                            <dgm:param type="parTxLTRAlign" val="l"/>
                            <dgm:param type="parTxRTLAlign" val="r"/>
                          </dgm:alg>
                        </dgm:if>
                        <dgm:else name="Name49">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50">
                    <dgm:if name="Name51" func="var" arg="dir" op="equ" val="norm">
                      <dgm:constrLst>
                        <dgm:constr type="rMarg"/>
                        <dgm:constr type="tMarg"/>
                        <dgm:constr type="bMarg"/>
                      </dgm:constrLst>
                    </dgm:if>
                    <dgm:else name="Name52">
                      <dgm:constrLst>
                        <dgm:constr type="lMarg"/>
                        <dgm:constr type="tMarg"/>
                        <dgm:constr type="bMarg"/>
                      </dgm:constrLst>
                    </dgm:else>
                  </dgm:choose>
                  <dgm:ruleLst>
                    <dgm:rule type="primFontSz" val="5" fact="NaN" max="NaN"/>
                  </dgm:ruleLst>
                </dgm:layoutNode>
              </dgm:forEach>
              <dgm:forEach name="Name53" axis="ch" ptType="node" st="2" cnt="1">
                <dgm:layoutNode name="bullet3b" styleLbl="node1">
                  <dgm:alg type="sp"/>
                  <dgm:shape xmlns:r="http://schemas.openxmlformats.org/officeDocument/2006/relationships" type="ellipse" r:blip="">
                    <dgm:adjLst/>
                  </dgm:shape>
                  <dgm:presOf/>
                  <dgm:constrLst/>
                  <dgm:ruleLst/>
                </dgm:layoutNode>
                <dgm:layoutNode name="textBox3b" styleLbl="revTx">
                  <dgm:varLst>
                    <dgm:bulletEnabled val="1"/>
                  </dgm:varLst>
                  <dgm:choose name="Name54">
                    <dgm:if name="Name55" func="var" arg="dir" op="equ" val="norm">
                      <dgm:choose name="Name56">
                        <dgm:if name="Name57" axis="root des" ptType="all node" func="maxDepth" op="gt" val="1">
                          <dgm:alg type="tx">
                            <dgm:param type="txAnchorVert" val="t"/>
                            <dgm:param type="parTxLTRAlign" val="l"/>
                            <dgm:param type="parTxRTLAlign" val="r"/>
                          </dgm:alg>
                        </dgm:if>
                        <dgm:else name="Name58">
                          <dgm:alg type="tx">
                            <dgm:param type="txAnchorVert" val="t"/>
                            <dgm:param type="parTxLTRAlign" val="l"/>
                            <dgm:param type="parTxRTLAlign" val="l"/>
                          </dgm:alg>
                        </dgm:else>
                      </dgm:choose>
                    </dgm:if>
                    <dgm:else name="Name59">
                      <dgm:choose name="Name60">
                        <dgm:if name="Name61" axis="root des" ptType="all node" func="maxDepth" op="gt" val="1">
                          <dgm:alg type="tx">
                            <dgm:param type="txAnchorVert" val="b"/>
                            <dgm:param type="txAnchorVertCh" val="b"/>
                            <dgm:param type="parTxLTRAlign" val="l"/>
                            <dgm:param type="parTxRTLAlign" val="r"/>
                          </dgm:alg>
                        </dgm:if>
                        <dgm:else name="Name6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63">
                    <dgm:if name="Name64" func="var" arg="dir" op="equ" val="norm">
                      <dgm:constrLst>
                        <dgm:constr type="rMarg"/>
                        <dgm:constr type="tMarg"/>
                        <dgm:constr type="bMarg"/>
                      </dgm:constrLst>
                    </dgm:if>
                    <dgm:else name="Name65">
                      <dgm:constrLst>
                        <dgm:constr type="lMarg"/>
                        <dgm:constr type="tMarg"/>
                        <dgm:constr type="bMarg"/>
                      </dgm:constrLst>
                    </dgm:else>
                  </dgm:choose>
                  <dgm:ruleLst>
                    <dgm:rule type="primFontSz" val="5" fact="NaN" max="NaN"/>
                  </dgm:ruleLst>
                </dgm:layoutNode>
              </dgm:forEach>
              <dgm:forEach name="Name66" axis="ch" ptType="node" st="3" cnt="1">
                <dgm:layoutNode name="bullet3c" styleLbl="node1">
                  <dgm:alg type="sp"/>
                  <dgm:shape xmlns:r="http://schemas.openxmlformats.org/officeDocument/2006/relationships" type="ellipse" r:blip="">
                    <dgm:adjLst/>
                  </dgm:shape>
                  <dgm:presOf/>
                  <dgm:constrLst/>
                  <dgm:ruleLst/>
                </dgm:layoutNode>
                <dgm:layoutNode name="textBox3c" styleLbl="revTx">
                  <dgm:varLst>
                    <dgm:bulletEnabled val="1"/>
                  </dgm:varLst>
                  <dgm:choose name="Name67">
                    <dgm:if name="Name68" func="var" arg="dir" op="equ" val="norm">
                      <dgm:choose name="Name69">
                        <dgm:if name="Name70" axis="root des" ptType="all node" func="maxDepth" op="gt" val="1">
                          <dgm:alg type="tx">
                            <dgm:param type="txAnchorVert" val="t"/>
                            <dgm:param type="parTxLTRAlign" val="l"/>
                            <dgm:param type="parTxRTLAlign" val="r"/>
                          </dgm:alg>
                        </dgm:if>
                        <dgm:else name="Name71">
                          <dgm:alg type="tx">
                            <dgm:param type="txAnchorVert" val="t"/>
                            <dgm:param type="parTxLTRAlign" val="l"/>
                            <dgm:param type="parTxRTLAlign" val="l"/>
                          </dgm:alg>
                        </dgm:else>
                      </dgm:choose>
                    </dgm:if>
                    <dgm:else name="Name72">
                      <dgm:choose name="Name73">
                        <dgm:if name="Name74" axis="root des" ptType="all node" func="maxDepth" op="gt" val="1">
                          <dgm:alg type="tx">
                            <dgm:param type="txAnchorVert" val="b"/>
                            <dgm:param type="txAnchorVertCh" val="b"/>
                            <dgm:param type="parTxLTRAlign" val="l"/>
                            <dgm:param type="parTxRTLAlign" val="r"/>
                          </dgm:alg>
                        </dgm:if>
                        <dgm:else name="Name75">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76">
                    <dgm:if name="Name77" func="var" arg="dir" op="equ" val="norm">
                      <dgm:constrLst>
                        <dgm:constr type="rMarg"/>
                        <dgm:constr type="tMarg"/>
                        <dgm:constr type="bMarg"/>
                      </dgm:constrLst>
                    </dgm:if>
                    <dgm:else name="Name78">
                      <dgm:constrLst>
                        <dgm:constr type="lMarg"/>
                        <dgm:constr type="tMarg"/>
                        <dgm:constr type="bMarg"/>
                      </dgm:constrLst>
                    </dgm:else>
                  </dgm:choose>
                  <dgm:ruleLst>
                    <dgm:rule type="primFontSz" val="5" fact="NaN" max="NaN"/>
                  </dgm:ruleLst>
                </dgm:layoutNode>
              </dgm:forEach>
            </dgm:layoutNode>
          </dgm:if>
          <dgm:if name="Name79" axis="ch" ptType="node" func="cnt" op="equ" val="4">
            <dgm:layoutNode name="arrowDiagram4">
              <dgm:alg type="composite">
                <dgm:param type="vertAlign" val="none"/>
                <dgm:param type="horzAlign" val="none"/>
              </dgm:alg>
              <dgm:shape xmlns:r="http://schemas.openxmlformats.org/officeDocument/2006/relationships" r:blip="">
                <dgm:adjLst/>
              </dgm:shape>
              <dgm:presOf/>
              <dgm:choose name="Name80">
                <dgm:if name="Name81" func="var" arg="dir" op="equ" val="norm">
                  <dgm:constrLst>
                    <dgm:constr type="ctrX" for="ch" forName="bullet4a" refType="w" fact="0.11"/>
                    <dgm:constr type="ctrY" for="ch" forName="bullet4a" refType="h" fact="0.762"/>
                    <dgm:constr type="w" for="ch" forName="bullet4a" refType="w" fact="0.023"/>
                    <dgm:constr type="h" for="ch" forName="bullet4a" refType="w" refFor="ch" refForName="bullet4a"/>
                    <dgm:constr type="l" for="ch" forName="textBox4a" refType="ctrX" refFor="ch" refForName="bullet4a"/>
                    <dgm:constr type="t" for="ch" forName="textBox4a" refType="ctrY" refFor="ch" refForName="bullet4a"/>
                    <dgm:constr type="w" for="ch" forName="textBox4a" refType="w" fact="0.171"/>
                    <dgm:constr type="h" for="ch" forName="textBox4a" refType="h" fact="0.238"/>
                    <dgm:constr type="userA" refType="h" refFor="ch" refForName="bullet4a" fact="0.53"/>
                    <dgm:constr type="lMarg" for="ch" forName="textBox4a" refType="userA" fact="2.834"/>
                    <dgm:constr type="ctrX" for="ch" forName="bullet4b" refType="w" fact="0.281"/>
                    <dgm:constr type="ctrY" for="ch" forName="bullet4b" refType="h" fact="0.543"/>
                    <dgm:constr type="w" for="ch" forName="bullet4b" refType="w" fact="0.04"/>
                    <dgm:constr type="h" for="ch" forName="bullet4b" refType="w" refFor="ch" refForName="bullet4b"/>
                    <dgm:constr type="l" for="ch" forName="textBox4b" refType="ctrX" refFor="ch" refForName="bullet4b"/>
                    <dgm:constr type="t" for="ch" forName="textBox4b" refType="ctrY" refFor="ch" refForName="bullet4b"/>
                    <dgm:constr type="w" for="ch" forName="textBox4b" refType="w" fact="0.21"/>
                    <dgm:constr type="h" for="ch" forName="textBox4b" refType="h" fact="0.457"/>
                    <dgm:constr type="userB" refType="h" refFor="ch" refForName="bullet4b" fact="0.53"/>
                    <dgm:constr type="lMarg" for="ch" forName="textBox4b" refType="userB" fact="2.834"/>
                    <dgm:constr type="ctrX" for="ch" forName="bullet4c" refType="w" fact="0.495"/>
                    <dgm:constr type="ctrY" for="ch" forName="bullet4c" refType="h" fact="0.382"/>
                    <dgm:constr type="w" for="ch" forName="bullet4c" refType="w" fact="0.053"/>
                    <dgm:constr type="h" for="ch" forName="bullet4c" refType="w" refFor="ch" refForName="bullet4c"/>
                    <dgm:constr type="l" for="ch" forName="textBox4c" refType="ctrX" refFor="ch" refForName="bullet4c"/>
                    <dgm:constr type="t" for="ch" forName="textBox4c" refType="ctrY" refFor="ch" refForName="bullet4c"/>
                    <dgm:constr type="w" for="ch" forName="textBox4c" refType="w" fact="0.21"/>
                    <dgm:constr type="h" for="ch" forName="textBox4c" refType="h" fact="0.618"/>
                    <dgm:constr type="userC" refType="h" refFor="ch" refForName="bullet4c" fact="0.53"/>
                    <dgm:constr type="lMarg" for="ch" forName="textBox4c" refType="userC" fact="2.834"/>
                    <dgm:constr type="ctrX" for="ch" forName="bullet4d" refType="w" fact="0.73"/>
                    <dgm:constr type="ctrY" for="ch" forName="bullet4d" refType="h" fact="0.283"/>
                    <dgm:constr type="w" for="ch" forName="bullet4d" refType="w" fact="0.071"/>
                    <dgm:constr type="h" for="ch" forName="bullet4d" refType="w" refFor="ch" refForName="bullet4d"/>
                    <dgm:constr type="l" for="ch" forName="textBox4d" refType="ctrX" refFor="ch" refForName="bullet4d"/>
                    <dgm:constr type="t" for="ch" forName="textBox4d" refType="ctrY" refFor="ch" refForName="bullet4d"/>
                    <dgm:constr type="w" for="ch" forName="textBox4d" refType="w" fact="0.21"/>
                    <dgm:constr type="h" for="ch" forName="textBox4d" refType="h" fact="0.717"/>
                    <dgm:constr type="userD" refType="h" refFor="ch" refForName="bullet4d" fact="0.53"/>
                    <dgm:constr type="lMarg" for="ch" forName="textBox4d" refType="userD" fact="2.834"/>
                    <dgm:constr type="primFontSz" for="ch" ptType="node" op="equ" val="65"/>
                  </dgm:constrLst>
                </dgm:if>
                <dgm:else name="Name82">
                  <dgm:constrLst>
                    <dgm:constr type="ctrX" for="ch" forName="bullet4a" refType="w" fact="0.11"/>
                    <dgm:constr type="ctrY" for="ch" forName="bullet4a" refType="h" fact="0.762"/>
                    <dgm:constr type="w" for="ch" forName="bullet4a" refType="w" fact="0.023"/>
                    <dgm:constr type="h" for="ch" forName="bullet4a" refType="w" refFor="ch" refForName="bullet4a"/>
                    <dgm:constr type="r" for="ch" forName="textBox4a" refType="ctrX" refFor="ch" refForName="bullet4a"/>
                    <dgm:constr type="b" for="ch" forName="textBox4a" refType="ctrY" refFor="ch" refForName="bullet4a"/>
                    <dgm:constr type="w" for="ch" forName="textBox4a" refType="w" fact="0.11"/>
                    <dgm:constr type="h" for="ch" forName="textBox4a" refType="h" fact="0.762"/>
                    <dgm:constr type="userA" refType="h" refFor="ch" refForName="bullet4a" fact="0.53"/>
                    <dgm:constr type="rMarg" for="ch" forName="textBox4a" refType="userA" fact="2.834"/>
                    <dgm:constr type="ctrX" for="ch" forName="bullet4b" refType="w" fact="0.281"/>
                    <dgm:constr type="ctrY" for="ch" forName="bullet4b" refType="h" fact="0.543"/>
                    <dgm:constr type="w" for="ch" forName="bullet4b" refType="w" fact="0.04"/>
                    <dgm:constr type="h" for="ch" forName="bullet4b" refType="w" refFor="ch" refForName="bullet4b"/>
                    <dgm:constr type="r" for="ch" forName="textBox4b" refType="ctrX" refFor="ch" refForName="bullet4b"/>
                    <dgm:constr type="b" for="ch" forName="textBox4b" refType="ctrY" refFor="ch" refForName="bullet4b"/>
                    <dgm:constr type="w" for="ch" forName="textBox4b" refType="w" fact="0.171"/>
                    <dgm:constr type="h" for="ch" forName="textBox4b" refType="h" fact="0.543"/>
                    <dgm:constr type="userB" refType="h" refFor="ch" refForName="bullet4b" fact="0.53"/>
                    <dgm:constr type="rMarg" for="ch" forName="textBox4b" refType="userB" fact="2.834"/>
                    <dgm:constr type="ctrX" for="ch" forName="bullet4c" refType="w" fact="0.495"/>
                    <dgm:constr type="ctrY" for="ch" forName="bullet4c" refType="h" fact="0.382"/>
                    <dgm:constr type="w" for="ch" forName="bullet4c" refType="w" fact="0.053"/>
                    <dgm:constr type="h" for="ch" forName="bullet4c" refType="w" refFor="ch" refForName="bullet4c"/>
                    <dgm:constr type="r" for="ch" forName="textBox4c" refType="ctrX" refFor="ch" refForName="bullet4c"/>
                    <dgm:constr type="b" for="ch" forName="textBox4c" refType="ctrY" refFor="ch" refForName="bullet4c"/>
                    <dgm:constr type="w" for="ch" forName="textBox4c" refType="w" fact="0.21"/>
                    <dgm:constr type="h" for="ch" forName="textBox4c" refType="h" fact="0.382"/>
                    <dgm:constr type="userC" refType="h" refFor="ch" refForName="bullet4c" fact="0.53"/>
                    <dgm:constr type="rMarg" for="ch" forName="textBox4c" refType="userC" fact="2.834"/>
                    <dgm:constr type="ctrX" for="ch" forName="bullet4d" refType="w" fact="0.73"/>
                    <dgm:constr type="ctrY" for="ch" forName="bullet4d" refType="h" fact="0.283"/>
                    <dgm:constr type="w" for="ch" forName="bullet4d" refType="w" fact="0.071"/>
                    <dgm:constr type="h" for="ch" forName="bullet4d" refType="w" refFor="ch" refForName="bullet4d"/>
                    <dgm:constr type="r" for="ch" forName="textBox4d" refType="ctrX" refFor="ch" refForName="bullet4d"/>
                    <dgm:constr type="b" for="ch" forName="textBox4d" refType="ctrY" refFor="ch" refForName="bullet4d"/>
                    <dgm:constr type="w" for="ch" forName="textBox4d" refType="w" fact="0.21"/>
                    <dgm:constr type="h" for="ch" forName="textBox4d" refType="h" fact="0.283"/>
                    <dgm:constr type="userD" refType="h" refFor="ch" refForName="bullet4d" fact="0.53"/>
                    <dgm:constr type="rMarg" for="ch" forName="textBox4d" refType="userD" fact="2.834"/>
                    <dgm:constr type="primFontSz" for="ch" ptType="node" op="equ" val="65"/>
                  </dgm:constrLst>
                </dgm:else>
              </dgm:choose>
              <dgm:ruleLst/>
              <dgm:forEach name="Name83" axis="ch" ptType="node" cnt="1">
                <dgm:layoutNode name="bullet4a" styleLbl="node1">
                  <dgm:alg type="sp"/>
                  <dgm:shape xmlns:r="http://schemas.openxmlformats.org/officeDocument/2006/relationships" type="ellipse" r:blip="">
                    <dgm:adjLst/>
                  </dgm:shape>
                  <dgm:presOf/>
                  <dgm:constrLst/>
                  <dgm:ruleLst/>
                </dgm:layoutNode>
                <dgm:layoutNode name="textBox4a" styleLbl="revTx">
                  <dgm:varLst>
                    <dgm:bulletEnabled val="1"/>
                  </dgm:varLst>
                  <dgm:choose name="Name84">
                    <dgm:if name="Name85" func="var" arg="dir" op="equ" val="norm">
                      <dgm:choose name="Name86">
                        <dgm:if name="Name87" axis="root des" ptType="all node" func="maxDepth" op="gt" val="1">
                          <dgm:alg type="tx">
                            <dgm:param type="txAnchorVert" val="t"/>
                            <dgm:param type="parTxLTRAlign" val="l"/>
                            <dgm:param type="parTxRTLAlign" val="r"/>
                          </dgm:alg>
                        </dgm:if>
                        <dgm:else name="Name88">
                          <dgm:alg type="tx">
                            <dgm:param type="txAnchorVert" val="t"/>
                            <dgm:param type="parTxLTRAlign" val="l"/>
                            <dgm:param type="parTxRTLAlign" val="l"/>
                          </dgm:alg>
                        </dgm:else>
                      </dgm:choose>
                    </dgm:if>
                    <dgm:else name="Name89">
                      <dgm:choose name="Name90">
                        <dgm:if name="Name91" axis="root des" ptType="all node" func="maxDepth" op="gt" val="1">
                          <dgm:alg type="tx">
                            <dgm:param type="txAnchorVert" val="b"/>
                            <dgm:param type="txAnchorVertCh" val="b"/>
                            <dgm:param type="parTxLTRAlign" val="l"/>
                            <dgm:param type="parTxRTLAlign" val="r"/>
                          </dgm:alg>
                        </dgm:if>
                        <dgm:else name="Name9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93">
                    <dgm:if name="Name94" func="var" arg="dir" op="equ" val="norm">
                      <dgm:constrLst>
                        <dgm:constr type="rMarg"/>
                        <dgm:constr type="tMarg"/>
                        <dgm:constr type="bMarg"/>
                      </dgm:constrLst>
                    </dgm:if>
                    <dgm:else name="Name95">
                      <dgm:constrLst>
                        <dgm:constr type="lMarg"/>
                        <dgm:constr type="tMarg"/>
                        <dgm:constr type="bMarg"/>
                      </dgm:constrLst>
                    </dgm:else>
                  </dgm:choose>
                  <dgm:ruleLst>
                    <dgm:rule type="primFontSz" val="5" fact="NaN" max="NaN"/>
                  </dgm:ruleLst>
                </dgm:layoutNode>
              </dgm:forEach>
              <dgm:forEach name="Name96" axis="ch" ptType="node" st="2" cnt="1">
                <dgm:layoutNode name="bullet4b" styleLbl="node1">
                  <dgm:alg type="sp"/>
                  <dgm:shape xmlns:r="http://schemas.openxmlformats.org/officeDocument/2006/relationships" type="ellipse" r:blip="">
                    <dgm:adjLst/>
                  </dgm:shape>
                  <dgm:presOf/>
                  <dgm:constrLst/>
                  <dgm:ruleLst/>
                </dgm:layoutNode>
                <dgm:layoutNode name="textBox4b" styleLbl="revTx">
                  <dgm:varLst>
                    <dgm:bulletEnabled val="1"/>
                  </dgm:varLst>
                  <dgm:choose name="Name97">
                    <dgm:if name="Name98" func="var" arg="dir" op="equ" val="norm">
                      <dgm:choose name="Name99">
                        <dgm:if name="Name100" axis="root des" ptType="all node" func="maxDepth" op="gt" val="1">
                          <dgm:alg type="tx">
                            <dgm:param type="txAnchorVert" val="t"/>
                            <dgm:param type="parTxLTRAlign" val="l"/>
                            <dgm:param type="parTxRTLAlign" val="r"/>
                          </dgm:alg>
                        </dgm:if>
                        <dgm:else name="Name101">
                          <dgm:alg type="tx">
                            <dgm:param type="txAnchorVert" val="t"/>
                            <dgm:param type="parTxLTRAlign" val="l"/>
                            <dgm:param type="parTxRTLAlign" val="l"/>
                          </dgm:alg>
                        </dgm:else>
                      </dgm:choose>
                    </dgm:if>
                    <dgm:else name="Name102">
                      <dgm:choose name="Name103">
                        <dgm:if name="Name104" axis="root des" ptType="all node" func="maxDepth" op="gt" val="1">
                          <dgm:alg type="tx">
                            <dgm:param type="txAnchorVert" val="b"/>
                            <dgm:param type="txAnchorVertCh" val="b"/>
                            <dgm:param type="parTxLTRAlign" val="l"/>
                            <dgm:param type="parTxRTLAlign" val="r"/>
                          </dgm:alg>
                        </dgm:if>
                        <dgm:else name="Name105">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06">
                    <dgm:if name="Name107" func="var" arg="dir" op="equ" val="norm">
                      <dgm:constrLst>
                        <dgm:constr type="rMarg"/>
                        <dgm:constr type="tMarg"/>
                        <dgm:constr type="bMarg"/>
                      </dgm:constrLst>
                    </dgm:if>
                    <dgm:else name="Name108">
                      <dgm:constrLst>
                        <dgm:constr type="lMarg"/>
                        <dgm:constr type="tMarg"/>
                        <dgm:constr type="bMarg"/>
                      </dgm:constrLst>
                    </dgm:else>
                  </dgm:choose>
                  <dgm:ruleLst>
                    <dgm:rule type="primFontSz" val="5" fact="NaN" max="NaN"/>
                  </dgm:ruleLst>
                </dgm:layoutNode>
              </dgm:forEach>
              <dgm:forEach name="Name109" axis="ch" ptType="node" st="3" cnt="1">
                <dgm:layoutNode name="bullet4c" styleLbl="node1">
                  <dgm:alg type="sp"/>
                  <dgm:shape xmlns:r="http://schemas.openxmlformats.org/officeDocument/2006/relationships" type="ellipse" r:blip="">
                    <dgm:adjLst/>
                  </dgm:shape>
                  <dgm:presOf/>
                  <dgm:constrLst/>
                  <dgm:ruleLst/>
                </dgm:layoutNode>
                <dgm:layoutNode name="textBox4c" styleLbl="revTx">
                  <dgm:varLst>
                    <dgm:bulletEnabled val="1"/>
                  </dgm:varLst>
                  <dgm:choose name="Name110">
                    <dgm:if name="Name111" func="var" arg="dir" op="equ" val="norm">
                      <dgm:choose name="Name112">
                        <dgm:if name="Name113" axis="root des" ptType="all node" func="maxDepth" op="gt" val="1">
                          <dgm:alg type="tx">
                            <dgm:param type="txAnchorVert" val="t"/>
                            <dgm:param type="parTxLTRAlign" val="l"/>
                            <dgm:param type="parTxRTLAlign" val="r"/>
                          </dgm:alg>
                        </dgm:if>
                        <dgm:else name="Name114">
                          <dgm:alg type="tx">
                            <dgm:param type="txAnchorVert" val="t"/>
                            <dgm:param type="parTxLTRAlign" val="l"/>
                            <dgm:param type="parTxRTLAlign" val="l"/>
                          </dgm:alg>
                        </dgm:else>
                      </dgm:choose>
                    </dgm:if>
                    <dgm:else name="Name115">
                      <dgm:choose name="Name116">
                        <dgm:if name="Name117" axis="root des" ptType="all node" func="maxDepth" op="gt" val="1">
                          <dgm:alg type="tx">
                            <dgm:param type="txAnchorVert" val="b"/>
                            <dgm:param type="txAnchorVertCh" val="b"/>
                            <dgm:param type="parTxLTRAlign" val="l"/>
                            <dgm:param type="parTxRTLAlign" val="r"/>
                          </dgm:alg>
                        </dgm:if>
                        <dgm:else name="Name118">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19">
                    <dgm:if name="Name120" func="var" arg="dir" op="equ" val="norm">
                      <dgm:constrLst>
                        <dgm:constr type="rMarg"/>
                        <dgm:constr type="tMarg"/>
                        <dgm:constr type="bMarg"/>
                      </dgm:constrLst>
                    </dgm:if>
                    <dgm:else name="Name121">
                      <dgm:constrLst>
                        <dgm:constr type="lMarg"/>
                        <dgm:constr type="tMarg"/>
                        <dgm:constr type="bMarg"/>
                      </dgm:constrLst>
                    </dgm:else>
                  </dgm:choose>
                  <dgm:ruleLst>
                    <dgm:rule type="primFontSz" val="5" fact="NaN" max="NaN"/>
                  </dgm:ruleLst>
                </dgm:layoutNode>
              </dgm:forEach>
              <dgm:forEach name="Name122" axis="ch" ptType="node" st="4" cnt="1">
                <dgm:layoutNode name="bullet4d" styleLbl="node1">
                  <dgm:alg type="sp"/>
                  <dgm:shape xmlns:r="http://schemas.openxmlformats.org/officeDocument/2006/relationships" type="ellipse" r:blip="">
                    <dgm:adjLst/>
                  </dgm:shape>
                  <dgm:presOf/>
                  <dgm:constrLst/>
                  <dgm:ruleLst/>
                </dgm:layoutNode>
                <dgm:layoutNode name="textBox4d" styleLbl="revTx">
                  <dgm:varLst>
                    <dgm:bulletEnabled val="1"/>
                  </dgm:varLst>
                  <dgm:choose name="Name123">
                    <dgm:if name="Name124" func="var" arg="dir" op="equ" val="norm">
                      <dgm:choose name="Name125">
                        <dgm:if name="Name126" axis="root des" ptType="all node" func="maxDepth" op="gt" val="1">
                          <dgm:alg type="tx">
                            <dgm:param type="txAnchorVert" val="t"/>
                            <dgm:param type="parTxLTRAlign" val="l"/>
                            <dgm:param type="parTxRTLAlign" val="r"/>
                          </dgm:alg>
                        </dgm:if>
                        <dgm:else name="Name127">
                          <dgm:alg type="tx">
                            <dgm:param type="txAnchorVert" val="t"/>
                            <dgm:param type="parTxLTRAlign" val="l"/>
                            <dgm:param type="parTxRTLAlign" val="l"/>
                          </dgm:alg>
                        </dgm:else>
                      </dgm:choose>
                    </dgm:if>
                    <dgm:else name="Name128">
                      <dgm:choose name="Name129">
                        <dgm:if name="Name130" axis="root des" ptType="all node" func="maxDepth" op="gt" val="1">
                          <dgm:alg type="tx">
                            <dgm:param type="txAnchorVert" val="b"/>
                            <dgm:param type="txAnchorVertCh" val="b"/>
                            <dgm:param type="parTxLTRAlign" val="l"/>
                            <dgm:param type="parTxRTLAlign" val="r"/>
                          </dgm:alg>
                        </dgm:if>
                        <dgm:else name="Name131">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32">
                    <dgm:if name="Name133" func="var" arg="dir" op="equ" val="norm">
                      <dgm:constrLst>
                        <dgm:constr type="rMarg"/>
                        <dgm:constr type="tMarg"/>
                        <dgm:constr type="bMarg"/>
                      </dgm:constrLst>
                    </dgm:if>
                    <dgm:else name="Name134">
                      <dgm:constrLst>
                        <dgm:constr type="lMarg"/>
                        <dgm:constr type="tMarg"/>
                        <dgm:constr type="bMarg"/>
                      </dgm:constrLst>
                    </dgm:else>
                  </dgm:choose>
                  <dgm:ruleLst>
                    <dgm:rule type="primFontSz" val="5" fact="NaN" max="NaN"/>
                  </dgm:ruleLst>
                </dgm:layoutNode>
              </dgm:forEach>
            </dgm:layoutNode>
          </dgm:if>
          <dgm:else name="Name135">
            <dgm:layoutNode name="arrowDiagram5">
              <dgm:alg type="composite">
                <dgm:param type="vertAlign" val="none"/>
                <dgm:param type="horzAlign" val="none"/>
              </dgm:alg>
              <dgm:shape xmlns:r="http://schemas.openxmlformats.org/officeDocument/2006/relationships" r:blip="">
                <dgm:adjLst/>
              </dgm:shape>
              <dgm:presOf/>
              <dgm:choose name="Name136">
                <dgm:if name="Name137" func="var" arg="dir" op="equ" val="norm">
                  <dgm:constrLst>
                    <dgm:constr type="ctrX" for="ch" forName="bullet5a" refType="w" fact="0.11"/>
                    <dgm:constr type="ctrY" for="ch" forName="bullet5a" refType="h" fact="0.762"/>
                    <dgm:constr type="w" for="ch" forName="bullet5a" refType="w" fact="0.023"/>
                    <dgm:constr type="h" for="ch" forName="bullet5a" refType="w" refFor="ch" refForName="bullet5a"/>
                    <dgm:constr type="l" for="ch" forName="textBox5a" refType="ctrX" refFor="ch" refForName="bullet5a"/>
                    <dgm:constr type="t" for="ch" forName="textBox5a" refType="ctrY" refFor="ch" refForName="bullet5a"/>
                    <dgm:constr type="w" for="ch" forName="textBox5a" refType="w" fact="0.131"/>
                    <dgm:constr type="h" for="ch" forName="textBox5a" refType="h" fact="0.238"/>
                    <dgm:constr type="userA" refType="h" refFor="ch" refForName="bullet5a" fact="0.53"/>
                    <dgm:constr type="lMarg" for="ch" forName="textBox5a" refType="userA" fact="2.834"/>
                    <dgm:constr type="ctrX" for="ch" forName="bullet5b" refType="w" fact="0.241"/>
                    <dgm:constr type="ctrY" for="ch" forName="bullet5b" refType="h" fact="0.581"/>
                    <dgm:constr type="w" for="ch" forName="bullet5b" refType="w" fact="0.036"/>
                    <dgm:constr type="h" for="ch" forName="bullet5b" refType="w" refFor="ch" refForName="bullet5b"/>
                    <dgm:constr type="l" for="ch" forName="textBox5b" refType="ctrX" refFor="ch" refForName="bullet5b"/>
                    <dgm:constr type="t" for="ch" forName="textBox5b" refType="ctrY" refFor="ch" refForName="bullet5b"/>
                    <dgm:constr type="w" for="ch" forName="textBox5b" refType="w" fact="0.166"/>
                    <dgm:constr type="h" for="ch" forName="textBox5b" refType="h" fact="0.419"/>
                    <dgm:constr type="userB" refType="h" refFor="ch" refForName="bullet5b" fact="0.53"/>
                    <dgm:constr type="lMarg" for="ch" forName="textBox5b" refType="userB" fact="2.834"/>
                    <dgm:constr type="ctrX" for="ch" forName="bullet5c" refType="w" fact="0.407"/>
                    <dgm:constr type="ctrY" for="ch" forName="bullet5c" refType="h" fact="0.438"/>
                    <dgm:constr type="w" for="ch" forName="bullet5c" refType="w" fact="0.048"/>
                    <dgm:constr type="h" for="ch" forName="bullet5c" refType="w" refFor="ch" refForName="bullet5c"/>
                    <dgm:constr type="l" for="ch" forName="textBox5c" refType="ctrX" refFor="ch" refForName="bullet5c"/>
                    <dgm:constr type="t" for="ch" forName="textBox5c" refType="ctrY" refFor="ch" refForName="bullet5c"/>
                    <dgm:constr type="w" for="ch" forName="textBox5c" refType="w" fact="0.193"/>
                    <dgm:constr type="h" for="ch" forName="textBox5c" refType="h" fact="0.562"/>
                    <dgm:constr type="userC" refType="h" refFor="ch" refForName="bullet5c" fact="0.53"/>
                    <dgm:constr type="lMarg" for="ch" forName="textBox5c" refType="userC" fact="2.834"/>
                    <dgm:constr type="ctrX" for="ch" forName="bullet5d" refType="w" fact="0.6"/>
                    <dgm:constr type="ctrY" for="ch" forName="bullet5d" refType="h" fact="0.33"/>
                    <dgm:constr type="w" for="ch" forName="bullet5d" refType="w" fact="0.062"/>
                    <dgm:constr type="h" for="ch" forName="bullet5d" refType="w" refFor="ch" refForName="bullet5d"/>
                    <dgm:constr type="l" for="ch" forName="textBox5d" refType="ctrX" refFor="ch" refForName="bullet5d"/>
                    <dgm:constr type="t" for="ch" forName="textBox5d" refType="ctrY" refFor="ch" refForName="bullet5d"/>
                    <dgm:constr type="w" for="ch" forName="textBox5d" refType="w" fact="0.2"/>
                    <dgm:constr type="h" for="ch" forName="textBox5d" refType="h" fact="0.67"/>
                    <dgm:constr type="userD" refType="h" refFor="ch" refForName="bullet5d" fact="0.53"/>
                    <dgm:constr type="lMarg" for="ch" forName="textBox5d" refType="userD" fact="2.834"/>
                    <dgm:constr type="ctrX" for="ch" forName="bullet5e" refType="w" fact="0.8"/>
                    <dgm:constr type="ctrY" for="ch" forName="bullet5e" refType="h" fact="0.264"/>
                    <dgm:constr type="w" for="ch" forName="bullet5e" refType="w" fact="0.079"/>
                    <dgm:constr type="h" for="ch" forName="bullet5e" refType="w" refFor="ch" refForName="bullet5e"/>
                    <dgm:constr type="l" for="ch" forName="textBox5e" refType="ctrX" refFor="ch" refForName="bullet5e"/>
                    <dgm:constr type="t" for="ch" forName="textBox5e" refType="ctrY" refFor="ch" refForName="bullet5e"/>
                    <dgm:constr type="w" for="ch" forName="textBox5e" refType="w" fact="0.2"/>
                    <dgm:constr type="h" for="ch" forName="textBox5e" refType="h" fact="0.736"/>
                    <dgm:constr type="userE" refType="h" refFor="ch" refForName="bullet5e" fact="0.53"/>
                    <dgm:constr type="lMarg" for="ch" forName="textBox5e" refType="userE" fact="2.834"/>
                    <dgm:constr type="primFontSz" for="ch" ptType="node" op="equ" val="65"/>
                  </dgm:constrLst>
                </dgm:if>
                <dgm:else name="Name138">
                  <dgm:constrLst>
                    <dgm:constr type="ctrX" for="ch" forName="bullet5a" refType="w" fact="0.11"/>
                    <dgm:constr type="ctrY" for="ch" forName="bullet5a" refType="h" fact="0.762"/>
                    <dgm:constr type="w" for="ch" forName="bullet5a" refType="w" fact="0.023"/>
                    <dgm:constr type="h" for="ch" forName="bullet5a" refType="w" refFor="ch" refForName="bullet5a"/>
                    <dgm:constr type="r" for="ch" forName="textBox5a" refType="ctrX" refFor="ch" refForName="bullet5a"/>
                    <dgm:constr type="b" for="ch" forName="textBox5a" refType="ctrY" refFor="ch" refForName="bullet5a"/>
                    <dgm:constr type="w" for="ch" forName="textBox5a" refType="w" fact="0.11"/>
                    <dgm:constr type="h" for="ch" forName="textBox5a" refType="h" fact="0.762"/>
                    <dgm:constr type="userA" refType="h" refFor="ch" refForName="bullet5a" fact="0.53"/>
                    <dgm:constr type="rMarg" for="ch" forName="textBox5a" refType="userA" fact="2.834"/>
                    <dgm:constr type="ctrX" for="ch" forName="bullet5b" refType="w" fact="0.241"/>
                    <dgm:constr type="ctrY" for="ch" forName="bullet5b" refType="h" fact="0.581"/>
                    <dgm:constr type="w" for="ch" forName="bullet5b" refType="w" fact="0.036"/>
                    <dgm:constr type="h" for="ch" forName="bullet5b" refType="w" refFor="ch" refForName="bullet5b"/>
                    <dgm:constr type="r" for="ch" forName="textBox5b" refType="ctrX" refFor="ch" refForName="bullet5b"/>
                    <dgm:constr type="b" for="ch" forName="textBox5b" refType="ctrY" refFor="ch" refForName="bullet5b"/>
                    <dgm:constr type="w" for="ch" forName="textBox5b" refType="w" fact="0.131"/>
                    <dgm:constr type="h" for="ch" forName="textBox5b" refType="h" fact="0.581"/>
                    <dgm:constr type="userB" refType="h" refFor="ch" refForName="bullet5b" fact="0.53"/>
                    <dgm:constr type="rMarg" for="ch" forName="textBox5b" refType="userB" fact="2.834"/>
                    <dgm:constr type="ctrX" for="ch" forName="bullet5c" refType="w" fact="0.407"/>
                    <dgm:constr type="ctrY" for="ch" forName="bullet5c" refType="h" fact="0.438"/>
                    <dgm:constr type="w" for="ch" forName="bullet5c" refType="w" fact="0.048"/>
                    <dgm:constr type="h" for="ch" forName="bullet5c" refType="w" refFor="ch" refForName="bullet5c"/>
                    <dgm:constr type="r" for="ch" forName="textBox5c" refType="ctrX" refFor="ch" refForName="bullet5c"/>
                    <dgm:constr type="b" for="ch" forName="textBox5c" refType="ctrY" refFor="ch" refForName="bullet5c"/>
                    <dgm:constr type="w" for="ch" forName="textBox5c" refType="w" fact="0.166"/>
                    <dgm:constr type="h" for="ch" forName="textBox5c" refType="h" fact="0.438"/>
                    <dgm:constr type="userC" refType="h" refFor="ch" refForName="bullet5c" fact="0.53"/>
                    <dgm:constr type="rMarg" for="ch" forName="textBox5c" refType="userC" fact="2.834"/>
                    <dgm:constr type="ctrX" for="ch" forName="bullet5d" refType="w" fact="0.6"/>
                    <dgm:constr type="ctrY" for="ch" forName="bullet5d" refType="h" fact="0.33"/>
                    <dgm:constr type="w" for="ch" forName="bullet5d" refType="w" fact="0.062"/>
                    <dgm:constr type="h" for="ch" forName="bullet5d" refType="w" refFor="ch" refForName="bullet5d"/>
                    <dgm:constr type="r" for="ch" forName="textBox5d" refType="ctrX" refFor="ch" refForName="bullet5d"/>
                    <dgm:constr type="b" for="ch" forName="textBox5d" refType="ctrY" refFor="ch" refForName="bullet5d"/>
                    <dgm:constr type="w" for="ch" forName="textBox5d" refType="w" fact="0.193"/>
                    <dgm:constr type="h" for="ch" forName="textBox5d" refType="h" fact="0.33"/>
                    <dgm:constr type="userD" refType="h" refFor="ch" refForName="bullet5d" fact="0.53"/>
                    <dgm:constr type="rMarg" for="ch" forName="textBox5d" refType="userD" fact="2.834"/>
                    <dgm:constr type="ctrX" for="ch" forName="bullet5e" refType="w" fact="0.8"/>
                    <dgm:constr type="ctrY" for="ch" forName="bullet5e" refType="h" fact="0.264"/>
                    <dgm:constr type="w" for="ch" forName="bullet5e" refType="w" fact="0.079"/>
                    <dgm:constr type="h" for="ch" forName="bullet5e" refType="w" refFor="ch" refForName="bullet5e"/>
                    <dgm:constr type="r" for="ch" forName="textBox5e" refType="ctrX" refFor="ch" refForName="bullet5e"/>
                    <dgm:constr type="b" for="ch" forName="textBox5e" refType="ctrY" refFor="ch" refForName="bullet5e"/>
                    <dgm:constr type="w" for="ch" forName="textBox5e" refType="w" fact="0.2"/>
                    <dgm:constr type="h" for="ch" forName="textBox5e" refType="h" fact="0.264"/>
                    <dgm:constr type="userE" refType="h" refFor="ch" refForName="bullet5e" fact="0.53"/>
                    <dgm:constr type="rMarg" for="ch" forName="textBox5e" refType="userE" fact="2.834"/>
                    <dgm:constr type="primFontSz" for="ch" ptType="node" op="equ" val="65"/>
                  </dgm:constrLst>
                </dgm:else>
              </dgm:choose>
              <dgm:ruleLst/>
              <dgm:forEach name="Name139" axis="ch" ptType="node" cnt="1">
                <dgm:layoutNode name="bullet5a" styleLbl="node1">
                  <dgm:alg type="sp"/>
                  <dgm:shape xmlns:r="http://schemas.openxmlformats.org/officeDocument/2006/relationships" type="ellipse" r:blip="">
                    <dgm:adjLst/>
                  </dgm:shape>
                  <dgm:presOf/>
                  <dgm:constrLst/>
                  <dgm:ruleLst/>
                </dgm:layoutNode>
                <dgm:layoutNode name="textBox5a" styleLbl="revTx">
                  <dgm:varLst>
                    <dgm:bulletEnabled val="1"/>
                  </dgm:varLst>
                  <dgm:choose name="Name140">
                    <dgm:if name="Name141" func="var" arg="dir" op="equ" val="norm">
                      <dgm:choose name="Name142">
                        <dgm:if name="Name143" axis="root des" ptType="all node" func="maxDepth" op="gt" val="1">
                          <dgm:alg type="tx">
                            <dgm:param type="txAnchorVert" val="t"/>
                            <dgm:param type="parTxLTRAlign" val="l"/>
                            <dgm:param type="parTxRTLAlign" val="r"/>
                          </dgm:alg>
                        </dgm:if>
                        <dgm:else name="Name144">
                          <dgm:alg type="tx">
                            <dgm:param type="txAnchorVert" val="t"/>
                            <dgm:param type="parTxLTRAlign" val="l"/>
                            <dgm:param type="parTxRTLAlign" val="l"/>
                          </dgm:alg>
                        </dgm:else>
                      </dgm:choose>
                    </dgm:if>
                    <dgm:else name="Name145">
                      <dgm:choose name="Name146">
                        <dgm:if name="Name147" axis="root des" ptType="all node" func="maxDepth" op="gt" val="1">
                          <dgm:alg type="tx">
                            <dgm:param type="txAnchorVert" val="b"/>
                            <dgm:param type="txAnchorVertCh" val="b"/>
                            <dgm:param type="parTxLTRAlign" val="l"/>
                            <dgm:param type="parTxRTLAlign" val="r"/>
                          </dgm:alg>
                        </dgm:if>
                        <dgm:else name="Name148">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49">
                    <dgm:if name="Name150" func="var" arg="dir" op="equ" val="norm">
                      <dgm:constrLst>
                        <dgm:constr type="rMarg"/>
                        <dgm:constr type="tMarg"/>
                        <dgm:constr type="bMarg"/>
                      </dgm:constrLst>
                    </dgm:if>
                    <dgm:else name="Name151">
                      <dgm:constrLst>
                        <dgm:constr type="lMarg"/>
                        <dgm:constr type="tMarg"/>
                        <dgm:constr type="bMarg"/>
                      </dgm:constrLst>
                    </dgm:else>
                  </dgm:choose>
                  <dgm:ruleLst>
                    <dgm:rule type="primFontSz" val="5" fact="NaN" max="NaN"/>
                  </dgm:ruleLst>
                </dgm:layoutNode>
              </dgm:forEach>
              <dgm:forEach name="Name152" axis="ch" ptType="node" st="2" cnt="1">
                <dgm:layoutNode name="bullet5b" styleLbl="node1">
                  <dgm:alg type="sp"/>
                  <dgm:shape xmlns:r="http://schemas.openxmlformats.org/officeDocument/2006/relationships" type="ellipse" r:blip="">
                    <dgm:adjLst/>
                  </dgm:shape>
                  <dgm:presOf/>
                  <dgm:constrLst/>
                  <dgm:ruleLst/>
                </dgm:layoutNode>
                <dgm:layoutNode name="textBox5b" styleLbl="revTx">
                  <dgm:varLst>
                    <dgm:bulletEnabled val="1"/>
                  </dgm:varLst>
                  <dgm:choose name="Name153">
                    <dgm:if name="Name154" func="var" arg="dir" op="equ" val="norm">
                      <dgm:choose name="Name155">
                        <dgm:if name="Name156" axis="root des" ptType="all node" func="maxDepth" op="gt" val="1">
                          <dgm:alg type="tx">
                            <dgm:param type="txAnchorVert" val="t"/>
                            <dgm:param type="parTxLTRAlign" val="l"/>
                            <dgm:param type="parTxRTLAlign" val="r"/>
                          </dgm:alg>
                        </dgm:if>
                        <dgm:else name="Name157">
                          <dgm:alg type="tx">
                            <dgm:param type="txAnchorVert" val="t"/>
                            <dgm:param type="parTxLTRAlign" val="l"/>
                            <dgm:param type="parTxRTLAlign" val="l"/>
                          </dgm:alg>
                        </dgm:else>
                      </dgm:choose>
                    </dgm:if>
                    <dgm:else name="Name158">
                      <dgm:choose name="Name159">
                        <dgm:if name="Name160" axis="root des" ptType="all node" func="maxDepth" op="gt" val="1">
                          <dgm:alg type="tx">
                            <dgm:param type="txAnchorVert" val="b"/>
                            <dgm:param type="txAnchorVertCh" val="b"/>
                            <dgm:param type="parTxLTRAlign" val="l"/>
                            <dgm:param type="parTxRTLAlign" val="r"/>
                          </dgm:alg>
                        </dgm:if>
                        <dgm:else name="Name161">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62">
                    <dgm:if name="Name163" func="var" arg="dir" op="equ" val="norm">
                      <dgm:constrLst>
                        <dgm:constr type="rMarg"/>
                        <dgm:constr type="tMarg"/>
                        <dgm:constr type="bMarg"/>
                      </dgm:constrLst>
                    </dgm:if>
                    <dgm:else name="Name164">
                      <dgm:constrLst>
                        <dgm:constr type="lMarg"/>
                        <dgm:constr type="tMarg"/>
                        <dgm:constr type="bMarg"/>
                      </dgm:constrLst>
                    </dgm:else>
                  </dgm:choose>
                  <dgm:ruleLst>
                    <dgm:rule type="primFontSz" val="5" fact="NaN" max="NaN"/>
                  </dgm:ruleLst>
                </dgm:layoutNode>
              </dgm:forEach>
              <dgm:forEach name="Name165" axis="ch" ptType="node" st="3" cnt="1">
                <dgm:layoutNode name="bullet5c" styleLbl="node1">
                  <dgm:alg type="sp"/>
                  <dgm:shape xmlns:r="http://schemas.openxmlformats.org/officeDocument/2006/relationships" type="ellipse" r:blip="">
                    <dgm:adjLst/>
                  </dgm:shape>
                  <dgm:presOf/>
                  <dgm:constrLst/>
                  <dgm:ruleLst/>
                </dgm:layoutNode>
                <dgm:layoutNode name="textBox5c" styleLbl="revTx">
                  <dgm:varLst>
                    <dgm:bulletEnabled val="1"/>
                  </dgm:varLst>
                  <dgm:choose name="Name166">
                    <dgm:if name="Name167" func="var" arg="dir" op="equ" val="norm">
                      <dgm:choose name="Name168">
                        <dgm:if name="Name169" axis="root des" ptType="all node" func="maxDepth" op="gt" val="1">
                          <dgm:alg type="tx">
                            <dgm:param type="txAnchorVert" val="t"/>
                            <dgm:param type="parTxLTRAlign" val="l"/>
                            <dgm:param type="parTxRTLAlign" val="r"/>
                          </dgm:alg>
                        </dgm:if>
                        <dgm:else name="Name170">
                          <dgm:alg type="tx">
                            <dgm:param type="txAnchorVert" val="t"/>
                            <dgm:param type="parTxLTRAlign" val="l"/>
                            <dgm:param type="parTxRTLAlign" val="l"/>
                          </dgm:alg>
                        </dgm:else>
                      </dgm:choose>
                    </dgm:if>
                    <dgm:else name="Name171">
                      <dgm:choose name="Name172">
                        <dgm:if name="Name173" axis="root des" ptType="all node" func="maxDepth" op="gt" val="1">
                          <dgm:alg type="tx">
                            <dgm:param type="txAnchorVert" val="b"/>
                            <dgm:param type="txAnchorVertCh" val="b"/>
                            <dgm:param type="parTxLTRAlign" val="l"/>
                            <dgm:param type="parTxRTLAlign" val="r"/>
                          </dgm:alg>
                        </dgm:if>
                        <dgm:else name="Name174">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75">
                    <dgm:if name="Name176" func="var" arg="dir" op="equ" val="norm">
                      <dgm:constrLst>
                        <dgm:constr type="rMarg"/>
                        <dgm:constr type="tMarg"/>
                        <dgm:constr type="bMarg"/>
                      </dgm:constrLst>
                    </dgm:if>
                    <dgm:else name="Name177">
                      <dgm:constrLst>
                        <dgm:constr type="lMarg"/>
                        <dgm:constr type="tMarg"/>
                        <dgm:constr type="bMarg"/>
                      </dgm:constrLst>
                    </dgm:else>
                  </dgm:choose>
                  <dgm:ruleLst>
                    <dgm:rule type="primFontSz" val="5" fact="NaN" max="NaN"/>
                  </dgm:ruleLst>
                </dgm:layoutNode>
              </dgm:forEach>
              <dgm:forEach name="Name178" axis="ch" ptType="node" st="4" cnt="1">
                <dgm:layoutNode name="bullet5d" styleLbl="node1">
                  <dgm:alg type="sp"/>
                  <dgm:shape xmlns:r="http://schemas.openxmlformats.org/officeDocument/2006/relationships" type="ellipse" r:blip="">
                    <dgm:adjLst/>
                  </dgm:shape>
                  <dgm:presOf/>
                  <dgm:constrLst/>
                  <dgm:ruleLst/>
                </dgm:layoutNode>
                <dgm:layoutNode name="textBox5d" styleLbl="revTx">
                  <dgm:varLst>
                    <dgm:bulletEnabled val="1"/>
                  </dgm:varLst>
                  <dgm:choose name="Name179">
                    <dgm:if name="Name180" func="var" arg="dir" op="equ" val="norm">
                      <dgm:choose name="Name181">
                        <dgm:if name="Name182" axis="root des" ptType="all node" func="maxDepth" op="gt" val="1">
                          <dgm:alg type="tx">
                            <dgm:param type="txAnchorVert" val="t"/>
                            <dgm:param type="parTxLTRAlign" val="l"/>
                            <dgm:param type="parTxRTLAlign" val="r"/>
                          </dgm:alg>
                        </dgm:if>
                        <dgm:else name="Name183">
                          <dgm:alg type="tx">
                            <dgm:param type="txAnchorVert" val="t"/>
                            <dgm:param type="parTxLTRAlign" val="l"/>
                            <dgm:param type="parTxRTLAlign" val="l"/>
                          </dgm:alg>
                        </dgm:else>
                      </dgm:choose>
                    </dgm:if>
                    <dgm:else name="Name184">
                      <dgm:choose name="Name185">
                        <dgm:if name="Name186" axis="root des" ptType="all node" func="maxDepth" op="gt" val="1">
                          <dgm:alg type="tx">
                            <dgm:param type="txAnchorVert" val="b"/>
                            <dgm:param type="txAnchorVertCh" val="b"/>
                            <dgm:param type="parTxLTRAlign" val="l"/>
                            <dgm:param type="parTxRTLAlign" val="r"/>
                          </dgm:alg>
                        </dgm:if>
                        <dgm:else name="Name187">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88">
                    <dgm:if name="Name189" func="var" arg="dir" op="equ" val="norm">
                      <dgm:constrLst>
                        <dgm:constr type="rMarg"/>
                        <dgm:constr type="tMarg"/>
                        <dgm:constr type="bMarg"/>
                      </dgm:constrLst>
                    </dgm:if>
                    <dgm:else name="Name190">
                      <dgm:constrLst>
                        <dgm:constr type="lMarg"/>
                        <dgm:constr type="tMarg"/>
                        <dgm:constr type="bMarg"/>
                      </dgm:constrLst>
                    </dgm:else>
                  </dgm:choose>
                  <dgm:ruleLst>
                    <dgm:rule type="primFontSz" val="5" fact="NaN" max="NaN"/>
                  </dgm:ruleLst>
                </dgm:layoutNode>
              </dgm:forEach>
              <dgm:forEach name="Name191" axis="ch" ptType="node" st="5" cnt="1">
                <dgm:layoutNode name="bullet5e" styleLbl="node1">
                  <dgm:alg type="sp"/>
                  <dgm:shape xmlns:r="http://schemas.openxmlformats.org/officeDocument/2006/relationships" type="ellipse" r:blip="">
                    <dgm:adjLst/>
                  </dgm:shape>
                  <dgm:presOf/>
                  <dgm:constrLst/>
                  <dgm:ruleLst/>
                </dgm:layoutNode>
                <dgm:layoutNode name="textBox5e" styleLbl="revTx">
                  <dgm:varLst>
                    <dgm:bulletEnabled val="1"/>
                  </dgm:varLst>
                  <dgm:choose name="Name192">
                    <dgm:if name="Name193" func="var" arg="dir" op="equ" val="norm">
                      <dgm:choose name="Name194">
                        <dgm:if name="Name195" axis="root des" ptType="all node" func="maxDepth" op="gt" val="1">
                          <dgm:alg type="tx">
                            <dgm:param type="txAnchorVert" val="t"/>
                            <dgm:param type="parTxLTRAlign" val="l"/>
                            <dgm:param type="parTxRTLAlign" val="r"/>
                          </dgm:alg>
                        </dgm:if>
                        <dgm:else name="Name196">
                          <dgm:alg type="tx">
                            <dgm:param type="txAnchorVert" val="t"/>
                            <dgm:param type="parTxLTRAlign" val="l"/>
                            <dgm:param type="parTxRTLAlign" val="l"/>
                          </dgm:alg>
                        </dgm:else>
                      </dgm:choose>
                    </dgm:if>
                    <dgm:else name="Name197">
                      <dgm:choose name="Name198">
                        <dgm:if name="Name199" axis="root des" ptType="all node" func="maxDepth" op="gt" val="1">
                          <dgm:alg type="tx">
                            <dgm:param type="txAnchorVert" val="b"/>
                            <dgm:param type="txAnchorVertCh" val="b"/>
                            <dgm:param type="parTxLTRAlign" val="l"/>
                            <dgm:param type="parTxRTLAlign" val="r"/>
                          </dgm:alg>
                        </dgm:if>
                        <dgm:else name="Name200">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201">
                    <dgm:if name="Name202" func="var" arg="dir" op="equ" val="norm">
                      <dgm:constrLst>
                        <dgm:constr type="rMarg"/>
                        <dgm:constr type="tMarg"/>
                        <dgm:constr type="bMarg"/>
                      </dgm:constrLst>
                    </dgm:if>
                    <dgm:else name="Name203">
                      <dgm:constrLst>
                        <dgm:constr type="lMarg"/>
                        <dgm:constr type="tMarg"/>
                        <dgm:constr type="bMarg"/>
                      </dgm:constrLst>
                    </dgm:else>
                  </dgm:choose>
                  <dgm:ruleLst>
                    <dgm:rule type="primFontSz" val="5" fact="NaN" max="NaN"/>
                  </dgm:ruleLst>
                </dgm:layoutNode>
              </dgm:forEach>
            </dgm:layoutNode>
          </dgm:else>
        </dgm:choose>
      </dgm:if>
      <dgm:else name="Name204"/>
    </dgm:choose>
  </dgm:layoutNode>
</dgm:layoutDef>
</file>

<file path=ppt/diagrams/layout10.xml><?xml version="1.0" encoding="utf-8"?>
<dgm:layoutDef xmlns:dgm="http://schemas.openxmlformats.org/drawingml/2006/diagram" xmlns:a="http://schemas.openxmlformats.org/drawingml/2006/main" uniqueId="urn:microsoft.com/office/officeart/2005/8/layout/arrow4">
  <dgm:title val=""/>
  <dgm:desc val=""/>
  <dgm:catLst>
    <dgm:cat type="relationship" pri="8000"/>
    <dgm:cat type="process" pri="30000"/>
  </dgm:catLst>
  <dgm:samp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Lst>
      <dgm:cxnLst>
        <dgm:cxn modelId="3" srcId="0" destId="1" srcOrd="0" destOrd="0"/>
        <dgm:cxn modelId="4" srcId="0" destId="2" srcOrd="1" destOrd="0"/>
      </dgm:cxnLst>
      <dgm:bg/>
      <dgm:whole/>
    </dgm:dataModel>
  </dgm:clrData>
  <dgm:layoutNode name="compositeShape">
    <dgm:varLst>
      <dgm:chMax val="2"/>
      <dgm:dir/>
      <dgm:resizeHandles val="exact"/>
    </dgm:varLst>
    <dgm:alg type="composite"/>
    <dgm:shape xmlns:r="http://schemas.openxmlformats.org/officeDocument/2006/relationships" r:blip="">
      <dgm:adjLst/>
    </dgm:shape>
    <dgm:presOf/>
    <dgm:choose name="Name0">
      <dgm:if name="Name1" func="var" arg="dir" op="equ" val="norm">
        <dgm:choose name="Name2">
          <dgm:if name="Name3" axis="ch" ptType="node" func="cnt" op="lte" val="1">
            <dgm:constrLst>
              <dgm:constr type="primFontSz" for="des" ptType="node" op="equ" val="65"/>
              <dgm:constr type="w" for="ch" forName="upArrow" refType="w" fact="0.33"/>
              <dgm:constr type="h" for="ch" forName="upArrow" refType="h"/>
              <dgm:constr type="b" for="ch" forName="upArrow" refType="h" fact="0.48"/>
              <dgm:constr type="l" for="ch" forName="upArrow"/>
              <dgm:constr type="h" for="ch" forName="upArrow" refType="w" refFor="ch" refForName="upArrow" op="gte" fact="0.75"/>
              <dgm:constr type="w" for="ch" forName="upArrowText" refType="w" fact="0.56"/>
              <dgm:constr type="h" for="ch" forName="upArrowText" refType="h"/>
              <dgm:constr type="b" for="ch" forName="upArrowText" refType="h" fact="0.48"/>
              <dgm:constr type="l" for="ch" forName="upArrowText" refType="w" refFor="ch" refForName="upArrow" fact="1.03"/>
            </dgm:constrLst>
          </dgm:if>
          <dgm:else name="Name4">
            <dgm:constrLst>
              <dgm:constr type="primFontSz" for="des" ptType="node" op="equ" val="65"/>
              <dgm:constr type="w" for="ch" forName="upArrow" refType="w" fact="0.33"/>
              <dgm:constr type="h" for="ch" forName="upArrow" refType="h" fact="0.48"/>
              <dgm:constr type="b" for="ch" forName="upArrow" refType="h" fact="0.48"/>
              <dgm:constr type="l" for="ch" forName="upArrow"/>
              <dgm:constr type="h" for="ch" forName="upArrow" refType="w" refFor="ch" refForName="upArrow" op="gte" fact="0.75"/>
              <dgm:constr type="w" for="ch" forName="upArrowText" refType="w" fact="0.56"/>
              <dgm:constr type="h" for="ch" forName="upArrowText" refType="h" fact="0.48"/>
              <dgm:constr type="b" for="ch" forName="upArrowText" refType="h" fact="0.48"/>
              <dgm:constr type="l" for="ch" forName="upArrowText" refType="w" refFor="ch" refForName="upArrow" fact="1.03"/>
              <dgm:constr type="w" for="ch" forName="downArrow" refType="w" fact="0.33"/>
              <dgm:constr type="h" for="ch" forName="downArrow" refType="h" fact="0.48"/>
              <dgm:constr type="t" for="ch" forName="downArrow" refType="h" fact="0.52"/>
              <dgm:constr type="l" for="ch" forName="downArrow" refType="w" refFor="ch" refForName="downArrow" fact="0.3"/>
              <dgm:constr type="h" for="ch" forName="downArrow" refType="w" refFor="ch" refForName="downArrow" op="gte" fact="0.75"/>
              <dgm:constr type="w" for="ch" forName="downArrowText" refType="w" fact="0.56"/>
              <dgm:constr type="h" for="ch" forName="downArrowText" refType="h" fact="0.48"/>
              <dgm:constr type="t" for="ch" forName="downArrowText" refType="h" fact="0.52"/>
              <dgm:constr type="l" for="ch" forName="downArrowText" refType="w" refFor="ch" refForName="downArrow" fact="1.33"/>
            </dgm:constrLst>
          </dgm:else>
        </dgm:choose>
      </dgm:if>
      <dgm:else name="Name5">
        <dgm:choose name="Name6">
          <dgm:if name="Name7" axis="ch" ptType="node" func="cnt" op="lte" val="1">
            <dgm:constrLst>
              <dgm:constr type="primFontSz" for="des" ptType="node" op="equ" val="65"/>
              <dgm:constr type="w" for="ch" forName="upArrow" refType="w" fact="0.33"/>
              <dgm:constr type="h" for="ch" forName="upArrow" refType="h"/>
              <dgm:constr type="t" for="ch" forName="upArrow"/>
              <dgm:constr type="l" for="ch" forName="upArrow" refType="w" fact="0.67"/>
              <dgm:constr type="h" for="ch" forName="upArrow" refType="w" refFor="ch" refForName="upArrow" op="gte" fact="0.75"/>
              <dgm:constr type="w" for="ch" forName="upArrowText" refType="w" fact="0.56"/>
              <dgm:constr type="h" for="ch" forName="upArrowText" refType="h"/>
              <dgm:constr type="t" for="ch" forName="upArrowText"/>
              <dgm:constr type="l" for="ch" forName="upArrowText" refType="w" fact="0.1"/>
            </dgm:constrLst>
          </dgm:if>
          <dgm:else name="Name8">
            <dgm:constrLst>
              <dgm:constr type="primFontSz" for="des" ptType="node" op="equ" val="65"/>
              <dgm:constr type="w" for="ch" forName="upArrow" refType="w" fact="0.33"/>
              <dgm:constr type="h" for="ch" forName="upArrow" refType="h" fact="0.48"/>
              <dgm:constr type="t" for="ch" forName="upArrow"/>
              <dgm:constr type="l" for="ch" forName="upArrow" refType="w" fact="0.67"/>
              <dgm:constr type="h" for="ch" forName="upArrow" refType="w" refFor="ch" refForName="upArrow" op="gte" fact="0.75"/>
              <dgm:constr type="w" for="ch" forName="upArrowText" refType="w" fact="0.56"/>
              <dgm:constr type="h" for="ch" forName="upArrowText" refType="h" fact="0.48"/>
              <dgm:constr type="t" for="ch" forName="upArrowText"/>
              <dgm:constr type="l" for="ch" forName="upArrowText" refType="w" fact="0.1"/>
              <dgm:constr type="w" for="ch" forName="downArrow" refType="w" fact="0.33"/>
              <dgm:constr type="h" for="ch" forName="downArrow" refType="h" fact="0.48"/>
              <dgm:constr type="t" for="ch" forName="downArrow" refType="h" fact="0.52"/>
              <dgm:constr type="l" for="ch" forName="downArrow" refType="w" fact="0.57"/>
              <dgm:constr type="h" for="ch" forName="downArrow" refType="w" refFor="ch" refForName="downArrow" op="gte" fact="0.75"/>
              <dgm:constr type="w" for="ch" forName="downArrowText" refType="w" fact="0.56"/>
              <dgm:constr type="h" for="ch" forName="downArrowText" refType="h" fact="0.48"/>
              <dgm:constr type="t" for="ch" forName="downArrowText" refType="h" fact="0.52"/>
              <dgm:constr type="l" for="ch" forName="downArrowText"/>
            </dgm:constrLst>
          </dgm:else>
        </dgm:choose>
      </dgm:else>
    </dgm:choose>
    <dgm:ruleLst/>
    <dgm:forEach name="Name9" axis="ch" ptType="node" cnt="1">
      <dgm:layoutNode name="upArrow" styleLbl="node1">
        <dgm:alg type="sp"/>
        <dgm:shape xmlns:r="http://schemas.openxmlformats.org/officeDocument/2006/relationships" type="upArrow" r:blip="">
          <dgm:adjLst/>
        </dgm:shape>
        <dgm:presOf/>
        <dgm:constrLst/>
        <dgm:ruleLst/>
      </dgm:layoutNode>
      <dgm:layoutNode name="upArrowText" styleLbl="revTx">
        <dgm:varLst>
          <dgm:chMax val="0"/>
          <dgm:bulletEnabled val="1"/>
        </dgm:varLst>
        <dgm:choose name="Name10">
          <dgm:if name="Name11" axis="root des" ptType="all node" func="maxDepth" op="gt" val="1">
            <dgm:alg type="tx">
              <dgm:param type="parTxLTRAlign" val="l"/>
              <dgm:param type="parTxRTLAlign" val="r"/>
              <dgm:param type="txAnchorVertCh" val="mid"/>
            </dgm:alg>
          </dgm:if>
          <dgm:else name="Name12">
            <dgm:choose name="Name13">
              <dgm:if name="Name14" func="var" arg="dir" op="equ" val="norm">
                <dgm:alg type="tx">
                  <dgm:param type="parTxLTRAlign" val="l"/>
                  <dgm:param type="parTxRTLAlign" val="l"/>
                  <dgm:param type="txAnchorVertCh" val="mid"/>
                </dgm:alg>
              </dgm:if>
              <dgm:else name="Name15">
                <dgm:alg type="tx">
                  <dgm:param type="parTxLTRAlign" val="r"/>
                  <dgm:param type="parTxRTLAlign" val="r"/>
                  <dgm:param type="txAnchorVertCh" val="mid"/>
                </dgm:alg>
              </dgm:else>
            </dgm:choose>
          </dgm:else>
        </dgm:choose>
        <dgm:shape xmlns:r="http://schemas.openxmlformats.org/officeDocument/2006/relationships" type="rect" r:blip="">
          <dgm:adjLst/>
        </dgm:shape>
        <dgm:presOf axis="desOrSelf" ptType="node"/>
        <dgm:constrLst>
          <dgm:constr type="tMarg"/>
        </dgm:constrLst>
        <dgm:ruleLst>
          <dgm:rule type="primFontSz" val="5" fact="NaN" max="NaN"/>
        </dgm:ruleLst>
      </dgm:layoutNode>
    </dgm:forEach>
    <dgm:forEach name="Name16" axis="ch" ptType="node" st="2" cnt="1">
      <dgm:layoutNode name="downArrow" styleLbl="node1">
        <dgm:alg type="sp"/>
        <dgm:shape xmlns:r="http://schemas.openxmlformats.org/officeDocument/2006/relationships" type="downArrow" r:blip="">
          <dgm:adjLst/>
        </dgm:shape>
        <dgm:presOf/>
        <dgm:constrLst/>
        <dgm:ruleLst/>
      </dgm:layoutNode>
      <dgm:layoutNode name="downArrowText" styleLbl="revTx">
        <dgm:varLst>
          <dgm:chMax val="0"/>
          <dgm:bulletEnabled val="1"/>
        </dgm:varLst>
        <dgm:choose name="Name17">
          <dgm:if name="Name18" axis="root des" ptType="all node" func="maxDepth" op="gt" val="1">
            <dgm:alg type="tx">
              <dgm:param type="parTxLTRAlign" val="l"/>
              <dgm:param type="parTxRTLAlign" val="r"/>
              <dgm:param type="txAnchorVertCh" val="mid"/>
            </dgm:alg>
          </dgm:if>
          <dgm:else name="Name19">
            <dgm:choose name="Name20">
              <dgm:if name="Name21" func="var" arg="dir" op="equ" val="norm">
                <dgm:alg type="tx">
                  <dgm:param type="parTxLTRAlign" val="l"/>
                  <dgm:param type="parTxRTLAlign" val="l"/>
                  <dgm:param type="txAnchorVertCh" val="mid"/>
                </dgm:alg>
              </dgm:if>
              <dgm:else name="Name22">
                <dgm:alg type="tx">
                  <dgm:param type="parTxLTRAlign" val="r"/>
                  <dgm:param type="parTxRTLAlign" val="r"/>
                  <dgm:param type="txAnchorVertCh" val="mid"/>
                </dgm:alg>
              </dgm:else>
            </dgm:choose>
          </dgm:else>
        </dgm:choose>
        <dgm:shape xmlns:r="http://schemas.openxmlformats.org/officeDocument/2006/relationships" type="rect" r:blip="">
          <dgm:adjLst/>
        </dgm:shape>
        <dgm:presOf axis="desOrSelf" ptType="node"/>
        <dgm:constrLst>
          <dgm:constr type="tMarg"/>
        </dgm:constrLst>
        <dgm:ruleLst>
          <dgm:rule type="primFontSz" val="5" fact="NaN" max="NaN"/>
        </dgm:ruleLst>
      </dgm:layoutNode>
    </dgm:forEach>
  </dgm:layoutNode>
</dgm:layoutDef>
</file>

<file path=ppt/diagrams/layout11.xml><?xml version="1.0" encoding="utf-8"?>
<dgm:layoutDef xmlns:dgm="http://schemas.openxmlformats.org/drawingml/2006/diagram" xmlns:a="http://schemas.openxmlformats.org/drawingml/2006/main" uniqueId="urn:microsoft.com/office/officeart/2005/8/layout/lProcess2">
  <dgm:title val=""/>
  <dgm:desc val=""/>
  <dgm:catLst>
    <dgm:cat type="list" pri="10000"/>
    <dgm:cat type="relationship"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useDef="1">
    <dgm:dataModel>
      <dgm:ptLst/>
      <dgm:bg/>
      <dgm:whole/>
    </dgm:dataModel>
  </dgm:styleData>
  <dgm:clrData useDef="1">
    <dgm:dataModel>
      <dgm:ptLst/>
      <dgm:bg/>
      <dgm:whole/>
    </dgm:dataModel>
  </dgm:clrData>
  <dgm:layoutNode name="theList">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forName="aSpace" refType="w" fact="0.075"/>
      <dgm:constr type="h" for="des" forName="aSpace2" refType="h" fact="0.1"/>
      <dgm:constr type="primFontSz" for="des" forName="textNode" op="equ"/>
      <dgm:constr type="primFontSz" for="des" forName="childNode" op="equ"/>
    </dgm:constrLst>
    <dgm:rule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ruleLst/>
        <dgm:layoutNode name="aNode" styleLbl="bgShp">
          <dgm:alg type="sp"/>
          <dgm:shape xmlns:r="http://schemas.openxmlformats.org/officeDocument/2006/relationships" type="roundRect" r:blip="">
            <dgm:adjLst>
              <dgm:adj idx="1" val="0.1"/>
            </dgm:adjLst>
          </dgm:shape>
          <dgm:presOf axis="self"/>
          <dgm:constrLst/>
          <dgm:ruleLst/>
        </dgm:layoutNode>
        <dgm:layoutNode name="textNode" styleLbl="bgShp">
          <dgm:alg type="tx"/>
          <dgm:shape xmlns:r="http://schemas.openxmlformats.org/officeDocument/2006/relationships" type="rect" r:blip="" hideGeom="1">
            <dgm:adjLst>
              <dgm:adj idx="1" val="0.1"/>
            </dgm:adjLst>
          </dgm:shape>
          <dgm:presOf axis="self"/>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ruleLst/>
          <dgm:layoutNode name="theInnerList">
            <dgm:alg type="lin">
              <dgm:param type="linDir" val="fromT"/>
            </dgm:alg>
            <dgm:shape xmlns:r="http://schemas.openxmlformats.org/officeDocument/2006/relationships" r:blip="">
              <dgm:adjLst/>
            </dgm:shape>
            <dgm:presOf/>
            <dgm:constrLst/>
            <dgm:ruleLst/>
            <dgm:forEach name="childNodeForEach" axis="ch" ptType="node">
              <dgm:layoutNode name="child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tMarg" refType="primFontSz" fact="0.15"/>
                  <dgm:constr type="bMarg" refType="primFontSz" fact="0.15"/>
                  <dgm:constr type="lMarg" refType="primFontSz" fact="0.2"/>
                  <dgm:constr type="rMarg" refType="primFontSz" fact="0.2"/>
                </dgm:constrLst>
                <dgm:ruleLst>
                  <dgm:rule type="primFontSz" val="5"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presOf/>
                    <dgm:constrLst/>
                    <dgm:rule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presOf/>
            <dgm:constrLst/>
            <dgm:ruleLst/>
          </dgm:layoutNode>
        </dgm:else>
      </dgm:choose>
    </dgm:forEach>
  </dgm:layoutNode>
</dgm:layoutDef>
</file>

<file path=ppt/diagrams/layout12.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13.xml><?xml version="1.0" encoding="utf-8"?>
<dgm:layoutDef xmlns:dgm="http://schemas.openxmlformats.org/drawingml/2006/diagram" xmlns:a="http://schemas.openxmlformats.org/drawingml/2006/main" uniqueId="urn:microsoft.com/office/officeart/2005/8/layout/hierarchy4">
  <dgm:title val=""/>
  <dgm:desc val=""/>
  <dgm:catLst>
    <dgm:cat type="hierarchy" pri="4000"/>
    <dgm:cat type="list" pri="24000"/>
    <dgm:cat type="relationship" pri="10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Name0">
    <dgm:varLst>
      <dgm:chPref val="1"/>
      <dgm:dir/>
      <dgm:animOne val="branch"/>
      <dgm:animLvl val="lvl"/>
      <dgm:resizeHandles/>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w" for="ch" forName="vertOne" refType="w"/>
      <dgm:constr type="w" for="des" forName="horzOne" refType="w"/>
      <dgm:constr type="w" for="des" forName="txOne" refType="w"/>
      <dgm:constr type="w" for="des" forName="vertTwo" refType="w"/>
      <dgm:constr type="w" for="des" forName="horzTwo" refType="w"/>
      <dgm:constr type="w" for="des" forName="txTwo" refType="w"/>
      <dgm:constr type="w" for="des" forName="vertThree" refType="w"/>
      <dgm:constr type="w" for="des" forName="horzThree" refType="w"/>
      <dgm:constr type="w" for="des" forName="txThree" refType="w"/>
      <dgm:constr type="w" for="des" forName="vertFour" refType="w"/>
      <dgm:constr type="w" for="des" forName="horzFour" refType="w"/>
      <dgm:constr type="w" for="des" forName="txFour" refType="w"/>
      <dgm:constr type="h" for="des" ptType="node" op="equ"/>
      <dgm:constr type="h" for="des" forName="txOne" refType="h"/>
      <dgm:constr type="userH" for="des" ptType="node" refType="h" refFor="des" refForName="txOne"/>
      <dgm:constr type="primFontSz" for="des" forName="txOne" val="65"/>
      <dgm:constr type="primFontSz" for="des" forName="txTwo" val="65"/>
      <dgm:constr type="primFontSz" for="des" forName="txTwo" refType="primFontSz" refFor="des" refForName="txOne" op="lte"/>
      <dgm:constr type="primFontSz" for="des" forName="txThree" val="65"/>
      <dgm:constr type="primFontSz" for="des" forName="txThree" refType="primFontSz" refFor="des" refForName="txOne" op="lte"/>
      <dgm:constr type="primFontSz" for="des" forName="txThree" refType="primFontSz" refFor="des" refForName="txTwo" op="lte"/>
      <dgm:constr type="primFontSz" for="des" forName="txFour" val="65"/>
      <dgm:constr type="primFontSz" for="des" forName="txFour" refType="primFontSz" refFor="des" refForName="txOne" op="lte"/>
      <dgm:constr type="primFontSz" for="des" forName="txFour" refType="primFontSz" refFor="des" refForName="txTwo" op="lte"/>
      <dgm:constr type="primFontSz" for="des" forName="txFour" refType="primFontSz" refFor="des" refForName="txThree" op="lte"/>
      <dgm:constr type="w" for="des" forName="sibSpaceOne" refType="w" fact="0.168"/>
      <dgm:constr type="w" for="des" forName="sibSpaceTwo" refType="w" refFor="des" refForName="sibSpaceOne" op="equ" fact="0.5"/>
      <dgm:constr type="w" for="des" forName="sibSpaceThree" refType="w" refFor="des" refForName="sibSpaceTwo" op="equ" fact="0.5"/>
      <dgm:constr type="w" for="des" forName="sibSpaceFour" refType="w" refFor="des" refForName="sibSpaceThree" op="equ" fact="0.5"/>
      <dgm:constr type="h" for="des" forName="parTransOne" refType="w" fact="0.056"/>
      <dgm:constr type="h" for="des" forName="parTransTwo" refType="h" refFor="des" refForName="parTransOne" op="equ"/>
      <dgm:constr type="h" for="des" forName="parTransThree" refType="h" refFor="des" refForName="parTransTwo" op="equ"/>
      <dgm:constr type="h" for="des" forName="parTransFour" refType="h" refFor="des" refForName="parTransThree" op="equ"/>
    </dgm:constrLst>
    <dgm:ruleLst/>
    <dgm:forEach name="Name4" axis="ch" ptType="node">
      <dgm:layoutNode name="vertOne">
        <dgm:alg type="lin">
          <dgm:param type="linDir" val="fromT"/>
        </dgm:alg>
        <dgm:shape xmlns:r="http://schemas.openxmlformats.org/officeDocument/2006/relationships" r:blip="">
          <dgm:adjLst/>
        </dgm:shape>
        <dgm:presOf/>
        <dgm:constrLst>
          <dgm:constr type="w" for="ch" forName="txOne" refType="w" refFor="ch" refForName="horzOne" op="gte"/>
        </dgm:constrLst>
        <dgm:ruleLst/>
        <dgm:layoutNode name="txOn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5">
          <dgm:if name="Name6" axis="des" ptType="node" func="cnt" op="gt" val="0">
            <dgm:layoutNode name="parTransOne">
              <dgm:alg type="sp"/>
              <dgm:shape xmlns:r="http://schemas.openxmlformats.org/officeDocument/2006/relationships" r:blip="">
                <dgm:adjLst/>
              </dgm:shape>
              <dgm:presOf/>
              <dgm:constrLst/>
              <dgm:ruleLst/>
            </dgm:layoutNode>
          </dgm:if>
          <dgm:else name="Name7"/>
        </dgm:choose>
        <dgm:layoutNode name="horzOne">
          <dgm:choose name="Name8">
            <dgm:if name="Name9" func="var" arg="dir" op="equ" val="norm">
              <dgm:alg type="lin">
                <dgm:param type="linDir" val="fromL"/>
                <dgm:param type="nodeVertAlign" val="t"/>
              </dgm:alg>
            </dgm:if>
            <dgm:else name="Name1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1" axis="ch" ptType="node">
            <dgm:layoutNode name="vertTwo">
              <dgm:alg type="lin">
                <dgm:param type="linDir" val="fromT"/>
              </dgm:alg>
              <dgm:shape xmlns:r="http://schemas.openxmlformats.org/officeDocument/2006/relationships" r:blip="">
                <dgm:adjLst/>
              </dgm:shape>
              <dgm:presOf/>
              <dgm:constrLst>
                <dgm:constr type="w" for="ch" forName="txTwo" refType="w" refFor="ch" refForName="horzTwo" op="gte"/>
              </dgm:constrLst>
              <dgm:ruleLst/>
              <dgm:layoutNode name="txTwo">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2">
                <dgm:if name="Name13" axis="des" ptType="node" func="cnt" op="gt" val="0">
                  <dgm:layoutNode name="parTransTwo">
                    <dgm:alg type="sp"/>
                    <dgm:shape xmlns:r="http://schemas.openxmlformats.org/officeDocument/2006/relationships" r:blip="">
                      <dgm:adjLst/>
                    </dgm:shape>
                    <dgm:presOf/>
                    <dgm:constrLst/>
                    <dgm:ruleLst/>
                  </dgm:layoutNode>
                </dgm:if>
                <dgm:else name="Name14"/>
              </dgm:choose>
              <dgm:layoutNode name="horzTwo">
                <dgm:choose name="Name15">
                  <dgm:if name="Name16" func="var" arg="dir" op="equ" val="norm">
                    <dgm:alg type="lin">
                      <dgm:param type="linDir" val="fromL"/>
                      <dgm:param type="nodeVertAlign" val="t"/>
                    </dgm:alg>
                  </dgm:if>
                  <dgm:else name="Name17">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8" axis="ch" ptType="node">
                  <dgm:layoutNode name="vertThree">
                    <dgm:alg type="lin">
                      <dgm:param type="linDir" val="fromT"/>
                    </dgm:alg>
                    <dgm:shape xmlns:r="http://schemas.openxmlformats.org/officeDocument/2006/relationships" r:blip="">
                      <dgm:adjLst/>
                    </dgm:shape>
                    <dgm:presOf/>
                    <dgm:constrLst>
                      <dgm:constr type="w" for="ch" forName="txThree" refType="w" refFor="ch" refForName="horzThree" op="gte"/>
                    </dgm:constrLst>
                    <dgm:ruleLst/>
                    <dgm:layoutNode name="txThree">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9">
                      <dgm:if name="Name20" axis="des" ptType="node" func="cnt" op="gt" val="0">
                        <dgm:layoutNode name="parTransThree">
                          <dgm:alg type="sp"/>
                          <dgm:shape xmlns:r="http://schemas.openxmlformats.org/officeDocument/2006/relationships" r:blip="">
                            <dgm:adjLst/>
                          </dgm:shape>
                          <dgm:presOf/>
                          <dgm:constrLst/>
                          <dgm:ruleLst/>
                        </dgm:layoutNode>
                      </dgm:if>
                      <dgm:else name="Name21"/>
                    </dgm:choose>
                    <dgm:layoutNode name="horzThree">
                      <dgm:choose name="Name22">
                        <dgm:if name="Name23" func="var" arg="dir" op="equ" val="norm">
                          <dgm:alg type="lin">
                            <dgm:param type="linDir" val="fromL"/>
                            <dgm:param type="nodeVertAlign" val="t"/>
                          </dgm:alg>
                        </dgm:if>
                        <dgm:else name="Name24">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repeat" axis="ch" ptType="node">
                        <dgm:layoutNode name="vertFour">
                          <dgm:varLst>
                            <dgm:chPref val="3"/>
                          </dgm:varLst>
                          <dgm:alg type="lin">
                            <dgm:param type="linDir" val="fromT"/>
                          </dgm:alg>
                          <dgm:shape xmlns:r="http://schemas.openxmlformats.org/officeDocument/2006/relationships" r:blip="">
                            <dgm:adjLst/>
                          </dgm:shape>
                          <dgm:presOf/>
                          <dgm:constrLst>
                            <dgm:constr type="w" for="ch" forName="txFour" refType="w" refFor="ch" refForName="horzFour" op="gte"/>
                          </dgm:constrLst>
                          <dgm:ruleLst/>
                          <dgm:layoutNode name="txFour">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25">
                            <dgm:if name="Name26" axis="des" ptType="node" func="cnt" op="gt" val="0">
                              <dgm:layoutNode name="parTransFour">
                                <dgm:alg type="sp"/>
                                <dgm:shape xmlns:r="http://schemas.openxmlformats.org/officeDocument/2006/relationships" r:blip="">
                                  <dgm:adjLst/>
                                </dgm:shape>
                                <dgm:presOf/>
                                <dgm:constrLst/>
                                <dgm:ruleLst/>
                              </dgm:layoutNode>
                            </dgm:if>
                            <dgm:else name="Name27"/>
                          </dgm:choose>
                          <dgm:layoutNode name="horzFour">
                            <dgm:choose name="Name28">
                              <dgm:if name="Name29" func="var" arg="dir" op="equ" val="norm">
                                <dgm:alg type="lin">
                                  <dgm:param type="linDir" val="fromL"/>
                                  <dgm:param type="nodeVertAlign" val="t"/>
                                </dgm:alg>
                              </dgm:if>
                              <dgm:else name="Name3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31" ref="repeat"/>
                          </dgm:layoutNode>
                        </dgm:layoutNode>
                        <dgm:choose name="Name32">
                          <dgm:if name="Name33" axis="self" ptType="node" func="revPos" op="gte" val="2">
                            <dgm:forEach name="Name34" axis="followSib" ptType="sibTrans" cnt="1">
                              <dgm:layoutNode name="sibSpaceFour">
                                <dgm:alg type="sp"/>
                                <dgm:shape xmlns:r="http://schemas.openxmlformats.org/officeDocument/2006/relationships" r:blip="">
                                  <dgm:adjLst/>
                                </dgm:shape>
                                <dgm:presOf/>
                                <dgm:constrLst/>
                                <dgm:ruleLst/>
                              </dgm:layoutNode>
                            </dgm:forEach>
                          </dgm:if>
                          <dgm:else name="Name35"/>
                        </dgm:choose>
                      </dgm:forEach>
                    </dgm:layoutNode>
                  </dgm:layoutNode>
                  <dgm:choose name="Name36">
                    <dgm:if name="Name37" axis="self" ptType="node" func="revPos" op="gte" val="2">
                      <dgm:forEach name="Name38" axis="followSib" ptType="sibTrans" cnt="1">
                        <dgm:layoutNode name="sibSpaceThree">
                          <dgm:alg type="sp"/>
                          <dgm:shape xmlns:r="http://schemas.openxmlformats.org/officeDocument/2006/relationships" r:blip="">
                            <dgm:adjLst/>
                          </dgm:shape>
                          <dgm:presOf/>
                          <dgm:constrLst/>
                          <dgm:ruleLst/>
                        </dgm:layoutNode>
                      </dgm:forEach>
                    </dgm:if>
                    <dgm:else name="Name39"/>
                  </dgm:choose>
                </dgm:forEach>
              </dgm:layoutNode>
            </dgm:layoutNode>
            <dgm:choose name="Name40">
              <dgm:if name="Name41" axis="self" ptType="node" func="revPos" op="gte" val="2">
                <dgm:forEach name="Name42" axis="followSib" ptType="sibTrans" cnt="1">
                  <dgm:layoutNode name="sibSpaceTwo">
                    <dgm:alg type="sp"/>
                    <dgm:shape xmlns:r="http://schemas.openxmlformats.org/officeDocument/2006/relationships" r:blip="">
                      <dgm:adjLst/>
                    </dgm:shape>
                    <dgm:presOf/>
                    <dgm:constrLst/>
                    <dgm:ruleLst/>
                  </dgm:layoutNode>
                </dgm:forEach>
              </dgm:if>
              <dgm:else name="Name43"/>
            </dgm:choose>
          </dgm:forEach>
        </dgm:layoutNode>
      </dgm:layoutNode>
      <dgm:choose name="Name44">
        <dgm:if name="Name45" axis="self" ptType="node" func="revPos" op="gte" val="2">
          <dgm:forEach name="Name46" axis="followSib" ptType="sibTrans" cnt="1">
            <dgm:layoutNode name="sibSpaceOne">
              <dgm:alg type="sp"/>
              <dgm:shape xmlns:r="http://schemas.openxmlformats.org/officeDocument/2006/relationships" r:blip="">
                <dgm:adjLst/>
              </dgm:shape>
              <dgm:presOf/>
              <dgm:constrLst/>
              <dgm:ruleLst/>
            </dgm:layoutNode>
          </dgm:forEach>
        </dgm:if>
        <dgm:else name="Name47"/>
      </dgm:choose>
    </dgm:forEach>
  </dgm:layoutNode>
</dgm:layoutDef>
</file>

<file path=ppt/diagrams/layout14.xml><?xml version="1.0" encoding="utf-8"?>
<dgm:layoutDef xmlns:dgm="http://schemas.openxmlformats.org/drawingml/2006/diagram" xmlns:a="http://schemas.openxmlformats.org/drawingml/2006/main" uniqueId="urn:microsoft.com/office/officeart/2005/8/layout/hierarchy4">
  <dgm:title val=""/>
  <dgm:desc val=""/>
  <dgm:catLst>
    <dgm:cat type="hierarchy" pri="4000"/>
    <dgm:cat type="list" pri="24000"/>
    <dgm:cat type="relationship" pri="10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Name0">
    <dgm:varLst>
      <dgm:chPref val="1"/>
      <dgm:dir/>
      <dgm:animOne val="branch"/>
      <dgm:animLvl val="lvl"/>
      <dgm:resizeHandles/>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w" for="ch" forName="vertOne" refType="w"/>
      <dgm:constr type="w" for="des" forName="horzOne" refType="w"/>
      <dgm:constr type="w" for="des" forName="txOne" refType="w"/>
      <dgm:constr type="w" for="des" forName="vertTwo" refType="w"/>
      <dgm:constr type="w" for="des" forName="horzTwo" refType="w"/>
      <dgm:constr type="w" for="des" forName="txTwo" refType="w"/>
      <dgm:constr type="w" for="des" forName="vertThree" refType="w"/>
      <dgm:constr type="w" for="des" forName="horzThree" refType="w"/>
      <dgm:constr type="w" for="des" forName="txThree" refType="w"/>
      <dgm:constr type="w" for="des" forName="vertFour" refType="w"/>
      <dgm:constr type="w" for="des" forName="horzFour" refType="w"/>
      <dgm:constr type="w" for="des" forName="txFour" refType="w"/>
      <dgm:constr type="h" for="des" ptType="node" op="equ"/>
      <dgm:constr type="h" for="des" forName="txOne" refType="h"/>
      <dgm:constr type="userH" for="des" ptType="node" refType="h" refFor="des" refForName="txOne"/>
      <dgm:constr type="primFontSz" for="des" forName="txOne" val="65"/>
      <dgm:constr type="primFontSz" for="des" forName="txTwo" val="65"/>
      <dgm:constr type="primFontSz" for="des" forName="txTwo" refType="primFontSz" refFor="des" refForName="txOne" op="lte"/>
      <dgm:constr type="primFontSz" for="des" forName="txThree" val="65"/>
      <dgm:constr type="primFontSz" for="des" forName="txThree" refType="primFontSz" refFor="des" refForName="txOne" op="lte"/>
      <dgm:constr type="primFontSz" for="des" forName="txThree" refType="primFontSz" refFor="des" refForName="txTwo" op="lte"/>
      <dgm:constr type="primFontSz" for="des" forName="txFour" val="65"/>
      <dgm:constr type="primFontSz" for="des" forName="txFour" refType="primFontSz" refFor="des" refForName="txOne" op="lte"/>
      <dgm:constr type="primFontSz" for="des" forName="txFour" refType="primFontSz" refFor="des" refForName="txTwo" op="lte"/>
      <dgm:constr type="primFontSz" for="des" forName="txFour" refType="primFontSz" refFor="des" refForName="txThree" op="lte"/>
      <dgm:constr type="w" for="des" forName="sibSpaceOne" refType="w" fact="0.168"/>
      <dgm:constr type="w" for="des" forName="sibSpaceTwo" refType="w" refFor="des" refForName="sibSpaceOne" op="equ" fact="0.5"/>
      <dgm:constr type="w" for="des" forName="sibSpaceThree" refType="w" refFor="des" refForName="sibSpaceTwo" op="equ" fact="0.5"/>
      <dgm:constr type="w" for="des" forName="sibSpaceFour" refType="w" refFor="des" refForName="sibSpaceThree" op="equ" fact="0.5"/>
      <dgm:constr type="h" for="des" forName="parTransOne" refType="w" fact="0.056"/>
      <dgm:constr type="h" for="des" forName="parTransTwo" refType="h" refFor="des" refForName="parTransOne" op="equ"/>
      <dgm:constr type="h" for="des" forName="parTransThree" refType="h" refFor="des" refForName="parTransTwo" op="equ"/>
      <dgm:constr type="h" for="des" forName="parTransFour" refType="h" refFor="des" refForName="parTransThree" op="equ"/>
    </dgm:constrLst>
    <dgm:ruleLst/>
    <dgm:forEach name="Name4" axis="ch" ptType="node">
      <dgm:layoutNode name="vertOne">
        <dgm:alg type="lin">
          <dgm:param type="linDir" val="fromT"/>
        </dgm:alg>
        <dgm:shape xmlns:r="http://schemas.openxmlformats.org/officeDocument/2006/relationships" r:blip="">
          <dgm:adjLst/>
        </dgm:shape>
        <dgm:presOf/>
        <dgm:constrLst>
          <dgm:constr type="w" for="ch" forName="txOne" refType="w" refFor="ch" refForName="horzOne" op="gte"/>
        </dgm:constrLst>
        <dgm:ruleLst/>
        <dgm:layoutNode name="txOn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5">
          <dgm:if name="Name6" axis="des" ptType="node" func="cnt" op="gt" val="0">
            <dgm:layoutNode name="parTransOne">
              <dgm:alg type="sp"/>
              <dgm:shape xmlns:r="http://schemas.openxmlformats.org/officeDocument/2006/relationships" r:blip="">
                <dgm:adjLst/>
              </dgm:shape>
              <dgm:presOf/>
              <dgm:constrLst/>
              <dgm:ruleLst/>
            </dgm:layoutNode>
          </dgm:if>
          <dgm:else name="Name7"/>
        </dgm:choose>
        <dgm:layoutNode name="horzOne">
          <dgm:choose name="Name8">
            <dgm:if name="Name9" func="var" arg="dir" op="equ" val="norm">
              <dgm:alg type="lin">
                <dgm:param type="linDir" val="fromL"/>
                <dgm:param type="nodeVertAlign" val="t"/>
              </dgm:alg>
            </dgm:if>
            <dgm:else name="Name1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1" axis="ch" ptType="node">
            <dgm:layoutNode name="vertTwo">
              <dgm:alg type="lin">
                <dgm:param type="linDir" val="fromT"/>
              </dgm:alg>
              <dgm:shape xmlns:r="http://schemas.openxmlformats.org/officeDocument/2006/relationships" r:blip="">
                <dgm:adjLst/>
              </dgm:shape>
              <dgm:presOf/>
              <dgm:constrLst>
                <dgm:constr type="w" for="ch" forName="txTwo" refType="w" refFor="ch" refForName="horzTwo" op="gte"/>
              </dgm:constrLst>
              <dgm:ruleLst/>
              <dgm:layoutNode name="txTwo">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2">
                <dgm:if name="Name13" axis="des" ptType="node" func="cnt" op="gt" val="0">
                  <dgm:layoutNode name="parTransTwo">
                    <dgm:alg type="sp"/>
                    <dgm:shape xmlns:r="http://schemas.openxmlformats.org/officeDocument/2006/relationships" r:blip="">
                      <dgm:adjLst/>
                    </dgm:shape>
                    <dgm:presOf/>
                    <dgm:constrLst/>
                    <dgm:ruleLst/>
                  </dgm:layoutNode>
                </dgm:if>
                <dgm:else name="Name14"/>
              </dgm:choose>
              <dgm:layoutNode name="horzTwo">
                <dgm:choose name="Name15">
                  <dgm:if name="Name16" func="var" arg="dir" op="equ" val="norm">
                    <dgm:alg type="lin">
                      <dgm:param type="linDir" val="fromL"/>
                      <dgm:param type="nodeVertAlign" val="t"/>
                    </dgm:alg>
                  </dgm:if>
                  <dgm:else name="Name17">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8" axis="ch" ptType="node">
                  <dgm:layoutNode name="vertThree">
                    <dgm:alg type="lin">
                      <dgm:param type="linDir" val="fromT"/>
                    </dgm:alg>
                    <dgm:shape xmlns:r="http://schemas.openxmlformats.org/officeDocument/2006/relationships" r:blip="">
                      <dgm:adjLst/>
                    </dgm:shape>
                    <dgm:presOf/>
                    <dgm:constrLst>
                      <dgm:constr type="w" for="ch" forName="txThree" refType="w" refFor="ch" refForName="horzThree" op="gte"/>
                    </dgm:constrLst>
                    <dgm:ruleLst/>
                    <dgm:layoutNode name="txThree">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9">
                      <dgm:if name="Name20" axis="des" ptType="node" func="cnt" op="gt" val="0">
                        <dgm:layoutNode name="parTransThree">
                          <dgm:alg type="sp"/>
                          <dgm:shape xmlns:r="http://schemas.openxmlformats.org/officeDocument/2006/relationships" r:blip="">
                            <dgm:adjLst/>
                          </dgm:shape>
                          <dgm:presOf/>
                          <dgm:constrLst/>
                          <dgm:ruleLst/>
                        </dgm:layoutNode>
                      </dgm:if>
                      <dgm:else name="Name21"/>
                    </dgm:choose>
                    <dgm:layoutNode name="horzThree">
                      <dgm:choose name="Name22">
                        <dgm:if name="Name23" func="var" arg="dir" op="equ" val="norm">
                          <dgm:alg type="lin">
                            <dgm:param type="linDir" val="fromL"/>
                            <dgm:param type="nodeVertAlign" val="t"/>
                          </dgm:alg>
                        </dgm:if>
                        <dgm:else name="Name24">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repeat" axis="ch" ptType="node">
                        <dgm:layoutNode name="vertFour">
                          <dgm:varLst>
                            <dgm:chPref val="3"/>
                          </dgm:varLst>
                          <dgm:alg type="lin">
                            <dgm:param type="linDir" val="fromT"/>
                          </dgm:alg>
                          <dgm:shape xmlns:r="http://schemas.openxmlformats.org/officeDocument/2006/relationships" r:blip="">
                            <dgm:adjLst/>
                          </dgm:shape>
                          <dgm:presOf/>
                          <dgm:constrLst>
                            <dgm:constr type="w" for="ch" forName="txFour" refType="w" refFor="ch" refForName="horzFour" op="gte"/>
                          </dgm:constrLst>
                          <dgm:ruleLst/>
                          <dgm:layoutNode name="txFour">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25">
                            <dgm:if name="Name26" axis="des" ptType="node" func="cnt" op="gt" val="0">
                              <dgm:layoutNode name="parTransFour">
                                <dgm:alg type="sp"/>
                                <dgm:shape xmlns:r="http://schemas.openxmlformats.org/officeDocument/2006/relationships" r:blip="">
                                  <dgm:adjLst/>
                                </dgm:shape>
                                <dgm:presOf/>
                                <dgm:constrLst/>
                                <dgm:ruleLst/>
                              </dgm:layoutNode>
                            </dgm:if>
                            <dgm:else name="Name27"/>
                          </dgm:choose>
                          <dgm:layoutNode name="horzFour">
                            <dgm:choose name="Name28">
                              <dgm:if name="Name29" func="var" arg="dir" op="equ" val="norm">
                                <dgm:alg type="lin">
                                  <dgm:param type="linDir" val="fromL"/>
                                  <dgm:param type="nodeVertAlign" val="t"/>
                                </dgm:alg>
                              </dgm:if>
                              <dgm:else name="Name3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31" ref="repeat"/>
                          </dgm:layoutNode>
                        </dgm:layoutNode>
                        <dgm:choose name="Name32">
                          <dgm:if name="Name33" axis="self" ptType="node" func="revPos" op="gte" val="2">
                            <dgm:forEach name="Name34" axis="followSib" ptType="sibTrans" cnt="1">
                              <dgm:layoutNode name="sibSpaceFour">
                                <dgm:alg type="sp"/>
                                <dgm:shape xmlns:r="http://schemas.openxmlformats.org/officeDocument/2006/relationships" r:blip="">
                                  <dgm:adjLst/>
                                </dgm:shape>
                                <dgm:presOf/>
                                <dgm:constrLst/>
                                <dgm:ruleLst/>
                              </dgm:layoutNode>
                            </dgm:forEach>
                          </dgm:if>
                          <dgm:else name="Name35"/>
                        </dgm:choose>
                      </dgm:forEach>
                    </dgm:layoutNode>
                  </dgm:layoutNode>
                  <dgm:choose name="Name36">
                    <dgm:if name="Name37" axis="self" ptType="node" func="revPos" op="gte" val="2">
                      <dgm:forEach name="Name38" axis="followSib" ptType="sibTrans" cnt="1">
                        <dgm:layoutNode name="sibSpaceThree">
                          <dgm:alg type="sp"/>
                          <dgm:shape xmlns:r="http://schemas.openxmlformats.org/officeDocument/2006/relationships" r:blip="">
                            <dgm:adjLst/>
                          </dgm:shape>
                          <dgm:presOf/>
                          <dgm:constrLst/>
                          <dgm:ruleLst/>
                        </dgm:layoutNode>
                      </dgm:forEach>
                    </dgm:if>
                    <dgm:else name="Name39"/>
                  </dgm:choose>
                </dgm:forEach>
              </dgm:layoutNode>
            </dgm:layoutNode>
            <dgm:choose name="Name40">
              <dgm:if name="Name41" axis="self" ptType="node" func="revPos" op="gte" val="2">
                <dgm:forEach name="Name42" axis="followSib" ptType="sibTrans" cnt="1">
                  <dgm:layoutNode name="sibSpaceTwo">
                    <dgm:alg type="sp"/>
                    <dgm:shape xmlns:r="http://schemas.openxmlformats.org/officeDocument/2006/relationships" r:blip="">
                      <dgm:adjLst/>
                    </dgm:shape>
                    <dgm:presOf/>
                    <dgm:constrLst/>
                    <dgm:ruleLst/>
                  </dgm:layoutNode>
                </dgm:forEach>
              </dgm:if>
              <dgm:else name="Name43"/>
            </dgm:choose>
          </dgm:forEach>
        </dgm:layoutNode>
      </dgm:layoutNode>
      <dgm:choose name="Name44">
        <dgm:if name="Name45" axis="self" ptType="node" func="revPos" op="gte" val="2">
          <dgm:forEach name="Name46" axis="followSib" ptType="sibTrans" cnt="1">
            <dgm:layoutNode name="sibSpaceOne">
              <dgm:alg type="sp"/>
              <dgm:shape xmlns:r="http://schemas.openxmlformats.org/officeDocument/2006/relationships" r:blip="">
                <dgm:adjLst/>
              </dgm:shape>
              <dgm:presOf/>
              <dgm:constrLst/>
              <dgm:ruleLst/>
            </dgm:layoutNode>
          </dgm:forEach>
        </dgm:if>
        <dgm:else name="Name47"/>
      </dgm:choose>
    </dgm:forEach>
  </dgm:layoutNode>
</dgm:layoutDef>
</file>

<file path=ppt/diagrams/layout15.xml><?xml version="1.0" encoding="utf-8"?>
<dgm:layoutDef xmlns:dgm="http://schemas.openxmlformats.org/drawingml/2006/diagram" xmlns:a="http://schemas.openxmlformats.org/drawingml/2006/main" uniqueId="urn:microsoft.com/office/officeart/2005/8/layout/hierarchy4">
  <dgm:title val=""/>
  <dgm:desc val=""/>
  <dgm:catLst>
    <dgm:cat type="hierarchy" pri="4000"/>
    <dgm:cat type="list" pri="24000"/>
    <dgm:cat type="relationship" pri="10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Name0">
    <dgm:varLst>
      <dgm:chPref val="1"/>
      <dgm:dir/>
      <dgm:animOne val="branch"/>
      <dgm:animLvl val="lvl"/>
      <dgm:resizeHandles/>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w" for="ch" forName="vertOne" refType="w"/>
      <dgm:constr type="w" for="des" forName="horzOne" refType="w"/>
      <dgm:constr type="w" for="des" forName="txOne" refType="w"/>
      <dgm:constr type="w" for="des" forName="vertTwo" refType="w"/>
      <dgm:constr type="w" for="des" forName="horzTwo" refType="w"/>
      <dgm:constr type="w" for="des" forName="txTwo" refType="w"/>
      <dgm:constr type="w" for="des" forName="vertThree" refType="w"/>
      <dgm:constr type="w" for="des" forName="horzThree" refType="w"/>
      <dgm:constr type="w" for="des" forName="txThree" refType="w"/>
      <dgm:constr type="w" for="des" forName="vertFour" refType="w"/>
      <dgm:constr type="w" for="des" forName="horzFour" refType="w"/>
      <dgm:constr type="w" for="des" forName="txFour" refType="w"/>
      <dgm:constr type="h" for="des" ptType="node" op="equ"/>
      <dgm:constr type="h" for="des" forName="txOne" refType="h"/>
      <dgm:constr type="userH" for="des" ptType="node" refType="h" refFor="des" refForName="txOne"/>
      <dgm:constr type="primFontSz" for="des" forName="txOne" val="65"/>
      <dgm:constr type="primFontSz" for="des" forName="txTwo" val="65"/>
      <dgm:constr type="primFontSz" for="des" forName="txTwo" refType="primFontSz" refFor="des" refForName="txOne" op="lte"/>
      <dgm:constr type="primFontSz" for="des" forName="txThree" val="65"/>
      <dgm:constr type="primFontSz" for="des" forName="txThree" refType="primFontSz" refFor="des" refForName="txOne" op="lte"/>
      <dgm:constr type="primFontSz" for="des" forName="txThree" refType="primFontSz" refFor="des" refForName="txTwo" op="lte"/>
      <dgm:constr type="primFontSz" for="des" forName="txFour" val="65"/>
      <dgm:constr type="primFontSz" for="des" forName="txFour" refType="primFontSz" refFor="des" refForName="txOne" op="lte"/>
      <dgm:constr type="primFontSz" for="des" forName="txFour" refType="primFontSz" refFor="des" refForName="txTwo" op="lte"/>
      <dgm:constr type="primFontSz" for="des" forName="txFour" refType="primFontSz" refFor="des" refForName="txThree" op="lte"/>
      <dgm:constr type="w" for="des" forName="sibSpaceOne" refType="w" fact="0.168"/>
      <dgm:constr type="w" for="des" forName="sibSpaceTwo" refType="w" refFor="des" refForName="sibSpaceOne" op="equ" fact="0.5"/>
      <dgm:constr type="w" for="des" forName="sibSpaceThree" refType="w" refFor="des" refForName="sibSpaceTwo" op="equ" fact="0.5"/>
      <dgm:constr type="w" for="des" forName="sibSpaceFour" refType="w" refFor="des" refForName="sibSpaceThree" op="equ" fact="0.5"/>
      <dgm:constr type="h" for="des" forName="parTransOne" refType="w" fact="0.056"/>
      <dgm:constr type="h" for="des" forName="parTransTwo" refType="h" refFor="des" refForName="parTransOne" op="equ"/>
      <dgm:constr type="h" for="des" forName="parTransThree" refType="h" refFor="des" refForName="parTransTwo" op="equ"/>
      <dgm:constr type="h" for="des" forName="parTransFour" refType="h" refFor="des" refForName="parTransThree" op="equ"/>
    </dgm:constrLst>
    <dgm:ruleLst/>
    <dgm:forEach name="Name4" axis="ch" ptType="node">
      <dgm:layoutNode name="vertOne">
        <dgm:alg type="lin">
          <dgm:param type="linDir" val="fromT"/>
        </dgm:alg>
        <dgm:shape xmlns:r="http://schemas.openxmlformats.org/officeDocument/2006/relationships" r:blip="">
          <dgm:adjLst/>
        </dgm:shape>
        <dgm:presOf/>
        <dgm:constrLst>
          <dgm:constr type="w" for="ch" forName="txOne" refType="w" refFor="ch" refForName="horzOne" op="gte"/>
        </dgm:constrLst>
        <dgm:ruleLst/>
        <dgm:layoutNode name="txOn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5">
          <dgm:if name="Name6" axis="des" ptType="node" func="cnt" op="gt" val="0">
            <dgm:layoutNode name="parTransOne">
              <dgm:alg type="sp"/>
              <dgm:shape xmlns:r="http://schemas.openxmlformats.org/officeDocument/2006/relationships" r:blip="">
                <dgm:adjLst/>
              </dgm:shape>
              <dgm:presOf/>
              <dgm:constrLst/>
              <dgm:ruleLst/>
            </dgm:layoutNode>
          </dgm:if>
          <dgm:else name="Name7"/>
        </dgm:choose>
        <dgm:layoutNode name="horzOne">
          <dgm:choose name="Name8">
            <dgm:if name="Name9" func="var" arg="dir" op="equ" val="norm">
              <dgm:alg type="lin">
                <dgm:param type="linDir" val="fromL"/>
                <dgm:param type="nodeVertAlign" val="t"/>
              </dgm:alg>
            </dgm:if>
            <dgm:else name="Name1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1" axis="ch" ptType="node">
            <dgm:layoutNode name="vertTwo">
              <dgm:alg type="lin">
                <dgm:param type="linDir" val="fromT"/>
              </dgm:alg>
              <dgm:shape xmlns:r="http://schemas.openxmlformats.org/officeDocument/2006/relationships" r:blip="">
                <dgm:adjLst/>
              </dgm:shape>
              <dgm:presOf/>
              <dgm:constrLst>
                <dgm:constr type="w" for="ch" forName="txTwo" refType="w" refFor="ch" refForName="horzTwo" op="gte"/>
              </dgm:constrLst>
              <dgm:ruleLst/>
              <dgm:layoutNode name="txTwo">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2">
                <dgm:if name="Name13" axis="des" ptType="node" func="cnt" op="gt" val="0">
                  <dgm:layoutNode name="parTransTwo">
                    <dgm:alg type="sp"/>
                    <dgm:shape xmlns:r="http://schemas.openxmlformats.org/officeDocument/2006/relationships" r:blip="">
                      <dgm:adjLst/>
                    </dgm:shape>
                    <dgm:presOf/>
                    <dgm:constrLst/>
                    <dgm:ruleLst/>
                  </dgm:layoutNode>
                </dgm:if>
                <dgm:else name="Name14"/>
              </dgm:choose>
              <dgm:layoutNode name="horzTwo">
                <dgm:choose name="Name15">
                  <dgm:if name="Name16" func="var" arg="dir" op="equ" val="norm">
                    <dgm:alg type="lin">
                      <dgm:param type="linDir" val="fromL"/>
                      <dgm:param type="nodeVertAlign" val="t"/>
                    </dgm:alg>
                  </dgm:if>
                  <dgm:else name="Name17">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8" axis="ch" ptType="node">
                  <dgm:layoutNode name="vertThree">
                    <dgm:alg type="lin">
                      <dgm:param type="linDir" val="fromT"/>
                    </dgm:alg>
                    <dgm:shape xmlns:r="http://schemas.openxmlformats.org/officeDocument/2006/relationships" r:blip="">
                      <dgm:adjLst/>
                    </dgm:shape>
                    <dgm:presOf/>
                    <dgm:constrLst>
                      <dgm:constr type="w" for="ch" forName="txThree" refType="w" refFor="ch" refForName="horzThree" op="gte"/>
                    </dgm:constrLst>
                    <dgm:ruleLst/>
                    <dgm:layoutNode name="txThree">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9">
                      <dgm:if name="Name20" axis="des" ptType="node" func="cnt" op="gt" val="0">
                        <dgm:layoutNode name="parTransThree">
                          <dgm:alg type="sp"/>
                          <dgm:shape xmlns:r="http://schemas.openxmlformats.org/officeDocument/2006/relationships" r:blip="">
                            <dgm:adjLst/>
                          </dgm:shape>
                          <dgm:presOf/>
                          <dgm:constrLst/>
                          <dgm:ruleLst/>
                        </dgm:layoutNode>
                      </dgm:if>
                      <dgm:else name="Name21"/>
                    </dgm:choose>
                    <dgm:layoutNode name="horzThree">
                      <dgm:choose name="Name22">
                        <dgm:if name="Name23" func="var" arg="dir" op="equ" val="norm">
                          <dgm:alg type="lin">
                            <dgm:param type="linDir" val="fromL"/>
                            <dgm:param type="nodeVertAlign" val="t"/>
                          </dgm:alg>
                        </dgm:if>
                        <dgm:else name="Name24">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repeat" axis="ch" ptType="node">
                        <dgm:layoutNode name="vertFour">
                          <dgm:varLst>
                            <dgm:chPref val="3"/>
                          </dgm:varLst>
                          <dgm:alg type="lin">
                            <dgm:param type="linDir" val="fromT"/>
                          </dgm:alg>
                          <dgm:shape xmlns:r="http://schemas.openxmlformats.org/officeDocument/2006/relationships" r:blip="">
                            <dgm:adjLst/>
                          </dgm:shape>
                          <dgm:presOf/>
                          <dgm:constrLst>
                            <dgm:constr type="w" for="ch" forName="txFour" refType="w" refFor="ch" refForName="horzFour" op="gte"/>
                          </dgm:constrLst>
                          <dgm:ruleLst/>
                          <dgm:layoutNode name="txFour">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25">
                            <dgm:if name="Name26" axis="des" ptType="node" func="cnt" op="gt" val="0">
                              <dgm:layoutNode name="parTransFour">
                                <dgm:alg type="sp"/>
                                <dgm:shape xmlns:r="http://schemas.openxmlformats.org/officeDocument/2006/relationships" r:blip="">
                                  <dgm:adjLst/>
                                </dgm:shape>
                                <dgm:presOf/>
                                <dgm:constrLst/>
                                <dgm:ruleLst/>
                              </dgm:layoutNode>
                            </dgm:if>
                            <dgm:else name="Name27"/>
                          </dgm:choose>
                          <dgm:layoutNode name="horzFour">
                            <dgm:choose name="Name28">
                              <dgm:if name="Name29" func="var" arg="dir" op="equ" val="norm">
                                <dgm:alg type="lin">
                                  <dgm:param type="linDir" val="fromL"/>
                                  <dgm:param type="nodeVertAlign" val="t"/>
                                </dgm:alg>
                              </dgm:if>
                              <dgm:else name="Name3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31" ref="repeat"/>
                          </dgm:layoutNode>
                        </dgm:layoutNode>
                        <dgm:choose name="Name32">
                          <dgm:if name="Name33" axis="self" ptType="node" func="revPos" op="gte" val="2">
                            <dgm:forEach name="Name34" axis="followSib" ptType="sibTrans" cnt="1">
                              <dgm:layoutNode name="sibSpaceFour">
                                <dgm:alg type="sp"/>
                                <dgm:shape xmlns:r="http://schemas.openxmlformats.org/officeDocument/2006/relationships" r:blip="">
                                  <dgm:adjLst/>
                                </dgm:shape>
                                <dgm:presOf/>
                                <dgm:constrLst/>
                                <dgm:ruleLst/>
                              </dgm:layoutNode>
                            </dgm:forEach>
                          </dgm:if>
                          <dgm:else name="Name35"/>
                        </dgm:choose>
                      </dgm:forEach>
                    </dgm:layoutNode>
                  </dgm:layoutNode>
                  <dgm:choose name="Name36">
                    <dgm:if name="Name37" axis="self" ptType="node" func="revPos" op="gte" val="2">
                      <dgm:forEach name="Name38" axis="followSib" ptType="sibTrans" cnt="1">
                        <dgm:layoutNode name="sibSpaceThree">
                          <dgm:alg type="sp"/>
                          <dgm:shape xmlns:r="http://schemas.openxmlformats.org/officeDocument/2006/relationships" r:blip="">
                            <dgm:adjLst/>
                          </dgm:shape>
                          <dgm:presOf/>
                          <dgm:constrLst/>
                          <dgm:ruleLst/>
                        </dgm:layoutNode>
                      </dgm:forEach>
                    </dgm:if>
                    <dgm:else name="Name39"/>
                  </dgm:choose>
                </dgm:forEach>
              </dgm:layoutNode>
            </dgm:layoutNode>
            <dgm:choose name="Name40">
              <dgm:if name="Name41" axis="self" ptType="node" func="revPos" op="gte" val="2">
                <dgm:forEach name="Name42" axis="followSib" ptType="sibTrans" cnt="1">
                  <dgm:layoutNode name="sibSpaceTwo">
                    <dgm:alg type="sp"/>
                    <dgm:shape xmlns:r="http://schemas.openxmlformats.org/officeDocument/2006/relationships" r:blip="">
                      <dgm:adjLst/>
                    </dgm:shape>
                    <dgm:presOf/>
                    <dgm:constrLst/>
                    <dgm:ruleLst/>
                  </dgm:layoutNode>
                </dgm:forEach>
              </dgm:if>
              <dgm:else name="Name43"/>
            </dgm:choose>
          </dgm:forEach>
        </dgm:layoutNode>
      </dgm:layoutNode>
      <dgm:choose name="Name44">
        <dgm:if name="Name45" axis="self" ptType="node" func="revPos" op="gte" val="2">
          <dgm:forEach name="Name46" axis="followSib" ptType="sibTrans" cnt="1">
            <dgm:layoutNode name="sibSpaceOne">
              <dgm:alg type="sp"/>
              <dgm:shape xmlns:r="http://schemas.openxmlformats.org/officeDocument/2006/relationships" r:blip="">
                <dgm:adjLst/>
              </dgm:shape>
              <dgm:presOf/>
              <dgm:constrLst/>
              <dgm:ruleLst/>
            </dgm:layoutNode>
          </dgm:forEach>
        </dgm:if>
        <dgm:else name="Name47"/>
      </dgm:choose>
    </dgm:forEach>
  </dgm:layoutNode>
</dgm:layoutDef>
</file>

<file path=ppt/diagrams/layout16.xml><?xml version="1.0" encoding="utf-8"?>
<dgm:layoutDef xmlns:dgm="http://schemas.openxmlformats.org/drawingml/2006/diagram" xmlns:a="http://schemas.openxmlformats.org/drawingml/2006/main" uniqueId="urn:microsoft.com/office/officeart/2005/8/layout/hierarchy4">
  <dgm:title val=""/>
  <dgm:desc val=""/>
  <dgm:catLst>
    <dgm:cat type="hierarchy" pri="4000"/>
    <dgm:cat type="list" pri="24000"/>
    <dgm:cat type="relationship" pri="10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Name0">
    <dgm:varLst>
      <dgm:chPref val="1"/>
      <dgm:dir/>
      <dgm:animOne val="branch"/>
      <dgm:animLvl val="lvl"/>
      <dgm:resizeHandles/>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w" for="ch" forName="vertOne" refType="w"/>
      <dgm:constr type="w" for="des" forName="horzOne" refType="w"/>
      <dgm:constr type="w" for="des" forName="txOne" refType="w"/>
      <dgm:constr type="w" for="des" forName="vertTwo" refType="w"/>
      <dgm:constr type="w" for="des" forName="horzTwo" refType="w"/>
      <dgm:constr type="w" for="des" forName="txTwo" refType="w"/>
      <dgm:constr type="w" for="des" forName="vertThree" refType="w"/>
      <dgm:constr type="w" for="des" forName="horzThree" refType="w"/>
      <dgm:constr type="w" for="des" forName="txThree" refType="w"/>
      <dgm:constr type="w" for="des" forName="vertFour" refType="w"/>
      <dgm:constr type="w" for="des" forName="horzFour" refType="w"/>
      <dgm:constr type="w" for="des" forName="txFour" refType="w"/>
      <dgm:constr type="h" for="des" ptType="node" op="equ"/>
      <dgm:constr type="h" for="des" forName="txOne" refType="h"/>
      <dgm:constr type="userH" for="des" ptType="node" refType="h" refFor="des" refForName="txOne"/>
      <dgm:constr type="primFontSz" for="des" forName="txOne" val="65"/>
      <dgm:constr type="primFontSz" for="des" forName="txTwo" val="65"/>
      <dgm:constr type="primFontSz" for="des" forName="txTwo" refType="primFontSz" refFor="des" refForName="txOne" op="lte"/>
      <dgm:constr type="primFontSz" for="des" forName="txThree" val="65"/>
      <dgm:constr type="primFontSz" for="des" forName="txThree" refType="primFontSz" refFor="des" refForName="txOne" op="lte"/>
      <dgm:constr type="primFontSz" for="des" forName="txThree" refType="primFontSz" refFor="des" refForName="txTwo" op="lte"/>
      <dgm:constr type="primFontSz" for="des" forName="txFour" val="65"/>
      <dgm:constr type="primFontSz" for="des" forName="txFour" refType="primFontSz" refFor="des" refForName="txOne" op="lte"/>
      <dgm:constr type="primFontSz" for="des" forName="txFour" refType="primFontSz" refFor="des" refForName="txTwo" op="lte"/>
      <dgm:constr type="primFontSz" for="des" forName="txFour" refType="primFontSz" refFor="des" refForName="txThree" op="lte"/>
      <dgm:constr type="w" for="des" forName="sibSpaceOne" refType="w" fact="0.168"/>
      <dgm:constr type="w" for="des" forName="sibSpaceTwo" refType="w" refFor="des" refForName="sibSpaceOne" op="equ" fact="0.5"/>
      <dgm:constr type="w" for="des" forName="sibSpaceThree" refType="w" refFor="des" refForName="sibSpaceTwo" op="equ" fact="0.5"/>
      <dgm:constr type="w" for="des" forName="sibSpaceFour" refType="w" refFor="des" refForName="sibSpaceThree" op="equ" fact="0.5"/>
      <dgm:constr type="h" for="des" forName="parTransOne" refType="w" fact="0.056"/>
      <dgm:constr type="h" for="des" forName="parTransTwo" refType="h" refFor="des" refForName="parTransOne" op="equ"/>
      <dgm:constr type="h" for="des" forName="parTransThree" refType="h" refFor="des" refForName="parTransTwo" op="equ"/>
      <dgm:constr type="h" for="des" forName="parTransFour" refType="h" refFor="des" refForName="parTransThree" op="equ"/>
    </dgm:constrLst>
    <dgm:ruleLst/>
    <dgm:forEach name="Name4" axis="ch" ptType="node">
      <dgm:layoutNode name="vertOne">
        <dgm:alg type="lin">
          <dgm:param type="linDir" val="fromT"/>
        </dgm:alg>
        <dgm:shape xmlns:r="http://schemas.openxmlformats.org/officeDocument/2006/relationships" r:blip="">
          <dgm:adjLst/>
        </dgm:shape>
        <dgm:presOf/>
        <dgm:constrLst>
          <dgm:constr type="w" for="ch" forName="txOne" refType="w" refFor="ch" refForName="horzOne" op="gte"/>
        </dgm:constrLst>
        <dgm:ruleLst/>
        <dgm:layoutNode name="txOn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5">
          <dgm:if name="Name6" axis="des" ptType="node" func="cnt" op="gt" val="0">
            <dgm:layoutNode name="parTransOne">
              <dgm:alg type="sp"/>
              <dgm:shape xmlns:r="http://schemas.openxmlformats.org/officeDocument/2006/relationships" r:blip="">
                <dgm:adjLst/>
              </dgm:shape>
              <dgm:presOf/>
              <dgm:constrLst/>
              <dgm:ruleLst/>
            </dgm:layoutNode>
          </dgm:if>
          <dgm:else name="Name7"/>
        </dgm:choose>
        <dgm:layoutNode name="horzOne">
          <dgm:choose name="Name8">
            <dgm:if name="Name9" func="var" arg="dir" op="equ" val="norm">
              <dgm:alg type="lin">
                <dgm:param type="linDir" val="fromL"/>
                <dgm:param type="nodeVertAlign" val="t"/>
              </dgm:alg>
            </dgm:if>
            <dgm:else name="Name1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1" axis="ch" ptType="node">
            <dgm:layoutNode name="vertTwo">
              <dgm:alg type="lin">
                <dgm:param type="linDir" val="fromT"/>
              </dgm:alg>
              <dgm:shape xmlns:r="http://schemas.openxmlformats.org/officeDocument/2006/relationships" r:blip="">
                <dgm:adjLst/>
              </dgm:shape>
              <dgm:presOf/>
              <dgm:constrLst>
                <dgm:constr type="w" for="ch" forName="txTwo" refType="w" refFor="ch" refForName="horzTwo" op="gte"/>
              </dgm:constrLst>
              <dgm:ruleLst/>
              <dgm:layoutNode name="txTwo">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2">
                <dgm:if name="Name13" axis="des" ptType="node" func="cnt" op="gt" val="0">
                  <dgm:layoutNode name="parTransTwo">
                    <dgm:alg type="sp"/>
                    <dgm:shape xmlns:r="http://schemas.openxmlformats.org/officeDocument/2006/relationships" r:blip="">
                      <dgm:adjLst/>
                    </dgm:shape>
                    <dgm:presOf/>
                    <dgm:constrLst/>
                    <dgm:ruleLst/>
                  </dgm:layoutNode>
                </dgm:if>
                <dgm:else name="Name14"/>
              </dgm:choose>
              <dgm:layoutNode name="horzTwo">
                <dgm:choose name="Name15">
                  <dgm:if name="Name16" func="var" arg="dir" op="equ" val="norm">
                    <dgm:alg type="lin">
                      <dgm:param type="linDir" val="fromL"/>
                      <dgm:param type="nodeVertAlign" val="t"/>
                    </dgm:alg>
                  </dgm:if>
                  <dgm:else name="Name17">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8" axis="ch" ptType="node">
                  <dgm:layoutNode name="vertThree">
                    <dgm:alg type="lin">
                      <dgm:param type="linDir" val="fromT"/>
                    </dgm:alg>
                    <dgm:shape xmlns:r="http://schemas.openxmlformats.org/officeDocument/2006/relationships" r:blip="">
                      <dgm:adjLst/>
                    </dgm:shape>
                    <dgm:presOf/>
                    <dgm:constrLst>
                      <dgm:constr type="w" for="ch" forName="txThree" refType="w" refFor="ch" refForName="horzThree" op="gte"/>
                    </dgm:constrLst>
                    <dgm:ruleLst/>
                    <dgm:layoutNode name="txThree">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9">
                      <dgm:if name="Name20" axis="des" ptType="node" func="cnt" op="gt" val="0">
                        <dgm:layoutNode name="parTransThree">
                          <dgm:alg type="sp"/>
                          <dgm:shape xmlns:r="http://schemas.openxmlformats.org/officeDocument/2006/relationships" r:blip="">
                            <dgm:adjLst/>
                          </dgm:shape>
                          <dgm:presOf/>
                          <dgm:constrLst/>
                          <dgm:ruleLst/>
                        </dgm:layoutNode>
                      </dgm:if>
                      <dgm:else name="Name21"/>
                    </dgm:choose>
                    <dgm:layoutNode name="horzThree">
                      <dgm:choose name="Name22">
                        <dgm:if name="Name23" func="var" arg="dir" op="equ" val="norm">
                          <dgm:alg type="lin">
                            <dgm:param type="linDir" val="fromL"/>
                            <dgm:param type="nodeVertAlign" val="t"/>
                          </dgm:alg>
                        </dgm:if>
                        <dgm:else name="Name24">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repeat" axis="ch" ptType="node">
                        <dgm:layoutNode name="vertFour">
                          <dgm:varLst>
                            <dgm:chPref val="3"/>
                          </dgm:varLst>
                          <dgm:alg type="lin">
                            <dgm:param type="linDir" val="fromT"/>
                          </dgm:alg>
                          <dgm:shape xmlns:r="http://schemas.openxmlformats.org/officeDocument/2006/relationships" r:blip="">
                            <dgm:adjLst/>
                          </dgm:shape>
                          <dgm:presOf/>
                          <dgm:constrLst>
                            <dgm:constr type="w" for="ch" forName="txFour" refType="w" refFor="ch" refForName="horzFour" op="gte"/>
                          </dgm:constrLst>
                          <dgm:ruleLst/>
                          <dgm:layoutNode name="txFour">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25">
                            <dgm:if name="Name26" axis="des" ptType="node" func="cnt" op="gt" val="0">
                              <dgm:layoutNode name="parTransFour">
                                <dgm:alg type="sp"/>
                                <dgm:shape xmlns:r="http://schemas.openxmlformats.org/officeDocument/2006/relationships" r:blip="">
                                  <dgm:adjLst/>
                                </dgm:shape>
                                <dgm:presOf/>
                                <dgm:constrLst/>
                                <dgm:ruleLst/>
                              </dgm:layoutNode>
                            </dgm:if>
                            <dgm:else name="Name27"/>
                          </dgm:choose>
                          <dgm:layoutNode name="horzFour">
                            <dgm:choose name="Name28">
                              <dgm:if name="Name29" func="var" arg="dir" op="equ" val="norm">
                                <dgm:alg type="lin">
                                  <dgm:param type="linDir" val="fromL"/>
                                  <dgm:param type="nodeVertAlign" val="t"/>
                                </dgm:alg>
                              </dgm:if>
                              <dgm:else name="Name3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31" ref="repeat"/>
                          </dgm:layoutNode>
                        </dgm:layoutNode>
                        <dgm:choose name="Name32">
                          <dgm:if name="Name33" axis="self" ptType="node" func="revPos" op="gte" val="2">
                            <dgm:forEach name="Name34" axis="followSib" ptType="sibTrans" cnt="1">
                              <dgm:layoutNode name="sibSpaceFour">
                                <dgm:alg type="sp"/>
                                <dgm:shape xmlns:r="http://schemas.openxmlformats.org/officeDocument/2006/relationships" r:blip="">
                                  <dgm:adjLst/>
                                </dgm:shape>
                                <dgm:presOf/>
                                <dgm:constrLst/>
                                <dgm:ruleLst/>
                              </dgm:layoutNode>
                            </dgm:forEach>
                          </dgm:if>
                          <dgm:else name="Name35"/>
                        </dgm:choose>
                      </dgm:forEach>
                    </dgm:layoutNode>
                  </dgm:layoutNode>
                  <dgm:choose name="Name36">
                    <dgm:if name="Name37" axis="self" ptType="node" func="revPos" op="gte" val="2">
                      <dgm:forEach name="Name38" axis="followSib" ptType="sibTrans" cnt="1">
                        <dgm:layoutNode name="sibSpaceThree">
                          <dgm:alg type="sp"/>
                          <dgm:shape xmlns:r="http://schemas.openxmlformats.org/officeDocument/2006/relationships" r:blip="">
                            <dgm:adjLst/>
                          </dgm:shape>
                          <dgm:presOf/>
                          <dgm:constrLst/>
                          <dgm:ruleLst/>
                        </dgm:layoutNode>
                      </dgm:forEach>
                    </dgm:if>
                    <dgm:else name="Name39"/>
                  </dgm:choose>
                </dgm:forEach>
              </dgm:layoutNode>
            </dgm:layoutNode>
            <dgm:choose name="Name40">
              <dgm:if name="Name41" axis="self" ptType="node" func="revPos" op="gte" val="2">
                <dgm:forEach name="Name42" axis="followSib" ptType="sibTrans" cnt="1">
                  <dgm:layoutNode name="sibSpaceTwo">
                    <dgm:alg type="sp"/>
                    <dgm:shape xmlns:r="http://schemas.openxmlformats.org/officeDocument/2006/relationships" r:blip="">
                      <dgm:adjLst/>
                    </dgm:shape>
                    <dgm:presOf/>
                    <dgm:constrLst/>
                    <dgm:ruleLst/>
                  </dgm:layoutNode>
                </dgm:forEach>
              </dgm:if>
              <dgm:else name="Name43"/>
            </dgm:choose>
          </dgm:forEach>
        </dgm:layoutNode>
      </dgm:layoutNode>
      <dgm:choose name="Name44">
        <dgm:if name="Name45" axis="self" ptType="node" func="revPos" op="gte" val="2">
          <dgm:forEach name="Name46" axis="followSib" ptType="sibTrans" cnt="1">
            <dgm:layoutNode name="sibSpaceOne">
              <dgm:alg type="sp"/>
              <dgm:shape xmlns:r="http://schemas.openxmlformats.org/officeDocument/2006/relationships" r:blip="">
                <dgm:adjLst/>
              </dgm:shape>
              <dgm:presOf/>
              <dgm:constrLst/>
              <dgm:ruleLst/>
            </dgm:layoutNode>
          </dgm:forEach>
        </dgm:if>
        <dgm:else name="Name47"/>
      </dgm:choose>
    </dgm:forEach>
  </dgm:layoutNode>
</dgm:layoutDef>
</file>

<file path=ppt/diagrams/layout17.xml><?xml version="1.0" encoding="utf-8"?>
<dgm:layoutDef xmlns:dgm="http://schemas.openxmlformats.org/drawingml/2006/diagram" xmlns:a="http://schemas.openxmlformats.org/drawingml/2006/main" uniqueId="urn:microsoft.com/office/officeart/2005/8/layout/hierarchy4">
  <dgm:title val=""/>
  <dgm:desc val=""/>
  <dgm:catLst>
    <dgm:cat type="hierarchy" pri="4000"/>
    <dgm:cat type="list" pri="24000"/>
    <dgm:cat type="relationship" pri="10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Name0">
    <dgm:varLst>
      <dgm:chPref val="1"/>
      <dgm:dir/>
      <dgm:animOne val="branch"/>
      <dgm:animLvl val="lvl"/>
      <dgm:resizeHandles/>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w" for="ch" forName="vertOne" refType="w"/>
      <dgm:constr type="w" for="des" forName="horzOne" refType="w"/>
      <dgm:constr type="w" for="des" forName="txOne" refType="w"/>
      <dgm:constr type="w" for="des" forName="vertTwo" refType="w"/>
      <dgm:constr type="w" for="des" forName="horzTwo" refType="w"/>
      <dgm:constr type="w" for="des" forName="txTwo" refType="w"/>
      <dgm:constr type="w" for="des" forName="vertThree" refType="w"/>
      <dgm:constr type="w" for="des" forName="horzThree" refType="w"/>
      <dgm:constr type="w" for="des" forName="txThree" refType="w"/>
      <dgm:constr type="w" for="des" forName="vertFour" refType="w"/>
      <dgm:constr type="w" for="des" forName="horzFour" refType="w"/>
      <dgm:constr type="w" for="des" forName="txFour" refType="w"/>
      <dgm:constr type="h" for="des" ptType="node" op="equ"/>
      <dgm:constr type="h" for="des" forName="txOne" refType="h"/>
      <dgm:constr type="userH" for="des" ptType="node" refType="h" refFor="des" refForName="txOne"/>
      <dgm:constr type="primFontSz" for="des" forName="txOne" val="65"/>
      <dgm:constr type="primFontSz" for="des" forName="txTwo" val="65"/>
      <dgm:constr type="primFontSz" for="des" forName="txTwo" refType="primFontSz" refFor="des" refForName="txOne" op="lte"/>
      <dgm:constr type="primFontSz" for="des" forName="txThree" val="65"/>
      <dgm:constr type="primFontSz" for="des" forName="txThree" refType="primFontSz" refFor="des" refForName="txOne" op="lte"/>
      <dgm:constr type="primFontSz" for="des" forName="txThree" refType="primFontSz" refFor="des" refForName="txTwo" op="lte"/>
      <dgm:constr type="primFontSz" for="des" forName="txFour" val="65"/>
      <dgm:constr type="primFontSz" for="des" forName="txFour" refType="primFontSz" refFor="des" refForName="txOne" op="lte"/>
      <dgm:constr type="primFontSz" for="des" forName="txFour" refType="primFontSz" refFor="des" refForName="txTwo" op="lte"/>
      <dgm:constr type="primFontSz" for="des" forName="txFour" refType="primFontSz" refFor="des" refForName="txThree" op="lte"/>
      <dgm:constr type="w" for="des" forName="sibSpaceOne" refType="w" fact="0.168"/>
      <dgm:constr type="w" for="des" forName="sibSpaceTwo" refType="w" refFor="des" refForName="sibSpaceOne" op="equ" fact="0.5"/>
      <dgm:constr type="w" for="des" forName="sibSpaceThree" refType="w" refFor="des" refForName="sibSpaceTwo" op="equ" fact="0.5"/>
      <dgm:constr type="w" for="des" forName="sibSpaceFour" refType="w" refFor="des" refForName="sibSpaceThree" op="equ" fact="0.5"/>
      <dgm:constr type="h" for="des" forName="parTransOne" refType="w" fact="0.056"/>
      <dgm:constr type="h" for="des" forName="parTransTwo" refType="h" refFor="des" refForName="parTransOne" op="equ"/>
      <dgm:constr type="h" for="des" forName="parTransThree" refType="h" refFor="des" refForName="parTransTwo" op="equ"/>
      <dgm:constr type="h" for="des" forName="parTransFour" refType="h" refFor="des" refForName="parTransThree" op="equ"/>
    </dgm:constrLst>
    <dgm:ruleLst/>
    <dgm:forEach name="Name4" axis="ch" ptType="node">
      <dgm:layoutNode name="vertOne">
        <dgm:alg type="lin">
          <dgm:param type="linDir" val="fromT"/>
        </dgm:alg>
        <dgm:shape xmlns:r="http://schemas.openxmlformats.org/officeDocument/2006/relationships" r:blip="">
          <dgm:adjLst/>
        </dgm:shape>
        <dgm:presOf/>
        <dgm:constrLst>
          <dgm:constr type="w" for="ch" forName="txOne" refType="w" refFor="ch" refForName="horzOne" op="gte"/>
        </dgm:constrLst>
        <dgm:ruleLst/>
        <dgm:layoutNode name="txOn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5">
          <dgm:if name="Name6" axis="des" ptType="node" func="cnt" op="gt" val="0">
            <dgm:layoutNode name="parTransOne">
              <dgm:alg type="sp"/>
              <dgm:shape xmlns:r="http://schemas.openxmlformats.org/officeDocument/2006/relationships" r:blip="">
                <dgm:adjLst/>
              </dgm:shape>
              <dgm:presOf/>
              <dgm:constrLst/>
              <dgm:ruleLst/>
            </dgm:layoutNode>
          </dgm:if>
          <dgm:else name="Name7"/>
        </dgm:choose>
        <dgm:layoutNode name="horzOne">
          <dgm:choose name="Name8">
            <dgm:if name="Name9" func="var" arg="dir" op="equ" val="norm">
              <dgm:alg type="lin">
                <dgm:param type="linDir" val="fromL"/>
                <dgm:param type="nodeVertAlign" val="t"/>
              </dgm:alg>
            </dgm:if>
            <dgm:else name="Name1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1" axis="ch" ptType="node">
            <dgm:layoutNode name="vertTwo">
              <dgm:alg type="lin">
                <dgm:param type="linDir" val="fromT"/>
              </dgm:alg>
              <dgm:shape xmlns:r="http://schemas.openxmlformats.org/officeDocument/2006/relationships" r:blip="">
                <dgm:adjLst/>
              </dgm:shape>
              <dgm:presOf/>
              <dgm:constrLst>
                <dgm:constr type="w" for="ch" forName="txTwo" refType="w" refFor="ch" refForName="horzTwo" op="gte"/>
              </dgm:constrLst>
              <dgm:ruleLst/>
              <dgm:layoutNode name="txTwo">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2">
                <dgm:if name="Name13" axis="des" ptType="node" func="cnt" op="gt" val="0">
                  <dgm:layoutNode name="parTransTwo">
                    <dgm:alg type="sp"/>
                    <dgm:shape xmlns:r="http://schemas.openxmlformats.org/officeDocument/2006/relationships" r:blip="">
                      <dgm:adjLst/>
                    </dgm:shape>
                    <dgm:presOf/>
                    <dgm:constrLst/>
                    <dgm:ruleLst/>
                  </dgm:layoutNode>
                </dgm:if>
                <dgm:else name="Name14"/>
              </dgm:choose>
              <dgm:layoutNode name="horzTwo">
                <dgm:choose name="Name15">
                  <dgm:if name="Name16" func="var" arg="dir" op="equ" val="norm">
                    <dgm:alg type="lin">
                      <dgm:param type="linDir" val="fromL"/>
                      <dgm:param type="nodeVertAlign" val="t"/>
                    </dgm:alg>
                  </dgm:if>
                  <dgm:else name="Name17">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8" axis="ch" ptType="node">
                  <dgm:layoutNode name="vertThree">
                    <dgm:alg type="lin">
                      <dgm:param type="linDir" val="fromT"/>
                    </dgm:alg>
                    <dgm:shape xmlns:r="http://schemas.openxmlformats.org/officeDocument/2006/relationships" r:blip="">
                      <dgm:adjLst/>
                    </dgm:shape>
                    <dgm:presOf/>
                    <dgm:constrLst>
                      <dgm:constr type="w" for="ch" forName="txThree" refType="w" refFor="ch" refForName="horzThree" op="gte"/>
                    </dgm:constrLst>
                    <dgm:ruleLst/>
                    <dgm:layoutNode name="txThree">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9">
                      <dgm:if name="Name20" axis="des" ptType="node" func="cnt" op="gt" val="0">
                        <dgm:layoutNode name="parTransThree">
                          <dgm:alg type="sp"/>
                          <dgm:shape xmlns:r="http://schemas.openxmlformats.org/officeDocument/2006/relationships" r:blip="">
                            <dgm:adjLst/>
                          </dgm:shape>
                          <dgm:presOf/>
                          <dgm:constrLst/>
                          <dgm:ruleLst/>
                        </dgm:layoutNode>
                      </dgm:if>
                      <dgm:else name="Name21"/>
                    </dgm:choose>
                    <dgm:layoutNode name="horzThree">
                      <dgm:choose name="Name22">
                        <dgm:if name="Name23" func="var" arg="dir" op="equ" val="norm">
                          <dgm:alg type="lin">
                            <dgm:param type="linDir" val="fromL"/>
                            <dgm:param type="nodeVertAlign" val="t"/>
                          </dgm:alg>
                        </dgm:if>
                        <dgm:else name="Name24">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repeat" axis="ch" ptType="node">
                        <dgm:layoutNode name="vertFour">
                          <dgm:varLst>
                            <dgm:chPref val="3"/>
                          </dgm:varLst>
                          <dgm:alg type="lin">
                            <dgm:param type="linDir" val="fromT"/>
                          </dgm:alg>
                          <dgm:shape xmlns:r="http://schemas.openxmlformats.org/officeDocument/2006/relationships" r:blip="">
                            <dgm:adjLst/>
                          </dgm:shape>
                          <dgm:presOf/>
                          <dgm:constrLst>
                            <dgm:constr type="w" for="ch" forName="txFour" refType="w" refFor="ch" refForName="horzFour" op="gte"/>
                          </dgm:constrLst>
                          <dgm:ruleLst/>
                          <dgm:layoutNode name="txFour">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25">
                            <dgm:if name="Name26" axis="des" ptType="node" func="cnt" op="gt" val="0">
                              <dgm:layoutNode name="parTransFour">
                                <dgm:alg type="sp"/>
                                <dgm:shape xmlns:r="http://schemas.openxmlformats.org/officeDocument/2006/relationships" r:blip="">
                                  <dgm:adjLst/>
                                </dgm:shape>
                                <dgm:presOf/>
                                <dgm:constrLst/>
                                <dgm:ruleLst/>
                              </dgm:layoutNode>
                            </dgm:if>
                            <dgm:else name="Name27"/>
                          </dgm:choose>
                          <dgm:layoutNode name="horzFour">
                            <dgm:choose name="Name28">
                              <dgm:if name="Name29" func="var" arg="dir" op="equ" val="norm">
                                <dgm:alg type="lin">
                                  <dgm:param type="linDir" val="fromL"/>
                                  <dgm:param type="nodeVertAlign" val="t"/>
                                </dgm:alg>
                              </dgm:if>
                              <dgm:else name="Name3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31" ref="repeat"/>
                          </dgm:layoutNode>
                        </dgm:layoutNode>
                        <dgm:choose name="Name32">
                          <dgm:if name="Name33" axis="self" ptType="node" func="revPos" op="gte" val="2">
                            <dgm:forEach name="Name34" axis="followSib" ptType="sibTrans" cnt="1">
                              <dgm:layoutNode name="sibSpaceFour">
                                <dgm:alg type="sp"/>
                                <dgm:shape xmlns:r="http://schemas.openxmlformats.org/officeDocument/2006/relationships" r:blip="">
                                  <dgm:adjLst/>
                                </dgm:shape>
                                <dgm:presOf/>
                                <dgm:constrLst/>
                                <dgm:ruleLst/>
                              </dgm:layoutNode>
                            </dgm:forEach>
                          </dgm:if>
                          <dgm:else name="Name35"/>
                        </dgm:choose>
                      </dgm:forEach>
                    </dgm:layoutNode>
                  </dgm:layoutNode>
                  <dgm:choose name="Name36">
                    <dgm:if name="Name37" axis="self" ptType="node" func="revPos" op="gte" val="2">
                      <dgm:forEach name="Name38" axis="followSib" ptType="sibTrans" cnt="1">
                        <dgm:layoutNode name="sibSpaceThree">
                          <dgm:alg type="sp"/>
                          <dgm:shape xmlns:r="http://schemas.openxmlformats.org/officeDocument/2006/relationships" r:blip="">
                            <dgm:adjLst/>
                          </dgm:shape>
                          <dgm:presOf/>
                          <dgm:constrLst/>
                          <dgm:ruleLst/>
                        </dgm:layoutNode>
                      </dgm:forEach>
                    </dgm:if>
                    <dgm:else name="Name39"/>
                  </dgm:choose>
                </dgm:forEach>
              </dgm:layoutNode>
            </dgm:layoutNode>
            <dgm:choose name="Name40">
              <dgm:if name="Name41" axis="self" ptType="node" func="revPos" op="gte" val="2">
                <dgm:forEach name="Name42" axis="followSib" ptType="sibTrans" cnt="1">
                  <dgm:layoutNode name="sibSpaceTwo">
                    <dgm:alg type="sp"/>
                    <dgm:shape xmlns:r="http://schemas.openxmlformats.org/officeDocument/2006/relationships" r:blip="">
                      <dgm:adjLst/>
                    </dgm:shape>
                    <dgm:presOf/>
                    <dgm:constrLst/>
                    <dgm:ruleLst/>
                  </dgm:layoutNode>
                </dgm:forEach>
              </dgm:if>
              <dgm:else name="Name43"/>
            </dgm:choose>
          </dgm:forEach>
        </dgm:layoutNode>
      </dgm:layoutNode>
      <dgm:choose name="Name44">
        <dgm:if name="Name45" axis="self" ptType="node" func="revPos" op="gte" val="2">
          <dgm:forEach name="Name46" axis="followSib" ptType="sibTrans" cnt="1">
            <dgm:layoutNode name="sibSpaceOne">
              <dgm:alg type="sp"/>
              <dgm:shape xmlns:r="http://schemas.openxmlformats.org/officeDocument/2006/relationships" r:blip="">
                <dgm:adjLst/>
              </dgm:shape>
              <dgm:presOf/>
              <dgm:constrLst/>
              <dgm:ruleLst/>
            </dgm:layoutNode>
          </dgm:forEach>
        </dgm:if>
        <dgm:else name="Name47"/>
      </dgm:choose>
    </dgm:forEach>
  </dgm:layoutNode>
</dgm:layoutDef>
</file>

<file path=ppt/diagrams/layout18.xml><?xml version="1.0" encoding="utf-8"?>
<dgm:layoutDef xmlns:dgm="http://schemas.openxmlformats.org/drawingml/2006/diagram" xmlns:a="http://schemas.openxmlformats.org/drawingml/2006/main" uniqueId="urn:microsoft.com/office/officeart/2005/8/layout/chart3">
  <dgm:title val=""/>
  <dgm:desc val=""/>
  <dgm:catLst>
    <dgm:cat type="relationship" pri="27000"/>
    <dgm:cat type="cycle" pri="8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ompositeShape">
    <dgm:varLst>
      <dgm:chMax val="7"/>
      <dgm:dir/>
      <dgm:resizeHandles val="exact"/>
    </dgm:varLst>
    <dgm:alg type="composite">
      <dgm:param type="horzAlign" val="ctr"/>
      <dgm:param type="vertAlign" val="mid"/>
      <dgm:param type="ar" val="1"/>
    </dgm:alg>
    <dgm:presOf/>
    <dgm:shape xmlns:r="http://schemas.openxmlformats.org/officeDocument/2006/relationships" r:blip="">
      <dgm:adjLst/>
    </dgm:shape>
    <dgm:choose name="Name0">
      <dgm:if name="Name1" axis="ch" ptType="node" func="cnt" op="equ" val="1">
        <dgm:constrLst>
          <dgm:constr type="l" for="ch" forName="wedge1" refType="w" fact="0.08"/>
          <dgm:constr type="t" for="ch" forName="wedge1" refType="w" fact="0.08"/>
          <dgm:constr type="w" for="ch" forName="wedge1" refType="w" fact="0.84"/>
          <dgm:constr type="h" for="ch" forName="wedge1" refType="h" fact="0.84"/>
          <dgm:constr type="l" for="ch" forName="wedge1Tx" refType="w" fact="0.205"/>
          <dgm:constr type="t" for="ch" forName="wedge1Tx" refType="h" fact="0.205"/>
          <dgm:constr type="w" for="ch" forName="wedge1Tx" refType="w" fact="0.59"/>
          <dgm:constr type="h" for="ch" forName="wedge1Tx" refType="h" fact="0.59"/>
          <dgm:constr type="primFontSz" for="ch" ptType="node" op="equ"/>
        </dgm:constrLst>
      </dgm:if>
      <dgm:if name="Name2" axis="ch" ptType="node" func="cnt" op="equ" val="2">
        <dgm:constrLst>
          <dgm:constr type="l" for="ch" forName="wedge1" refType="w" fact="0.1"/>
          <dgm:constr type="t" for="ch" forName="wedge1" refType="w" fact="0.08"/>
          <dgm:constr type="w" for="ch" forName="wedge1" refType="w" fact="0.84"/>
          <dgm:constr type="h" for="ch" forName="wedge1" refType="h" fact="0.84"/>
          <dgm:constr type="l" for="ch" forName="wedge1Tx" refType="w" fact="0.52"/>
          <dgm:constr type="t" for="ch" forName="wedge1Tx" refType="h" fact="0.205"/>
          <dgm:constr type="w" for="ch" forName="wedge1Tx" refType="w" fact="0.295"/>
          <dgm:constr type="h" for="ch" forName="wedge1Tx" refType="h" fact="0.59"/>
          <dgm:constr type="l" for="ch" forName="wedge2" refType="w" fact="0.08"/>
          <dgm:constr type="t" for="ch" forName="wedge2" refType="w" fact="0.08"/>
          <dgm:constr type="w" for="ch" forName="wedge2" refType="w" fact="0.84"/>
          <dgm:constr type="h" for="ch" forName="wedge2" refType="h" fact="0.84"/>
          <dgm:constr type="l" for="ch" forName="wedge2Tx" refType="w" fact="0.2"/>
          <dgm:constr type="t" for="ch" forName="wedge2Tx" refType="h" fact="0.205"/>
          <dgm:constr type="w" for="ch" forName="wedge2Tx" refType="w" fact="0.295"/>
          <dgm:constr type="h" for="ch" forName="wedge2Tx" refType="h" fact="0.59"/>
          <dgm:constr type="primFontSz" for="ch" ptType="node" op="equ"/>
        </dgm:constrLst>
      </dgm:if>
      <dgm:if name="Name3" axis="ch" ptType="node" func="cnt" op="equ" val="3">
        <dgm:choose name="Name4">
          <dgm:if name="Name5" func="var" arg="dir" op="equ" val="norm">
            <dgm:constrLst>
              <dgm:constr type="l" for="ch" forName="wedge1" refType="w" fact="0.1233"/>
              <dgm:constr type="t" for="ch" forName="wedge1" refType="w" fact="0.055"/>
              <dgm:constr type="w" for="ch" forName="wedge1" refType="w" fact="0.84"/>
              <dgm:constr type="h" for="ch" forName="wedge1" refType="h" fact="0.84"/>
              <dgm:constr type="l" for="ch" forName="wedge1Tx" refType="w" fact="0.58"/>
              <dgm:constr type="t" for="ch" forName="wedge1Tx" refType="h" fact="0.21"/>
              <dgm:constr type="w" for="ch" forName="wedge1Tx" refType="w" fact="0.285"/>
              <dgm:constr type="h" for="ch" forName="wedge1Tx" refType="h" fact="0.28"/>
              <dgm:constr type="l" for="ch" forName="wedge2" refType="w" fact="0.08"/>
              <dgm:constr type="t" for="ch" forName="wedge2" refType="w" fact="0.08"/>
              <dgm:constr type="w" for="ch" forName="wedge2" refType="w" fact="0.84"/>
              <dgm:constr type="h" for="ch" forName="wedge2" refType="h" fact="0.84"/>
              <dgm:constr type="l" for="ch" forName="wedge2Tx" refType="w" fact="0.31"/>
              <dgm:constr type="t" for="ch" forName="wedge2Tx" refType="h" fact="0.61"/>
              <dgm:constr type="w" for="ch" forName="wedge2Tx" refType="w" fact="0.38"/>
              <dgm:constr type="h" for="ch" forName="wedge2Tx" refType="h" fact="0.26"/>
              <dgm:constr type="l" for="ch" forName="wedge3" refType="w" fact="0.08"/>
              <dgm:constr type="t" for="ch" forName="wedge3" refType="w" fact="0.08"/>
              <dgm:constr type="w" for="ch" forName="wedge3" refType="w" fact="0.84"/>
              <dgm:constr type="h" for="ch" forName="wedge3" refType="h" fact="0.84"/>
              <dgm:constr type="l" for="ch" forName="wedge3Tx" refType="w" fact="0.17"/>
              <dgm:constr type="t" for="ch" forName="wedge3Tx" refType="h" fact="0.245"/>
              <dgm:constr type="w" for="ch" forName="wedge3Tx" refType="w" fact="0.285"/>
              <dgm:constr type="h" for="ch" forName="wedge3Tx" refType="h" fact="0.28"/>
              <dgm:constr type="primFontSz" for="ch" ptType="node" op="equ"/>
            </dgm:constrLst>
          </dgm:if>
          <dgm:else name="Name6">
            <dgm:constrLst>
              <dgm:constr type="l" for="ch" forName="wedge1" refType="w" fact="0.08"/>
              <dgm:constr type="t" for="ch" forName="wedge1" refType="w" fact="0.08"/>
              <dgm:constr type="w" for="ch" forName="wedge1" refType="w" fact="0.84"/>
              <dgm:constr type="h" for="ch" forName="wedge1" refType="h" fact="0.84"/>
              <dgm:constr type="l" for="ch" forName="wedge1Tx" refType="w" fact="0.545"/>
              <dgm:constr type="t" for="ch" forName="wedge1Tx" refType="h" fact="0.245"/>
              <dgm:constr type="w" for="ch" forName="wedge1Tx" refType="w" fact="0.285"/>
              <dgm:constr type="h" for="ch" forName="wedge1Tx" refType="h" fact="0.28"/>
              <dgm:constr type="l" for="ch" forName="wedge2" refType="w" fact="0.08"/>
              <dgm:constr type="t" for="ch" forName="wedge2" refType="w" fact="0.08"/>
              <dgm:constr type="w" for="ch" forName="wedge2" refType="w" fact="0.84"/>
              <dgm:constr type="h" for="ch" forName="wedge2" refType="h" fact="0.84"/>
              <dgm:constr type="l" for="ch" forName="wedge2Tx" refType="w" fact="0.31"/>
              <dgm:constr type="t" for="ch" forName="wedge2Tx" refType="h" fact="0.61"/>
              <dgm:constr type="w" for="ch" forName="wedge2Tx" refType="w" fact="0.38"/>
              <dgm:constr type="h" for="ch" forName="wedge2Tx" refType="h" fact="0.26"/>
              <dgm:constr type="l" for="ch" forName="wedge3" refType="w" fact="0.0367"/>
              <dgm:constr type="t" for="ch" forName="wedge3" refType="w" fact="0.055"/>
              <dgm:constr type="w" for="ch" forName="wedge3" refType="w" fact="0.84"/>
              <dgm:constr type="h" for="ch" forName="wedge3" refType="h" fact="0.84"/>
              <dgm:constr type="l" for="ch" forName="wedge3Tx" refType="w" fact="0.14"/>
              <dgm:constr type="t" for="ch" forName="wedge3Tx" refType="h" fact="0.21"/>
              <dgm:constr type="w" for="ch" forName="wedge3Tx" refType="w" fact="0.285"/>
              <dgm:constr type="h" for="ch" forName="wedge3Tx" refType="h" fact="0.28"/>
              <dgm:constr type="primFontSz" for="ch" ptType="node" op="equ"/>
            </dgm:constrLst>
          </dgm:else>
        </dgm:choose>
      </dgm:if>
      <dgm:if name="Name7" axis="ch" ptType="node" func="cnt" op="equ" val="4">
        <dgm:choose name="Name8">
          <dgm:if name="Name9" func="var" arg="dir" op="equ" val="norm">
            <dgm:constrLst>
              <dgm:constr type="l" for="ch" forName="wedge1" refType="w" fact="0.1154"/>
              <dgm:constr type="t" for="ch" forName="wedge1" refType="w" fact="0.0446"/>
              <dgm:constr type="w" for="ch" forName="wedge1" refType="w" fact="0.84"/>
              <dgm:constr type="h" for="ch" forName="wedge1" refType="h" fact="0.84"/>
              <dgm:constr type="l" for="ch" forName="wedge1Tx" refType="w" fact="0.545"/>
              <dgm:constr type="t" for="ch" forName="wedge1Tx" refType="h" fact="0.2"/>
              <dgm:constr type="w" for="ch" forName="wedge1Tx" refType="w" fact="0.31"/>
              <dgm:constr type="h" for="ch" forName="wedge1Tx" refType="h" fact="0.25"/>
              <dgm:constr type="l" for="ch" forName="wedge2" refType="w" fact="0.08"/>
              <dgm:constr type="t" for="ch" forName="wedge2" refType="w" fact="0.08"/>
              <dgm:constr type="w" for="ch" forName="wedge2" refType="w" fact="0.84"/>
              <dgm:constr type="h" for="ch" forName="wedge2" refType="h" fact="0.84"/>
              <dgm:constr type="l" for="ch" forName="wedge2Tx" refType="w" fact="0.515"/>
              <dgm:constr type="t" for="ch" forName="wedge2Tx" refType="h" fact="0.515"/>
              <dgm:constr type="w" for="ch" forName="wedge2Tx" refType="w" fact="0.31"/>
              <dgm:constr type="h" for="ch" forName="wedge2Tx" refType="h" fact="0.25"/>
              <dgm:constr type="l" for="ch" forName="wedge3" refType="w" fact="0.08"/>
              <dgm:constr type="t" for="ch" forName="wedge3" refType="w" fact="0.08"/>
              <dgm:constr type="w" for="ch" forName="wedge3" refType="w" fact="0.84"/>
              <dgm:constr type="h" for="ch" forName="wedge3" refType="h" fact="0.84"/>
              <dgm:constr type="l" for="ch" forName="wedge3Tx" refType="w" fact="0.175"/>
              <dgm:constr type="t" for="ch" forName="wedge3Tx" refType="h" fact="0.515"/>
              <dgm:constr type="w" for="ch" forName="wedge3Tx" refType="w" fact="0.31"/>
              <dgm:constr type="h" for="ch" forName="wedge3Tx" refType="h" fact="0.25"/>
              <dgm:constr type="l" for="ch" forName="wedge4" refType="w" fact="0.08"/>
              <dgm:constr type="t" for="ch" forName="wedge4" refType="h" fact="0.08"/>
              <dgm:constr type="w" for="ch" forName="wedge4" refType="w" fact="0.84"/>
              <dgm:constr type="h" for="ch" forName="wedge4" refType="h" fact="0.84"/>
              <dgm:constr type="l" for="ch" forName="wedge4Tx" refType="w" fact="0.175"/>
              <dgm:constr type="t" for="ch" forName="wedge4Tx" refType="h" fact="0.235"/>
              <dgm:constr type="w" for="ch" forName="wedge4Tx" refType="w" fact="0.31"/>
              <dgm:constr type="h" for="ch" forName="wedge4Tx" refType="h" fact="0.25"/>
              <dgm:constr type="primFontSz" for="ch" ptType="node" op="equ"/>
            </dgm:constrLst>
          </dgm:if>
          <dgm:else name="Name10">
            <dgm:constrLst>
              <dgm:constr type="l" for="ch" forName="wedge1" refType="w" fact="0.08"/>
              <dgm:constr type="t" for="ch" forName="wedge1" refType="w" fact="0.08"/>
              <dgm:constr type="w" for="ch" forName="wedge1" refType="w" fact="0.84"/>
              <dgm:constr type="h" for="ch" forName="wedge1" refType="h" fact="0.84"/>
              <dgm:constr type="l" for="ch" forName="wedge1Tx" refType="w" fact="0.515"/>
              <dgm:constr type="t" for="ch" forName="wedge1Tx" refType="h" fact="0.235"/>
              <dgm:constr type="w" for="ch" forName="wedge1Tx" refType="w" fact="0.31"/>
              <dgm:constr type="h" for="ch" forName="wedge1Tx" refType="h" fact="0.25"/>
              <dgm:constr type="l" for="ch" forName="wedge2" refType="w" fact="0.08"/>
              <dgm:constr type="t" for="ch" forName="wedge2" refType="w" fact="0.08"/>
              <dgm:constr type="w" for="ch" forName="wedge2" refType="w" fact="0.84"/>
              <dgm:constr type="h" for="ch" forName="wedge2" refType="h" fact="0.84"/>
              <dgm:constr type="l" for="ch" forName="wedge2Tx" refType="w" fact="0.515"/>
              <dgm:constr type="t" for="ch" forName="wedge2Tx" refType="h" fact="0.515"/>
              <dgm:constr type="w" for="ch" forName="wedge2Tx" refType="w" fact="0.31"/>
              <dgm:constr type="h" for="ch" forName="wedge2Tx" refType="h" fact="0.25"/>
              <dgm:constr type="l" for="ch" forName="wedge3" refType="w" fact="0.08"/>
              <dgm:constr type="t" for="ch" forName="wedge3" refType="w" fact="0.08"/>
              <dgm:constr type="w" for="ch" forName="wedge3" refType="w" fact="0.84"/>
              <dgm:constr type="h" for="ch" forName="wedge3" refType="h" fact="0.84"/>
              <dgm:constr type="l" for="ch" forName="wedge3Tx" refType="w" fact="0.175"/>
              <dgm:constr type="t" for="ch" forName="wedge3Tx" refType="h" fact="0.515"/>
              <dgm:constr type="w" for="ch" forName="wedge3Tx" refType="w" fact="0.31"/>
              <dgm:constr type="h" for="ch" forName="wedge3Tx" refType="h" fact="0.25"/>
              <dgm:constr type="l" for="ch" forName="wedge4" refType="w" fact="0.0446"/>
              <dgm:constr type="t" for="ch" forName="wedge4" refType="h" fact="0.0446"/>
              <dgm:constr type="w" for="ch" forName="wedge4" refType="w" fact="0.84"/>
              <dgm:constr type="h" for="ch" forName="wedge4" refType="h" fact="0.84"/>
              <dgm:constr type="l" for="ch" forName="wedge4Tx" refType="w" fact="0.145"/>
              <dgm:constr type="t" for="ch" forName="wedge4Tx" refType="h" fact="0.2"/>
              <dgm:constr type="w" for="ch" forName="wedge4Tx" refType="w" fact="0.31"/>
              <dgm:constr type="h" for="ch" forName="wedge4Tx" refType="h" fact="0.25"/>
              <dgm:constr type="primFontSz" for="ch" ptType="node" op="equ"/>
            </dgm:constrLst>
          </dgm:else>
        </dgm:choose>
      </dgm:if>
      <dgm:if name="Name11" axis="ch" ptType="node" func="cnt" op="equ" val="5">
        <dgm:choose name="Name12">
          <dgm:if name="Name13" func="var" arg="dir" op="equ" val="norm">
            <dgm:constrLst>
              <dgm:constr type="l" for="ch" forName="wedge1" refType="w" fact="0.1094"/>
              <dgm:constr type="t" for="ch" forName="wedge1" refType="w" fact="0.0395"/>
              <dgm:constr type="w" for="ch" forName="wedge1" refType="w" fact="0.84"/>
              <dgm:constr type="h" for="ch" forName="wedge1" refType="h" fact="0.84"/>
              <dgm:constr type="l" for="ch" forName="wedge1Tx" refType="w" fact="0.54"/>
              <dgm:constr type="t" for="ch" forName="wedge1Tx" refType="h" fact="0.165"/>
              <dgm:constr type="w" for="ch" forName="wedge1Tx" refType="w" fact="0.285"/>
              <dgm:constr type="h" for="ch" forName="wedge1Tx" refType="h" fact="0.195"/>
              <dgm:constr type="l" for="ch" forName="wedge2" refType="w" fact="0.08"/>
              <dgm:constr type="t" for="ch" forName="wedge2" refType="w" fact="0.08"/>
              <dgm:constr type="w" for="ch" forName="wedge2" refType="w" fact="0.84"/>
              <dgm:constr type="h" for="ch" forName="wedge2" refType="h" fact="0.84"/>
              <dgm:constr type="l" for="ch" forName="wedge2Tx" refType="w" fact="0.629"/>
              <dgm:constr type="t" for="ch" forName="wedge2Tx" refType="h" fact="0.46"/>
              <dgm:constr type="w" for="ch" forName="wedge2Tx" refType="w" fact="0.25"/>
              <dgm:constr type="h" for="ch" forName="wedge2Tx" refType="h" fact="0.211"/>
              <dgm:constr type="l" for="ch" forName="wedge3" refType="w" fact="0.08"/>
              <dgm:constr type="t" for="ch" forName="wedge3" refType="w" fact="0.08"/>
              <dgm:constr type="w" for="ch" forName="wedge3" refType="w" fact="0.84"/>
              <dgm:constr type="h" for="ch" forName="wedge3" refType="h" fact="0.84"/>
              <dgm:constr type="l" for="ch" forName="wedge3Tx" refType="w" fact="0.35"/>
              <dgm:constr type="t" for="ch" forName="wedge3Tx" refType="h" fact="0.71"/>
              <dgm:constr type="w" for="ch" forName="wedge3Tx" refType="w" fact="0.3"/>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12"/>
              <dgm:constr type="t" for="ch" forName="wedge4Tx" refType="h" fact="0.46"/>
              <dgm:constr type="w" for="ch" forName="wedge4Tx" refType="w" fact="0.25"/>
              <dgm:constr type="h" for="ch" forName="wedge4Tx" refType="h" fact="0.211"/>
              <dgm:constr type="l" for="ch" forName="wedge5" refType="w" fact="0.08"/>
              <dgm:constr type="t" for="ch" forName="wedge5" refType="h" fact="0.08"/>
              <dgm:constr type="w" for="ch" forName="wedge5" refType="w" fact="0.84"/>
              <dgm:constr type="h" for="ch" forName="wedge5" refType="h" fact="0.84"/>
              <dgm:constr type="l" for="ch" forName="wedge5Tx" refType="w" fact="0.2025"/>
              <dgm:constr type="t" for="ch" forName="wedge5Tx" refType="h" fact="0.208"/>
              <dgm:constr type="w" for="ch" forName="wedge5Tx" refType="w" fact="0.285"/>
              <dgm:constr type="h" for="ch" forName="wedge5Tx" refType="h" fact="0.195"/>
              <dgm:constr type="primFontSz" for="ch" ptType="node" op="equ"/>
            </dgm:constrLst>
          </dgm:if>
          <dgm:else name="Name14">
            <dgm:constrLst>
              <dgm:constr type="l" for="ch" forName="wedge1" refType="w" fact="0.08"/>
              <dgm:constr type="t" for="ch" forName="wedge1" refType="w" fact="0.08"/>
              <dgm:constr type="w" for="ch" forName="wedge1" refType="w" fact="0.84"/>
              <dgm:constr type="h" for="ch" forName="wedge1" refType="h" fact="0.84"/>
              <dgm:constr type="l" for="ch" forName="wedge1Tx" refType="w" fact="0.51"/>
              <dgm:constr type="t" for="ch" forName="wedge1Tx" refType="h" fact="0.208"/>
              <dgm:constr type="w" for="ch" forName="wedge1Tx" refType="w" fact="0.285"/>
              <dgm:constr type="h" for="ch" forName="wedge1Tx" refType="h" fact="0.195"/>
              <dgm:constr type="l" for="ch" forName="wedge2" refType="w" fact="0.08"/>
              <dgm:constr type="t" for="ch" forName="wedge2" refType="w" fact="0.08"/>
              <dgm:constr type="w" for="ch" forName="wedge2" refType="w" fact="0.84"/>
              <dgm:constr type="h" for="ch" forName="wedge2" refType="h" fact="0.84"/>
              <dgm:constr type="l" for="ch" forName="wedge2Tx" refType="w" fact="0.629"/>
              <dgm:constr type="t" for="ch" forName="wedge2Tx" refType="h" fact="0.46"/>
              <dgm:constr type="w" for="ch" forName="wedge2Tx" refType="w" fact="0.25"/>
              <dgm:constr type="h" for="ch" forName="wedge2Tx" refType="h" fact="0.211"/>
              <dgm:constr type="l" for="ch" forName="wedge3" refType="w" fact="0.08"/>
              <dgm:constr type="t" for="ch" forName="wedge3" refType="w" fact="0.08"/>
              <dgm:constr type="w" for="ch" forName="wedge3" refType="w" fact="0.84"/>
              <dgm:constr type="h" for="ch" forName="wedge3" refType="h" fact="0.84"/>
              <dgm:constr type="l" for="ch" forName="wedge3Tx" refType="w" fact="0.35"/>
              <dgm:constr type="t" for="ch" forName="wedge3Tx" refType="h" fact="0.71"/>
              <dgm:constr type="w" for="ch" forName="wedge3Tx" refType="w" fact="0.3"/>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12"/>
              <dgm:constr type="t" for="ch" forName="wedge4Tx" refType="h" fact="0.46"/>
              <dgm:constr type="w" for="ch" forName="wedge4Tx" refType="w" fact="0.25"/>
              <dgm:constr type="h" for="ch" forName="wedge4Tx" refType="h" fact="0.211"/>
              <dgm:constr type="l" for="ch" forName="wedge5" refType="w" fact="0.0506"/>
              <dgm:constr type="t" for="ch" forName="wedge5" refType="h" fact="0.0395"/>
              <dgm:constr type="w" for="ch" forName="wedge5" refType="w" fact="0.84"/>
              <dgm:constr type="h" for="ch" forName="wedge5" refType="h" fact="0.84"/>
              <dgm:constr type="l" for="ch" forName="wedge5Tx" refType="w" fact="0.18"/>
              <dgm:constr type="t" for="ch" forName="wedge5Tx" refType="h" fact="0.165"/>
              <dgm:constr type="w" for="ch" forName="wedge5Tx" refType="w" fact="0.285"/>
              <dgm:constr type="h" for="ch" forName="wedge5Tx" refType="h" fact="0.195"/>
              <dgm:constr type="primFontSz" for="ch" ptType="node" op="equ"/>
            </dgm:constrLst>
          </dgm:else>
        </dgm:choose>
      </dgm:if>
      <dgm:if name="Name15" axis="ch" ptType="node" func="cnt" op="equ" val="6">
        <dgm:choose name="Name16">
          <dgm:if name="Name17" func="var" arg="dir" op="equ" val="norm">
            <dgm:constrLst>
              <dgm:constr type="l" for="ch" forName="wedge1" refType="w" fact="0.105"/>
              <dgm:constr type="t" for="ch" forName="wedge1" refType="w" fact="0.0367"/>
              <dgm:constr type="w" for="ch" forName="wedge1" refType="w" fact="0.84"/>
              <dgm:constr type="h" for="ch" forName="wedge1" refType="h" fact="0.84"/>
              <dgm:constr type="l" for="ch" forName="wedge1Tx" refType="w" fact="0.534"/>
              <dgm:constr type="t" for="ch" forName="wedge1Tx" refType="h" fact="0.1267"/>
              <dgm:constr type="w" for="ch" forName="wedge1Tx" refType="w" fact="0.245"/>
              <dgm:constr type="h" for="ch" forName="wedge1Tx" refType="h" fact="0.18"/>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415"/>
              <dgm:constr type="w" for="ch" forName="wedge2Tx" refType="w" fact="0.254"/>
              <dgm:constr type="h" for="ch" forName="wedge2Tx" refType="h" fact="0.17"/>
              <dgm:constr type="l" for="ch" forName="wedge3" refType="w" fact="0.08"/>
              <dgm:constr type="t" for="ch" forName="wedge3" refType="w" fact="0.08"/>
              <dgm:constr type="w" for="ch" forName="wedge3" refType="w" fact="0.84"/>
              <dgm:constr type="h" for="ch" forName="wedge3" refType="h" fact="0.84"/>
              <dgm:constr type="l" for="ch" forName="wedge3Tx" refType="w" fact="0.509"/>
              <dgm:constr type="t" for="ch" forName="wedge3Tx" refType="h" fact="0.65"/>
              <dgm:constr type="w" for="ch" forName="wedge3Tx" refType="w" fact="0.245"/>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246"/>
              <dgm:constr type="t" for="ch" forName="wedge4Tx" refType="h" fact="0.65"/>
              <dgm:constr type="w" for="ch" forName="wedge4Tx" refType="w" fact="0.245"/>
              <dgm:constr type="h" for="ch" forName="wedge4Tx" refType="h" fact="0.18"/>
              <dgm:constr type="l" for="ch" forName="wedge5" refType="w" fact="0.08"/>
              <dgm:constr type="t" for="ch" forName="wedge5" refType="h" fact="0.08"/>
              <dgm:constr type="w" for="ch" forName="wedge5" refType="w" fact="0.84"/>
              <dgm:constr type="h" for="ch" forName="wedge5" refType="h" fact="0.84"/>
              <dgm:constr type="l" for="ch" forName="wedge5Tx" refType="w" fact="0.093"/>
              <dgm:constr type="t" for="ch" forName="wedge5Tx" refType="h" fact="0.415"/>
              <dgm:constr type="w" for="ch" forName="wedge5Tx" refType="w" fact="0.254"/>
              <dgm:constr type="h" for="ch" forName="wedge5Tx" refType="h" fact="0.17"/>
              <dgm:constr type="l" for="ch" forName="wedge6" refType="w" fact="0.08"/>
              <dgm:constr type="t" for="ch" forName="wedge6" refType="h" fact="0.08"/>
              <dgm:constr type="w" for="ch" forName="wedge6" refType="w" fact="0.84"/>
              <dgm:constr type="h" for="ch" forName="wedge6" refType="h" fact="0.84"/>
              <dgm:constr type="l" for="ch" forName="wedge6Tx" refType="w" fact="0.246"/>
              <dgm:constr type="t" for="ch" forName="wedge6Tx" refType="h" fact="0.17"/>
              <dgm:constr type="w" for="ch" forName="wedge6Tx" refType="w" fact="0.245"/>
              <dgm:constr type="h" for="ch" forName="wedge6Tx" refType="h" fact="0.18"/>
              <dgm:constr type="primFontSz" for="ch" ptType="node" op="equ"/>
            </dgm:constrLst>
          </dgm:if>
          <dgm:else name="Name18">
            <dgm:constrLst>
              <dgm:constr type="l" for="ch" forName="wedge1" refType="w" fact="0.08"/>
              <dgm:constr type="t" for="ch" forName="wedge1" refType="w" fact="0.08"/>
              <dgm:constr type="w" for="ch" forName="wedge1" refType="w" fact="0.84"/>
              <dgm:constr type="h" for="ch" forName="wedge1" refType="h" fact="0.84"/>
              <dgm:constr type="l" for="ch" forName="wedge1Tx" refType="w" fact="0.509"/>
              <dgm:constr type="t" for="ch" forName="wedge1Tx" refType="h" fact="0.17"/>
              <dgm:constr type="w" for="ch" forName="wedge1Tx" refType="w" fact="0.245"/>
              <dgm:constr type="h" for="ch" forName="wedge1Tx" refType="h" fact="0.18"/>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415"/>
              <dgm:constr type="w" for="ch" forName="wedge2Tx" refType="w" fact="0.254"/>
              <dgm:constr type="h" for="ch" forName="wedge2Tx" refType="h" fact="0.17"/>
              <dgm:constr type="l" for="ch" forName="wedge3" refType="w" fact="0.08"/>
              <dgm:constr type="t" for="ch" forName="wedge3" refType="w" fact="0.08"/>
              <dgm:constr type="w" for="ch" forName="wedge3" refType="w" fact="0.84"/>
              <dgm:constr type="h" for="ch" forName="wedge3" refType="h" fact="0.84"/>
              <dgm:constr type="l" for="ch" forName="wedge3Tx" refType="w" fact="0.509"/>
              <dgm:constr type="t" for="ch" forName="wedge3Tx" refType="h" fact="0.65"/>
              <dgm:constr type="w" for="ch" forName="wedge3Tx" refType="w" fact="0.245"/>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246"/>
              <dgm:constr type="t" for="ch" forName="wedge4Tx" refType="h" fact="0.65"/>
              <dgm:constr type="w" for="ch" forName="wedge4Tx" refType="w" fact="0.245"/>
              <dgm:constr type="h" for="ch" forName="wedge4Tx" refType="h" fact="0.18"/>
              <dgm:constr type="l" for="ch" forName="wedge5" refType="w" fact="0.08"/>
              <dgm:constr type="t" for="ch" forName="wedge5" refType="h" fact="0.08"/>
              <dgm:constr type="w" for="ch" forName="wedge5" refType="w" fact="0.84"/>
              <dgm:constr type="h" for="ch" forName="wedge5" refType="h" fact="0.84"/>
              <dgm:constr type="l" for="ch" forName="wedge5Tx" refType="w" fact="0.093"/>
              <dgm:constr type="t" for="ch" forName="wedge5Tx" refType="h" fact="0.415"/>
              <dgm:constr type="w" for="ch" forName="wedge5Tx" refType="w" fact="0.254"/>
              <dgm:constr type="h" for="ch" forName="wedge5Tx" refType="h" fact="0.17"/>
              <dgm:constr type="l" for="ch" forName="wedge6" refType="w" fact="0.055"/>
              <dgm:constr type="t" for="ch" forName="wedge6" refType="h" fact="0.0367"/>
              <dgm:constr type="w" for="ch" forName="wedge6" refType="w" fact="0.84"/>
              <dgm:constr type="h" for="ch" forName="wedge6" refType="h" fact="0.84"/>
              <dgm:constr type="l" for="ch" forName="wedge6Tx" refType="w" fact="0.221"/>
              <dgm:constr type="t" for="ch" forName="wedge6Tx" refType="h" fact="0.1267"/>
              <dgm:constr type="w" for="ch" forName="wedge6Tx" refType="w" fact="0.245"/>
              <dgm:constr type="h" for="ch" forName="wedge6Tx" refType="h" fact="0.18"/>
              <dgm:constr type="primFontSz" for="ch" ptType="node" op="equ"/>
            </dgm:constrLst>
          </dgm:else>
        </dgm:choose>
      </dgm:if>
      <dgm:else name="Name19">
        <dgm:choose name="Name20">
          <dgm:if name="Name21" func="var" arg="dir" op="equ" val="norm">
            <dgm:constrLst>
              <dgm:constr type="l" for="ch" forName="wedge1" refType="w" fact="0.1017"/>
              <dgm:constr type="t" for="ch" forName="wedge1" refType="w" fact="0.035"/>
              <dgm:constr type="w" for="ch" forName="wedge1" refType="w" fact="0.84"/>
              <dgm:constr type="h" for="ch" forName="wedge1" refType="h" fact="0.84"/>
              <dgm:constr type="l" for="ch" forName="wedge1Tx" refType="w" fact="0.53"/>
              <dgm:constr type="t" for="ch" forName="wedge1Tx" refType="h" fact="0.115"/>
              <dgm:constr type="w" for="ch" forName="wedge1Tx" refType="w" fact="0.23"/>
              <dgm:constr type="h" for="ch" forName="wedge1Tx" refType="h" fact="0.145"/>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38"/>
              <dgm:constr type="w" for="ch" forName="wedge2Tx" refType="w" fact="0.244"/>
              <dgm:constr type="h" for="ch" forName="wedge2Tx" refType="h" fact="0.155"/>
              <dgm:constr type="l" for="ch" forName="wedge3" refType="w" fact="0.08"/>
              <dgm:constr type="t" for="ch" forName="wedge3" refType="w" fact="0.08"/>
              <dgm:constr type="w" for="ch" forName="wedge3" refType="w" fact="0.84"/>
              <dgm:constr type="h" for="ch" forName="wedge3" refType="h" fact="0.84"/>
              <dgm:constr type="l" for="ch" forName="wedge3Tx" refType="w" fact="0.62"/>
              <dgm:constr type="t" for="ch" forName="wedge3Tx" refType="h" fact="0.58"/>
              <dgm:constr type="w" for="ch" forName="wedge3Tx" refType="w" fact="0.22"/>
              <dgm:constr type="h" for="ch" forName="wedge3Tx" refType="h" fact="0.16"/>
              <dgm:constr type="l" for="ch" forName="wedge4" refType="w" fact="0.08"/>
              <dgm:constr type="t" for="ch" forName="wedge4" refType="h" fact="0.08"/>
              <dgm:constr type="w" for="ch" forName="wedge4" refType="w" fact="0.84"/>
              <dgm:constr type="h" for="ch" forName="wedge4" refType="h" fact="0.84"/>
              <dgm:constr type="l" for="ch" forName="wedge4Tx" refType="w" fact="0.3875"/>
              <dgm:constr type="t" for="ch" forName="wedge4Tx" refType="h" fact="0.74"/>
              <dgm:constr type="w" for="ch" forName="wedge4Tx" refType="w" fact="0.225"/>
              <dgm:constr type="h" for="ch" forName="wedge4Tx" refType="h" fact="0.16"/>
              <dgm:constr type="l" for="ch" forName="wedge5" refType="w" fact="0.08"/>
              <dgm:constr type="t" for="ch" forName="wedge5" refType="h" fact="0.08"/>
              <dgm:constr type="w" for="ch" forName="wedge5" refType="w" fact="0.84"/>
              <dgm:constr type="h" for="ch" forName="wedge5" refType="h" fact="0.84"/>
              <dgm:constr type="l" for="ch" forName="wedge5Tx" refType="w" fact="0.16"/>
              <dgm:constr type="t" for="ch" forName="wedge5Tx" refType="h" fact="0.58"/>
              <dgm:constr type="w" for="ch" forName="wedge5Tx" refType="w" fact="0.22"/>
              <dgm:constr type="h" for="ch" forName="wedge5Tx" refType="h" fact="0.16"/>
              <dgm:constr type="l" for="ch" forName="wedge6" refType="w" fact="0.08"/>
              <dgm:constr type="t" for="ch" forName="wedge6" refType="h" fact="0.08"/>
              <dgm:constr type="w" for="ch" forName="wedge6" refType="w" fact="0.84"/>
              <dgm:constr type="h" for="ch" forName="wedge6" refType="h" fact="0.84"/>
              <dgm:constr type="l" for="ch" forName="wedge6Tx" refType="w" fact="0.101"/>
              <dgm:constr type="t" for="ch" forName="wedge6Tx" refType="h" fact="0.38"/>
              <dgm:constr type="w" for="ch" forName="wedge6Tx" refType="w" fact="0.244"/>
              <dgm:constr type="h" for="ch" forName="wedge6Tx" refType="h" fact="0.155"/>
              <dgm:constr type="l" for="ch" forName="wedge7" refType="w" fact="0.08"/>
              <dgm:constr type="t" for="ch" forName="wedge7" refType="h" fact="0.08"/>
              <dgm:constr type="w" for="ch" forName="wedge7" refType="w" fact="0.84"/>
              <dgm:constr type="h" for="ch" forName="wedge7" refType="h" fact="0.84"/>
              <dgm:constr type="l" for="ch" forName="wedge7Tx" refType="w" fact="0.262"/>
              <dgm:constr type="t" for="ch" forName="wedge7Tx" refType="h" fact="0.16"/>
              <dgm:constr type="w" for="ch" forName="wedge7Tx" refType="w" fact="0.23"/>
              <dgm:constr type="h" for="ch" forName="wedge7Tx" refType="h" fact="0.145"/>
              <dgm:constr type="primFontSz" for="ch" ptType="node" op="equ"/>
            </dgm:constrLst>
          </dgm:if>
          <dgm:else name="Name22">
            <dgm:constrLst>
              <dgm:constr type="l" for="ch" forName="wedge1" refType="w" fact="0.08"/>
              <dgm:constr type="t" for="ch" forName="wedge1" refType="w" fact="0.08"/>
              <dgm:constr type="w" for="ch" forName="wedge1" refType="w" fact="0.84"/>
              <dgm:constr type="h" for="ch" forName="wedge1" refType="h" fact="0.84"/>
              <dgm:constr type="l" for="ch" forName="wedge1Tx" refType="w" fact="0.508"/>
              <dgm:constr type="t" for="ch" forName="wedge1Tx" refType="h" fact="0.16"/>
              <dgm:constr type="w" for="ch" forName="wedge1Tx" refType="w" fact="0.23"/>
              <dgm:constr type="h" for="ch" forName="wedge1Tx" refType="h" fact="0.145"/>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38"/>
              <dgm:constr type="w" for="ch" forName="wedge2Tx" refType="w" fact="0.244"/>
              <dgm:constr type="h" for="ch" forName="wedge2Tx" refType="h" fact="0.155"/>
              <dgm:constr type="l" for="ch" forName="wedge3" refType="w" fact="0.08"/>
              <dgm:constr type="t" for="ch" forName="wedge3" refType="w" fact="0.08"/>
              <dgm:constr type="w" for="ch" forName="wedge3" refType="w" fact="0.84"/>
              <dgm:constr type="h" for="ch" forName="wedge3" refType="h" fact="0.84"/>
              <dgm:constr type="l" for="ch" forName="wedge3Tx" refType="w" fact="0.62"/>
              <dgm:constr type="t" for="ch" forName="wedge3Tx" refType="h" fact="0.58"/>
              <dgm:constr type="w" for="ch" forName="wedge3Tx" refType="w" fact="0.22"/>
              <dgm:constr type="h" for="ch" forName="wedge3Tx" refType="h" fact="0.16"/>
              <dgm:constr type="l" for="ch" forName="wedge4" refType="w" fact="0.08"/>
              <dgm:constr type="t" for="ch" forName="wedge4" refType="h" fact="0.08"/>
              <dgm:constr type="w" for="ch" forName="wedge4" refType="w" fact="0.84"/>
              <dgm:constr type="h" for="ch" forName="wedge4" refType="h" fact="0.84"/>
              <dgm:constr type="l" for="ch" forName="wedge4Tx" refType="w" fact="0.3875"/>
              <dgm:constr type="t" for="ch" forName="wedge4Tx" refType="h" fact="0.74"/>
              <dgm:constr type="w" for="ch" forName="wedge4Tx" refType="w" fact="0.225"/>
              <dgm:constr type="h" for="ch" forName="wedge4Tx" refType="h" fact="0.16"/>
              <dgm:constr type="l" for="ch" forName="wedge5" refType="w" fact="0.08"/>
              <dgm:constr type="t" for="ch" forName="wedge5" refType="h" fact="0.08"/>
              <dgm:constr type="w" for="ch" forName="wedge5" refType="w" fact="0.84"/>
              <dgm:constr type="h" for="ch" forName="wedge5" refType="h" fact="0.84"/>
              <dgm:constr type="l" for="ch" forName="wedge5Tx" refType="w" fact="0.16"/>
              <dgm:constr type="t" for="ch" forName="wedge5Tx" refType="h" fact="0.58"/>
              <dgm:constr type="w" for="ch" forName="wedge5Tx" refType="w" fact="0.22"/>
              <dgm:constr type="h" for="ch" forName="wedge5Tx" refType="h" fact="0.16"/>
              <dgm:constr type="l" for="ch" forName="wedge6" refType="w" fact="0.08"/>
              <dgm:constr type="t" for="ch" forName="wedge6" refType="h" fact="0.08"/>
              <dgm:constr type="w" for="ch" forName="wedge6" refType="w" fact="0.84"/>
              <dgm:constr type="h" for="ch" forName="wedge6" refType="h" fact="0.84"/>
              <dgm:constr type="l" for="ch" forName="wedge6Tx" refType="w" fact="0.101"/>
              <dgm:constr type="t" for="ch" forName="wedge6Tx" refType="h" fact="0.38"/>
              <dgm:constr type="w" for="ch" forName="wedge6Tx" refType="w" fact="0.244"/>
              <dgm:constr type="h" for="ch" forName="wedge6Tx" refType="h" fact="0.155"/>
              <dgm:constr type="l" for="ch" forName="wedge7" refType="w" fact="0.0583"/>
              <dgm:constr type="t" for="ch" forName="wedge7" refType="h" fact="0.035"/>
              <dgm:constr type="w" for="ch" forName="wedge7" refType="w" fact="0.84"/>
              <dgm:constr type="h" for="ch" forName="wedge7" refType="h" fact="0.84"/>
              <dgm:constr type="l" for="ch" forName="wedge7Tx" refType="w" fact="0.2403"/>
              <dgm:constr type="t" for="ch" forName="wedge7Tx" refType="h" fact="0.115"/>
              <dgm:constr type="w" for="ch" forName="wedge7Tx" refType="w" fact="0.23"/>
              <dgm:constr type="h" for="ch" forName="wedge7Tx" refType="h" fact="0.145"/>
              <dgm:constr type="primFontSz" for="ch" ptType="node" op="equ"/>
            </dgm:constrLst>
          </dgm:else>
        </dgm:choose>
      </dgm:else>
    </dgm:choose>
    <dgm:ruleLst/>
    <dgm:choose name="Name23">
      <dgm:if name="Name24" axis="ch" ptType="node" func="cnt" op="gte" val="1">
        <dgm:layoutNode name="wedge1">
          <dgm:alg type="sp"/>
          <dgm:choose name="Name25">
            <dgm:if name="Name26" axis="ch" ptType="node" func="cnt" op="equ" val="1">
              <dgm:shape xmlns:r="http://schemas.openxmlformats.org/officeDocument/2006/relationships" type="ellipse" r:blip="">
                <dgm:adjLst/>
              </dgm:shape>
            </dgm:if>
            <dgm:if name="Name27" axis="ch" ptType="node" func="cnt" op="equ" val="2">
              <dgm:shape xmlns:r="http://schemas.openxmlformats.org/officeDocument/2006/relationships" type="pie" r:blip="">
                <dgm:adjLst>
                  <dgm:adj idx="1" val="270"/>
                  <dgm:adj idx="2" val="90"/>
                </dgm:adjLst>
              </dgm:shape>
            </dgm:if>
            <dgm:if name="Name28" axis="ch" ptType="node" func="cnt" op="equ" val="3">
              <dgm:shape xmlns:r="http://schemas.openxmlformats.org/officeDocument/2006/relationships" type="pie" r:blip="">
                <dgm:adjLst>
                  <dgm:adj idx="1" val="270"/>
                  <dgm:adj idx="2" val="30"/>
                </dgm:adjLst>
              </dgm:shape>
            </dgm:if>
            <dgm:if name="Name29" axis="ch" ptType="node" func="cnt" op="equ" val="4">
              <dgm:shape xmlns:r="http://schemas.openxmlformats.org/officeDocument/2006/relationships" type="pie" r:blip="">
                <dgm:adjLst>
                  <dgm:adj idx="1" val="270"/>
                  <dgm:adj idx="2" val="0"/>
                </dgm:adjLst>
              </dgm:shape>
            </dgm:if>
            <dgm:if name="Name30" axis="ch" ptType="node" func="cnt" op="equ" val="5">
              <dgm:shape xmlns:r="http://schemas.openxmlformats.org/officeDocument/2006/relationships" type="pie" r:blip="">
                <dgm:adjLst>
                  <dgm:adj idx="1" val="270"/>
                  <dgm:adj idx="2" val="342"/>
                </dgm:adjLst>
              </dgm:shape>
            </dgm:if>
            <dgm:if name="Name31" axis="ch" ptType="node" func="cnt" op="equ" val="6">
              <dgm:shape xmlns:r="http://schemas.openxmlformats.org/officeDocument/2006/relationships" type="pie" r:blip="">
                <dgm:adjLst>
                  <dgm:adj idx="1" val="270"/>
                  <dgm:adj idx="2" val="330"/>
                </dgm:adjLst>
              </dgm:shape>
            </dgm:if>
            <dgm:else name="Name32">
              <dgm:shape xmlns:r="http://schemas.openxmlformats.org/officeDocument/2006/relationships" type="pie" r:blip="">
                <dgm:adjLst>
                  <dgm:adj idx="1" val="270"/>
                  <dgm:adj idx="2" val="321.4286"/>
                </dgm:adjLst>
              </dgm:shape>
            </dgm:else>
          </dgm:choose>
          <dgm:choose name="Name33">
            <dgm:if name="Name34" func="var" arg="dir" op="equ" val="norm">
              <dgm:presOf axis="ch desOrSelf" ptType="node node" st="1 1" cnt="1 0"/>
            </dgm:if>
            <dgm:else name="Name35">
              <dgm:choose name="Name36">
                <dgm:if name="Name37" axis="ch" ptType="node" func="cnt" op="equ" val="1">
                  <dgm:presOf axis="ch desOrSelf" ptType="node node" st="1 1" cnt="1 0"/>
                </dgm:if>
                <dgm:if name="Name38" axis="ch" ptType="node" func="cnt" op="equ" val="2">
                  <dgm:presOf axis="ch desOrSelf" ptType="node node" st="2 1" cnt="1 0"/>
                </dgm:if>
                <dgm:if name="Name39" axis="ch" ptType="node" func="cnt" op="equ" val="3">
                  <dgm:presOf axis="ch desOrSelf" ptType="node node" st="3 1" cnt="1 0"/>
                </dgm:if>
                <dgm:if name="Name40" axis="ch" ptType="node" func="cnt" op="equ" val="4">
                  <dgm:presOf axis="ch desOrSelf" ptType="node node" st="4 1" cnt="1 0"/>
                </dgm:if>
                <dgm:if name="Name41" axis="ch" ptType="node" func="cnt" op="equ" val="5">
                  <dgm:presOf axis="ch desOrSelf" ptType="node node" st="5 1" cnt="1 0"/>
                </dgm:if>
                <dgm:if name="Name42" axis="ch" ptType="node" func="cnt" op="equ" val="6">
                  <dgm:presOf axis="ch desOrSelf" ptType="node node" st="6 1" cnt="1 0"/>
                </dgm:if>
                <dgm:else name="Name43">
                  <dgm:presOf axis="ch desOrSelf" ptType="node node" st="7 1" cnt="1 0"/>
                </dgm:else>
              </dgm:choose>
            </dgm:else>
          </dgm:choose>
          <dgm:constrLst/>
          <dgm:ruleLst/>
        </dgm:layoutNode>
        <dgm:layoutNode name="wedge1Tx" moveWith="wedge1">
          <dgm:varLst>
            <dgm:chMax val="0"/>
            <dgm:chPref val="0"/>
            <dgm:bulletEnabled val="1"/>
          </dgm:varLst>
          <dgm:alg type="tx"/>
          <dgm:shape xmlns:r="http://schemas.openxmlformats.org/officeDocument/2006/relationships" type="rect" r:blip="" hideGeom="1">
            <dgm:adjLst/>
          </dgm:shape>
          <dgm:choose name="Name44">
            <dgm:if name="Name45" func="var" arg="dir" op="equ" val="norm">
              <dgm:presOf axis="ch desOrSelf" ptType="node node" st="1 1" cnt="1 0"/>
            </dgm:if>
            <dgm:else name="Name46">
              <dgm:choose name="Name47">
                <dgm:if name="Name48" axis="ch" ptType="node" func="cnt" op="equ" val="1">
                  <dgm:presOf axis="ch desOrSelf" ptType="node node" st="1 1" cnt="1 0"/>
                </dgm:if>
                <dgm:if name="Name49" axis="ch" ptType="node" func="cnt" op="equ" val="2">
                  <dgm:presOf axis="ch desOrSelf" ptType="node node" st="2 1" cnt="1 0"/>
                </dgm:if>
                <dgm:if name="Name50" axis="ch" ptType="node" func="cnt" op="equ" val="3">
                  <dgm:presOf axis="ch desOrSelf" ptType="node node" st="3 1" cnt="1 0"/>
                </dgm:if>
                <dgm:if name="Name51" axis="ch" ptType="node" func="cnt" op="equ" val="4">
                  <dgm:presOf axis="ch desOrSelf" ptType="node node" st="4 1" cnt="1 0"/>
                </dgm:if>
                <dgm:if name="Name52" axis="ch" ptType="node" func="cnt" op="equ" val="5">
                  <dgm:presOf axis="ch desOrSelf" ptType="node node" st="5 1" cnt="1 0"/>
                </dgm:if>
                <dgm:if name="Name53" axis="ch" ptType="node" func="cnt" op="equ" val="6">
                  <dgm:presOf axis="ch desOrSelf" ptType="node node" st="6 1" cnt="1 0"/>
                </dgm:if>
                <dgm:else name="Name54">
                  <dgm:presOf axis="ch desOrSelf" ptType="node node" st="7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55"/>
    </dgm:choose>
    <dgm:choose name="Name56">
      <dgm:if name="Name57" axis="ch" ptType="node" func="cnt" op="gte" val="2">
        <dgm:layoutNode name="wedge2">
          <dgm:alg type="sp"/>
          <dgm:choose name="Name58">
            <dgm:if name="Name59" axis="ch" ptType="node" func="cnt" op="equ" val="2">
              <dgm:shape xmlns:r="http://schemas.openxmlformats.org/officeDocument/2006/relationships" type="pie" r:blip="">
                <dgm:adjLst>
                  <dgm:adj idx="1" val="90"/>
                  <dgm:adj idx="2" val="270"/>
                </dgm:adjLst>
              </dgm:shape>
            </dgm:if>
            <dgm:if name="Name60" axis="ch" ptType="node" func="cnt" op="equ" val="3">
              <dgm:shape xmlns:r="http://schemas.openxmlformats.org/officeDocument/2006/relationships" type="pie" r:blip="">
                <dgm:adjLst>
                  <dgm:adj idx="1" val="30"/>
                  <dgm:adj idx="2" val="150"/>
                </dgm:adjLst>
              </dgm:shape>
            </dgm:if>
            <dgm:if name="Name61" axis="ch" ptType="node" func="cnt" op="equ" val="4">
              <dgm:shape xmlns:r="http://schemas.openxmlformats.org/officeDocument/2006/relationships" type="pie" r:blip="">
                <dgm:adjLst>
                  <dgm:adj idx="1" val="0"/>
                  <dgm:adj idx="2" val="90"/>
                </dgm:adjLst>
              </dgm:shape>
            </dgm:if>
            <dgm:if name="Name62" axis="ch" ptType="node" func="cnt" op="equ" val="5">
              <dgm:shape xmlns:r="http://schemas.openxmlformats.org/officeDocument/2006/relationships" type="pie" r:blip="">
                <dgm:adjLst>
                  <dgm:adj idx="1" val="342"/>
                  <dgm:adj idx="2" val="54"/>
                </dgm:adjLst>
              </dgm:shape>
            </dgm:if>
            <dgm:if name="Name63" axis="ch" ptType="node" func="cnt" op="equ" val="6">
              <dgm:shape xmlns:r="http://schemas.openxmlformats.org/officeDocument/2006/relationships" type="pie" r:blip="">
                <dgm:adjLst>
                  <dgm:adj idx="1" val="330"/>
                  <dgm:adj idx="2" val="30"/>
                </dgm:adjLst>
              </dgm:shape>
            </dgm:if>
            <dgm:else name="Name64">
              <dgm:shape xmlns:r="http://schemas.openxmlformats.org/officeDocument/2006/relationships" type="pie" r:blip="">
                <dgm:adjLst>
                  <dgm:adj idx="1" val="321.4286"/>
                  <dgm:adj idx="2" val="12.85714"/>
                </dgm:adjLst>
              </dgm:shape>
            </dgm:else>
          </dgm:choose>
          <dgm:choose name="Name65">
            <dgm:if name="Name66" func="var" arg="dir" op="equ" val="norm">
              <dgm:presOf axis="ch desOrSelf" ptType="node node" st="2 1" cnt="1 0"/>
            </dgm:if>
            <dgm:else name="Name67">
              <dgm:choose name="Name68">
                <dgm:if name="Name69" axis="ch" ptType="node" func="cnt" op="equ" val="2">
                  <dgm:presOf axis="ch desOrSelf" ptType="node node" st="1 1" cnt="1 0"/>
                </dgm:if>
                <dgm:if name="Name70" axis="ch" ptType="node" func="cnt" op="equ" val="3">
                  <dgm:presOf axis="ch desOrSelf" ptType="node node" st="2 1" cnt="1 0"/>
                </dgm:if>
                <dgm:if name="Name71" axis="ch" ptType="node" func="cnt" op="equ" val="4">
                  <dgm:presOf axis="ch desOrSelf" ptType="node node" st="3 1" cnt="1 0"/>
                </dgm:if>
                <dgm:if name="Name72" axis="ch" ptType="node" func="cnt" op="equ" val="5">
                  <dgm:presOf axis="ch desOrSelf" ptType="node node" st="4 1" cnt="1 0"/>
                </dgm:if>
                <dgm:if name="Name73" axis="ch" ptType="node" func="cnt" op="equ" val="6">
                  <dgm:presOf axis="ch desOrSelf" ptType="node node" st="5 1" cnt="1 0"/>
                </dgm:if>
                <dgm:else name="Name74">
                  <dgm:presOf axis="ch desOrSelf" ptType="node node" st="6 1" cnt="1 0"/>
                </dgm:else>
              </dgm:choose>
            </dgm:else>
          </dgm:choose>
          <dgm:constrLst/>
          <dgm:ruleLst/>
        </dgm:layoutNode>
        <dgm:layoutNode name="wedge2Tx" moveWith="wedge2">
          <dgm:varLst>
            <dgm:chMax val="0"/>
            <dgm:chPref val="0"/>
            <dgm:bulletEnabled val="1"/>
          </dgm:varLst>
          <dgm:alg type="tx"/>
          <dgm:shape xmlns:r="http://schemas.openxmlformats.org/officeDocument/2006/relationships" type="rect" r:blip="" hideGeom="1">
            <dgm:adjLst/>
          </dgm:shape>
          <dgm:choose name="Name75">
            <dgm:if name="Name76" func="var" arg="dir" op="equ" val="norm">
              <dgm:presOf axis="ch desOrSelf" ptType="node node" st="2 1" cnt="1 0"/>
            </dgm:if>
            <dgm:else name="Name77">
              <dgm:choose name="Name78">
                <dgm:if name="Name79" axis="ch" ptType="node" func="cnt" op="equ" val="2">
                  <dgm:presOf axis="ch desOrSelf" ptType="node node" st="1 1" cnt="1 0"/>
                </dgm:if>
                <dgm:if name="Name80" axis="ch" ptType="node" func="cnt" op="equ" val="3">
                  <dgm:presOf axis="ch desOrSelf" ptType="node node" st="2 1" cnt="1 0"/>
                </dgm:if>
                <dgm:if name="Name81" axis="ch" ptType="node" func="cnt" op="equ" val="4">
                  <dgm:presOf axis="ch desOrSelf" ptType="node node" st="3 1" cnt="1 0"/>
                </dgm:if>
                <dgm:if name="Name82" axis="ch" ptType="node" func="cnt" op="equ" val="5">
                  <dgm:presOf axis="ch desOrSelf" ptType="node node" st="4 1" cnt="1 0"/>
                </dgm:if>
                <dgm:if name="Name83" axis="ch" ptType="node" func="cnt" op="equ" val="6">
                  <dgm:presOf axis="ch desOrSelf" ptType="node node" st="5 1" cnt="1 0"/>
                </dgm:if>
                <dgm:else name="Name84">
                  <dgm:presOf axis="ch desOrSelf" ptType="node node" st="6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85"/>
    </dgm:choose>
    <dgm:choose name="Name86">
      <dgm:if name="Name87" axis="ch" ptType="node" func="cnt" op="gte" val="3">
        <dgm:layoutNode name="wedge3">
          <dgm:alg type="sp"/>
          <dgm:choose name="Name88">
            <dgm:if name="Name89" axis="ch" ptType="node" func="cnt" op="equ" val="3">
              <dgm:shape xmlns:r="http://schemas.openxmlformats.org/officeDocument/2006/relationships" type="pie" r:blip="">
                <dgm:adjLst>
                  <dgm:adj idx="1" val="150"/>
                  <dgm:adj idx="2" val="270"/>
                </dgm:adjLst>
              </dgm:shape>
            </dgm:if>
            <dgm:if name="Name90" axis="ch" ptType="node" func="cnt" op="equ" val="4">
              <dgm:shape xmlns:r="http://schemas.openxmlformats.org/officeDocument/2006/relationships" type="pie" r:blip="">
                <dgm:adjLst>
                  <dgm:adj idx="1" val="90"/>
                  <dgm:adj idx="2" val="180"/>
                </dgm:adjLst>
              </dgm:shape>
            </dgm:if>
            <dgm:if name="Name91" axis="ch" ptType="node" func="cnt" op="equ" val="5">
              <dgm:shape xmlns:r="http://schemas.openxmlformats.org/officeDocument/2006/relationships" type="pie" r:blip="">
                <dgm:adjLst>
                  <dgm:adj idx="1" val="54"/>
                  <dgm:adj idx="2" val="126"/>
                </dgm:adjLst>
              </dgm:shape>
            </dgm:if>
            <dgm:if name="Name92" axis="ch" ptType="node" func="cnt" op="equ" val="6">
              <dgm:shape xmlns:r="http://schemas.openxmlformats.org/officeDocument/2006/relationships" type="pie" r:blip="">
                <dgm:adjLst>
                  <dgm:adj idx="1" val="30"/>
                  <dgm:adj idx="2" val="90"/>
                </dgm:adjLst>
              </dgm:shape>
            </dgm:if>
            <dgm:else name="Name93">
              <dgm:shape xmlns:r="http://schemas.openxmlformats.org/officeDocument/2006/relationships" type="pie" r:blip="">
                <dgm:adjLst>
                  <dgm:adj idx="1" val="12.85714"/>
                  <dgm:adj idx="2" val="64.28571"/>
                </dgm:adjLst>
              </dgm:shape>
            </dgm:else>
          </dgm:choose>
          <dgm:choose name="Name94">
            <dgm:if name="Name95" func="var" arg="dir" op="equ" val="norm">
              <dgm:presOf axis="ch desOrSelf" ptType="node node" st="3 1" cnt="1 0"/>
            </dgm:if>
            <dgm:else name="Name96">
              <dgm:choose name="Name97">
                <dgm:if name="Name98" axis="ch" ptType="node" func="cnt" op="equ" val="3">
                  <dgm:presOf axis="ch desOrSelf" ptType="node node" st="1 1" cnt="1 0"/>
                </dgm:if>
                <dgm:if name="Name99" axis="ch" ptType="node" func="cnt" op="equ" val="4">
                  <dgm:presOf axis="ch desOrSelf" ptType="node node" st="2 1" cnt="1 0"/>
                </dgm:if>
                <dgm:if name="Name100" axis="ch" ptType="node" func="cnt" op="equ" val="5">
                  <dgm:presOf axis="ch desOrSelf" ptType="node node" st="3 1" cnt="1 0"/>
                </dgm:if>
                <dgm:if name="Name101" axis="ch" ptType="node" func="cnt" op="equ" val="6">
                  <dgm:presOf axis="ch desOrSelf" ptType="node node" st="4 1" cnt="1 0"/>
                </dgm:if>
                <dgm:else name="Name102">
                  <dgm:presOf axis="ch desOrSelf" ptType="node node" st="5 1" cnt="1 0"/>
                </dgm:else>
              </dgm:choose>
            </dgm:else>
          </dgm:choose>
          <dgm:constrLst/>
          <dgm:ruleLst/>
        </dgm:layoutNode>
        <dgm:layoutNode name="wedge3Tx" moveWith="wedge3">
          <dgm:varLst>
            <dgm:chMax val="0"/>
            <dgm:chPref val="0"/>
            <dgm:bulletEnabled val="1"/>
          </dgm:varLst>
          <dgm:alg type="tx"/>
          <dgm:shape xmlns:r="http://schemas.openxmlformats.org/officeDocument/2006/relationships" type="rect" r:blip="" hideGeom="1">
            <dgm:adjLst/>
          </dgm:shape>
          <dgm:choose name="Name103">
            <dgm:if name="Name104" func="var" arg="dir" op="equ" val="norm">
              <dgm:presOf axis="ch desOrSelf" ptType="node node" st="3 1" cnt="1 0"/>
            </dgm:if>
            <dgm:else name="Name105">
              <dgm:choose name="Name106">
                <dgm:if name="Name107" axis="ch" ptType="node" func="cnt" op="equ" val="3">
                  <dgm:presOf axis="ch desOrSelf" ptType="node node" st="1 1" cnt="1 0"/>
                </dgm:if>
                <dgm:if name="Name108" axis="ch" ptType="node" func="cnt" op="equ" val="4">
                  <dgm:presOf axis="ch desOrSelf" ptType="node node" st="2 1" cnt="1 0"/>
                </dgm:if>
                <dgm:if name="Name109" axis="ch" ptType="node" func="cnt" op="equ" val="5">
                  <dgm:presOf axis="ch desOrSelf" ptType="node node" st="3 1" cnt="1 0"/>
                </dgm:if>
                <dgm:if name="Name110" axis="ch" ptType="node" func="cnt" op="equ" val="6">
                  <dgm:presOf axis="ch desOrSelf" ptType="node node" st="4 1" cnt="1 0"/>
                </dgm:if>
                <dgm:else name="Name111">
                  <dgm:presOf axis="ch desOrSelf" ptType="node node" st="5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12"/>
    </dgm:choose>
    <dgm:choose name="Name113">
      <dgm:if name="Name114" axis="ch" ptType="node" func="cnt" op="gte" val="4">
        <dgm:layoutNode name="wedge4">
          <dgm:alg type="sp"/>
          <dgm:choose name="Name115">
            <dgm:if name="Name116" axis="ch" ptType="node" func="cnt" op="equ" val="4">
              <dgm:shape xmlns:r="http://schemas.openxmlformats.org/officeDocument/2006/relationships" type="pie" r:blip="">
                <dgm:adjLst>
                  <dgm:adj idx="1" val="180"/>
                  <dgm:adj idx="2" val="270"/>
                </dgm:adjLst>
              </dgm:shape>
            </dgm:if>
            <dgm:if name="Name117" axis="ch" ptType="node" func="cnt" op="equ" val="5">
              <dgm:shape xmlns:r="http://schemas.openxmlformats.org/officeDocument/2006/relationships" type="pie" r:blip="">
                <dgm:adjLst>
                  <dgm:adj idx="1" val="126"/>
                  <dgm:adj idx="2" val="198"/>
                </dgm:adjLst>
              </dgm:shape>
            </dgm:if>
            <dgm:if name="Name118" axis="ch" ptType="node" func="cnt" op="equ" val="6">
              <dgm:shape xmlns:r="http://schemas.openxmlformats.org/officeDocument/2006/relationships" type="pie" r:blip="">
                <dgm:adjLst>
                  <dgm:adj idx="1" val="90"/>
                  <dgm:adj idx="2" val="150"/>
                </dgm:adjLst>
              </dgm:shape>
            </dgm:if>
            <dgm:else name="Name119">
              <dgm:shape xmlns:r="http://schemas.openxmlformats.org/officeDocument/2006/relationships" type="pie" r:blip="">
                <dgm:adjLst>
                  <dgm:adj idx="1" val="64.2871"/>
                  <dgm:adj idx="2" val="115.7143"/>
                </dgm:adjLst>
              </dgm:shape>
            </dgm:else>
          </dgm:choose>
          <dgm:choose name="Name120">
            <dgm:if name="Name121" func="var" arg="dir" op="equ" val="norm">
              <dgm:presOf axis="ch desOrSelf" ptType="node node" st="4 1" cnt="1 0"/>
            </dgm:if>
            <dgm:else name="Name122">
              <dgm:choose name="Name123">
                <dgm:if name="Name124" axis="ch" ptType="node" func="cnt" op="equ" val="4">
                  <dgm:presOf axis="ch desOrSelf" ptType="node node" st="1 1" cnt="1 0"/>
                </dgm:if>
                <dgm:if name="Name125" axis="ch" ptType="node" func="cnt" op="equ" val="5">
                  <dgm:presOf axis="ch desOrSelf" ptType="node node" st="2 1" cnt="1 0"/>
                </dgm:if>
                <dgm:if name="Name126" axis="ch" ptType="node" func="cnt" op="equ" val="6">
                  <dgm:presOf axis="ch desOrSelf" ptType="node node" st="3 1" cnt="1 0"/>
                </dgm:if>
                <dgm:else name="Name127">
                  <dgm:presOf axis="ch desOrSelf" ptType="node node" st="4 1" cnt="1 0"/>
                </dgm:else>
              </dgm:choose>
            </dgm:else>
          </dgm:choose>
          <dgm:constrLst/>
          <dgm:ruleLst/>
        </dgm:layoutNode>
        <dgm:layoutNode name="wedge4Tx" moveWith="wedge4">
          <dgm:varLst>
            <dgm:chMax val="0"/>
            <dgm:chPref val="0"/>
            <dgm:bulletEnabled val="1"/>
          </dgm:varLst>
          <dgm:alg type="tx"/>
          <dgm:shape xmlns:r="http://schemas.openxmlformats.org/officeDocument/2006/relationships" type="rect" r:blip="" hideGeom="1">
            <dgm:adjLst/>
          </dgm:shape>
          <dgm:choose name="Name128">
            <dgm:if name="Name129" func="var" arg="dir" op="equ" val="norm">
              <dgm:presOf axis="ch desOrSelf" ptType="node node" st="4 1" cnt="1 0"/>
            </dgm:if>
            <dgm:else name="Name130">
              <dgm:choose name="Name131">
                <dgm:if name="Name132" axis="ch" ptType="node" func="cnt" op="equ" val="4">
                  <dgm:presOf axis="ch desOrSelf" ptType="node node" st="1 1" cnt="1 0"/>
                </dgm:if>
                <dgm:if name="Name133" axis="ch" ptType="node" func="cnt" op="equ" val="5">
                  <dgm:presOf axis="ch desOrSelf" ptType="node node" st="2 1" cnt="1 0"/>
                </dgm:if>
                <dgm:if name="Name134" axis="ch" ptType="node" func="cnt" op="equ" val="6">
                  <dgm:presOf axis="ch desOrSelf" ptType="node node" st="3 1" cnt="1 0"/>
                </dgm:if>
                <dgm:else name="Name135">
                  <dgm:presOf axis="ch desOrSelf" ptType="node node" st="4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36"/>
    </dgm:choose>
    <dgm:choose name="Name137">
      <dgm:if name="Name138" axis="ch" ptType="node" func="cnt" op="gte" val="5">
        <dgm:layoutNode name="wedge5">
          <dgm:alg type="sp"/>
          <dgm:choose name="Name139">
            <dgm:if name="Name140" axis="ch" ptType="node" func="cnt" op="equ" val="5">
              <dgm:shape xmlns:r="http://schemas.openxmlformats.org/officeDocument/2006/relationships" type="pie" r:blip="">
                <dgm:adjLst>
                  <dgm:adj idx="1" val="198"/>
                  <dgm:adj idx="2" val="270"/>
                </dgm:adjLst>
              </dgm:shape>
            </dgm:if>
            <dgm:if name="Name141" axis="ch" ptType="node" func="cnt" op="equ" val="6">
              <dgm:shape xmlns:r="http://schemas.openxmlformats.org/officeDocument/2006/relationships" type="pie" r:blip="">
                <dgm:adjLst>
                  <dgm:adj idx="1" val="150"/>
                  <dgm:adj idx="2" val="210"/>
                </dgm:adjLst>
              </dgm:shape>
            </dgm:if>
            <dgm:else name="Name142">
              <dgm:shape xmlns:r="http://schemas.openxmlformats.org/officeDocument/2006/relationships" type="pie" r:blip="">
                <dgm:adjLst>
                  <dgm:adj idx="1" val="115.7143"/>
                  <dgm:adj idx="2" val="167.1429"/>
                </dgm:adjLst>
              </dgm:shape>
            </dgm:else>
          </dgm:choose>
          <dgm:choose name="Name143">
            <dgm:if name="Name144" func="var" arg="dir" op="equ" val="norm">
              <dgm:presOf axis="ch desOrSelf" ptType="node node" st="5 1" cnt="1 0"/>
            </dgm:if>
            <dgm:else name="Name145">
              <dgm:choose name="Name146">
                <dgm:if name="Name147" axis="ch" ptType="node" func="cnt" op="equ" val="5">
                  <dgm:presOf axis="ch desOrSelf" ptType="node node" st="1 1" cnt="1 0"/>
                </dgm:if>
                <dgm:if name="Name148" axis="ch" ptType="node" func="cnt" op="equ" val="6">
                  <dgm:presOf axis="ch desOrSelf" ptType="node node" st="2 1" cnt="1 0"/>
                </dgm:if>
                <dgm:else name="Name149">
                  <dgm:presOf axis="ch desOrSelf" ptType="node node" st="3 1" cnt="1 0"/>
                </dgm:else>
              </dgm:choose>
            </dgm:else>
          </dgm:choose>
          <dgm:constrLst/>
          <dgm:ruleLst/>
        </dgm:layoutNode>
        <dgm:layoutNode name="wedge5Tx" moveWith="wedge5">
          <dgm:varLst>
            <dgm:chMax val="0"/>
            <dgm:chPref val="0"/>
            <dgm:bulletEnabled val="1"/>
          </dgm:varLst>
          <dgm:alg type="tx"/>
          <dgm:shape xmlns:r="http://schemas.openxmlformats.org/officeDocument/2006/relationships" type="rect" r:blip="" hideGeom="1">
            <dgm:adjLst/>
          </dgm:shape>
          <dgm:choose name="Name150">
            <dgm:if name="Name151" func="var" arg="dir" op="equ" val="norm">
              <dgm:presOf axis="ch desOrSelf" ptType="node node" st="5 1" cnt="1 0"/>
            </dgm:if>
            <dgm:else name="Name152">
              <dgm:choose name="Name153">
                <dgm:if name="Name154" axis="ch" ptType="node" func="cnt" op="equ" val="5">
                  <dgm:presOf axis="ch desOrSelf" ptType="node node" st="1 1" cnt="1 0"/>
                </dgm:if>
                <dgm:if name="Name155" axis="ch" ptType="node" func="cnt" op="equ" val="6">
                  <dgm:presOf axis="ch desOrSelf" ptType="node node" st="2 1" cnt="1 0"/>
                </dgm:if>
                <dgm:else name="Name156">
                  <dgm:presOf axis="ch desOrSelf" ptType="node node" st="3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57"/>
    </dgm:choose>
    <dgm:choose name="Name158">
      <dgm:if name="Name159" axis="ch" ptType="node" func="cnt" op="gte" val="6">
        <dgm:layoutNode name="wedge6">
          <dgm:alg type="sp"/>
          <dgm:choose name="Name160">
            <dgm:if name="Name161" axis="ch" ptType="node" func="cnt" op="equ" val="6">
              <dgm:shape xmlns:r="http://schemas.openxmlformats.org/officeDocument/2006/relationships" type="pie" r:blip="">
                <dgm:adjLst>
                  <dgm:adj idx="1" val="210"/>
                  <dgm:adj idx="2" val="270"/>
                </dgm:adjLst>
              </dgm:shape>
            </dgm:if>
            <dgm:else name="Name162">
              <dgm:shape xmlns:r="http://schemas.openxmlformats.org/officeDocument/2006/relationships" type="pie" r:blip="">
                <dgm:adjLst>
                  <dgm:adj idx="1" val="167.1429"/>
                  <dgm:adj idx="2" val="218.5714"/>
                </dgm:adjLst>
              </dgm:shape>
            </dgm:else>
          </dgm:choose>
          <dgm:choose name="Name163">
            <dgm:if name="Name164" func="var" arg="dir" op="equ" val="norm">
              <dgm:presOf axis="ch desOrSelf" ptType="node node" st="6 1" cnt="1 0"/>
            </dgm:if>
            <dgm:else name="Name165">
              <dgm:choose name="Name166">
                <dgm:if name="Name167" axis="ch" ptType="node" func="cnt" op="equ" val="6">
                  <dgm:presOf axis="ch desOrSelf" ptType="node node" st="1 1" cnt="1 0"/>
                </dgm:if>
                <dgm:else name="Name168">
                  <dgm:presOf axis="ch desOrSelf" ptType="node node" st="2 1" cnt="1 0"/>
                </dgm:else>
              </dgm:choose>
            </dgm:else>
          </dgm:choose>
          <dgm:constrLst/>
          <dgm:ruleLst/>
        </dgm:layoutNode>
        <dgm:layoutNode name="wedge6Tx" moveWith="wedge6">
          <dgm:varLst>
            <dgm:chMax val="0"/>
            <dgm:chPref val="0"/>
            <dgm:bulletEnabled val="1"/>
          </dgm:varLst>
          <dgm:alg type="tx"/>
          <dgm:shape xmlns:r="http://schemas.openxmlformats.org/officeDocument/2006/relationships" type="rect" r:blip="" hideGeom="1">
            <dgm:adjLst/>
          </dgm:shape>
          <dgm:choose name="Name169">
            <dgm:if name="Name170" func="var" arg="dir" op="equ" val="norm">
              <dgm:presOf axis="ch desOrSelf" ptType="node node" st="6 1" cnt="1 0"/>
            </dgm:if>
            <dgm:else name="Name171">
              <dgm:choose name="Name172">
                <dgm:if name="Name173" axis="ch" ptType="node" func="cnt" op="equ" val="6">
                  <dgm:presOf axis="ch desOrSelf" ptType="node node" st="1 1" cnt="1 0"/>
                </dgm:if>
                <dgm:else name="Name174">
                  <dgm:presOf axis="ch desOrSelf" ptType="node node" st="2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75"/>
    </dgm:choose>
    <dgm:choose name="Name176">
      <dgm:if name="Name177" axis="ch" ptType="node" func="cnt" op="gte" val="7">
        <dgm:layoutNode name="wedge7">
          <dgm:alg type="sp"/>
          <dgm:shape xmlns:r="http://schemas.openxmlformats.org/officeDocument/2006/relationships" type="pie" r:blip="">
            <dgm:adjLst>
              <dgm:adj idx="1" val="218.5714"/>
              <dgm:adj idx="2" val="270"/>
            </dgm:adjLst>
          </dgm:shape>
          <dgm:choose name="Name178">
            <dgm:if name="Name179" func="var" arg="dir" op="equ" val="norm">
              <dgm:presOf axis="ch desOrSelf" ptType="node node" st="7 1" cnt="1 0"/>
            </dgm:if>
            <dgm:else name="Name180">
              <dgm:presOf axis="ch desOrSelf" ptType="node node" st="1 1" cnt="1 0"/>
            </dgm:else>
          </dgm:choose>
          <dgm:constrLst/>
          <dgm:ruleLst/>
        </dgm:layoutNode>
        <dgm:layoutNode name="wedge7Tx" moveWith="wedge7">
          <dgm:varLst>
            <dgm:chMax val="0"/>
            <dgm:chPref val="0"/>
            <dgm:bulletEnabled val="1"/>
          </dgm:varLst>
          <dgm:alg type="tx"/>
          <dgm:shape xmlns:r="http://schemas.openxmlformats.org/officeDocument/2006/relationships" type="rect" r:blip="" hideGeom="1">
            <dgm:adjLst/>
          </dgm:shape>
          <dgm:choose name="Name181">
            <dgm:if name="Name182" func="var" arg="dir" op="equ" val="norm">
              <dgm:presOf axis="ch desOrSelf" ptType="node node" st="7 1" cnt="1 0"/>
            </dgm:if>
            <dgm:else name="Name183">
              <dgm:presOf axis="ch desOrSelf" ptType="node node" st="1 1" cnt="1 0"/>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84"/>
    </dgm:choose>
  </dgm:layoutNode>
</dgm:layoutDef>
</file>

<file path=ppt/diagrams/layout19.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0.xml><?xml version="1.0" encoding="utf-8"?>
<dgm:layoutDef xmlns:dgm="http://schemas.openxmlformats.org/drawingml/2006/diagram" xmlns:a="http://schemas.openxmlformats.org/drawingml/2006/main" uniqueId="urn:microsoft.com/office/officeart/2005/8/layout/venn3">
  <dgm:title val=""/>
  <dgm:desc val=""/>
  <dgm:catLst>
    <dgm:cat type="relationship" pri="2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fallback" val="2D"/>
        </dgm:alg>
      </dgm:if>
      <dgm:else name="Name3">
        <dgm:alg type="lin">
          <dgm:param type="fallback" val="2D"/>
          <dgm:param type="linDir" val="fromR"/>
        </dgm:alg>
      </dgm:else>
    </dgm:choose>
    <dgm:shape xmlns:r="http://schemas.openxmlformats.org/officeDocument/2006/relationships" r:blip="">
      <dgm:adjLst/>
    </dgm:shape>
    <dgm:presOf/>
    <dgm:constrLst>
      <dgm:constr type="w" for="ch" ptType="node" refType="w"/>
      <dgm:constr type="h" for="ch" ptType="node" refType="w" refFor="ch" refPtType="node"/>
      <dgm:constr type="w" for="ch" forName="space" refType="w" refFor="ch" refPtType="node" fact="-0.2"/>
      <dgm:constr type="primFontSz" for="ch" ptType="node" op="equ" val="65"/>
    </dgm:constrLst>
    <dgm:ruleLst/>
    <dgm:forEach name="Name4" axis="ch" ptType="node">
      <dgm:layoutNode name="Name5" styleLbl="vennNode1">
        <dgm:varLst>
          <dgm:bulletEnabled val="1"/>
        </dgm:varLst>
        <dgm:alg type="tx">
          <dgm:param type="txAnchorVertCh" val="mid"/>
          <dgm:param type="txAnchorHorzCh" val="ctr"/>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w" fact="0.156"/>
          <dgm:constr type="rMarg" refType="w" fact="0.156"/>
        </dgm:constrLst>
        <dgm:ruleLst>
          <dgm:rule type="primFontSz" val="5" fact="NaN" max="NaN"/>
        </dgm:ruleLst>
      </dgm:layoutNode>
      <dgm:forEach name="Name6"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21.xml><?xml version="1.0" encoding="utf-8"?>
<dgm:layoutDef xmlns:dgm="http://schemas.openxmlformats.org/drawingml/2006/diagram" xmlns:a="http://schemas.openxmlformats.org/drawingml/2006/main" uniqueId="urn:microsoft.com/office/officeart/2005/8/layout/venn3">
  <dgm:title val=""/>
  <dgm:desc val=""/>
  <dgm:catLst>
    <dgm:cat type="relationship" pri="2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fallback" val="2D"/>
        </dgm:alg>
      </dgm:if>
      <dgm:else name="Name3">
        <dgm:alg type="lin">
          <dgm:param type="fallback" val="2D"/>
          <dgm:param type="linDir" val="fromR"/>
        </dgm:alg>
      </dgm:else>
    </dgm:choose>
    <dgm:shape xmlns:r="http://schemas.openxmlformats.org/officeDocument/2006/relationships" r:blip="">
      <dgm:adjLst/>
    </dgm:shape>
    <dgm:presOf/>
    <dgm:constrLst>
      <dgm:constr type="w" for="ch" ptType="node" refType="w"/>
      <dgm:constr type="h" for="ch" ptType="node" refType="w" refFor="ch" refPtType="node"/>
      <dgm:constr type="w" for="ch" forName="space" refType="w" refFor="ch" refPtType="node" fact="-0.2"/>
      <dgm:constr type="primFontSz" for="ch" ptType="node" op="equ" val="65"/>
    </dgm:constrLst>
    <dgm:ruleLst/>
    <dgm:forEach name="Name4" axis="ch" ptType="node">
      <dgm:layoutNode name="Name5" styleLbl="vennNode1">
        <dgm:varLst>
          <dgm:bulletEnabled val="1"/>
        </dgm:varLst>
        <dgm:alg type="tx">
          <dgm:param type="txAnchorVertCh" val="mid"/>
          <dgm:param type="txAnchorHorzCh" val="ctr"/>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w" fact="0.156"/>
          <dgm:constr type="rMarg" refType="w" fact="0.156"/>
        </dgm:constrLst>
        <dgm:ruleLst>
          <dgm:rule type="primFontSz" val="5" fact="NaN" max="NaN"/>
        </dgm:ruleLst>
      </dgm:layoutNode>
      <dgm:forEach name="Name6"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22.xml><?xml version="1.0" encoding="utf-8"?>
<dgm:layoutDef xmlns:dgm="http://schemas.openxmlformats.org/drawingml/2006/diagram" xmlns:a="http://schemas.openxmlformats.org/drawingml/2006/main" uniqueId="urn:microsoft.com/office/officeart/2005/8/layout/lProcess3">
  <dgm:title val=""/>
  <dgm:desc val=""/>
  <dgm:catLst>
    <dgm:cat type="process" pri="11000"/>
    <dgm:cat type="convert" pri="1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2"/>
      </dgm:ptLst>
      <dgm:cxnLst>
        <dgm:cxn modelId="4" srcId="0" destId="1" srcOrd="0" destOrd="0"/>
        <dgm:cxn modelId="5" srcId="1" destId="2"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51" srcId="1" destId="11" srcOrd="0" destOrd="0"/>
        <dgm:cxn modelId="61" srcId="2" destId="21" srcOrd="0" destOrd="0"/>
        <dgm:cxn modelId="71" srcId="3" destId="31" srcOrd="0" destOrd="0"/>
        <dgm:cxn modelId="81" srcId="4" destId="41" srcOrd="0" destOrd="0"/>
      </dgm:cxnLst>
      <dgm:bg/>
      <dgm:whole/>
    </dgm:dataModel>
  </dgm:clrData>
  <dgm:layoutNode name="Name0">
    <dgm:varLst>
      <dgm:chPref val="3"/>
      <dgm:dir/>
      <dgm:animLvl val="lvl"/>
      <dgm:resizeHandles/>
    </dgm:varLst>
    <dgm:choose name="Name1">
      <dgm:if name="Name2" func="var" arg="dir" op="equ" val="norm">
        <dgm:alg type="lin">
          <dgm:param type="linDir" val="fromT"/>
          <dgm:param type="vertAlign" val="mid"/>
          <dgm:param type="nodeHorzAlign" val="l"/>
          <dgm:param type="nodeVertAlign" val="t"/>
          <dgm:param type="fallback" val="2D"/>
        </dgm:alg>
      </dgm:if>
      <dgm:else name="Name3">
        <dgm:alg type="lin">
          <dgm:param type="linDir" val="fromT"/>
          <dgm:param type="vertAlign" val="mid"/>
          <dgm:param type="nodeHorzAlign" val="r"/>
          <dgm:param type="nodeVertAlign" val="t"/>
          <dgm:param type="fallback" val="2D"/>
        </dgm:alg>
      </dgm:else>
    </dgm:choose>
    <dgm:shape xmlns:r="http://schemas.openxmlformats.org/officeDocument/2006/relationships" r:blip="">
      <dgm:adjLst/>
    </dgm:shape>
    <dgm:presOf/>
    <dgm:constrLst>
      <dgm:constr type="w" for="des" forName="bigChev" refType="w"/>
      <dgm:constr type="h" for="des" forName="bigChev" refType="w" refFor="des" refForName="bigChev" op="equ" fact="0.4"/>
      <dgm:constr type="w" for="des" forName="node" refType="w" refFor="des" refForName="bigChev" fact="0.83"/>
      <dgm:constr type="h" for="des" forName="node" refType="w" refFor="des" refForName="node" op="equ" fact="0.4"/>
      <dgm:constr type="w" for="des" forName="parTrans" refType="w" refFor="des" refForName="bigChev" op="equ" fact="-0.13"/>
      <dgm:constr type="w" for="des" forName="sibTrans" refType="w" refFor="des" refForName="node" op="equ" fact="-0.14"/>
      <dgm:constr type="h" for="ch" forName="vSp" refType="h" refFor="des" refForName="bigChev" op="equ" fact="0.14"/>
      <dgm:constr type="primFontSz" for="des" forName="node" op="equ"/>
      <dgm:constr type="primFontSz" for="des" forName="bigChev" op="equ"/>
    </dgm:constrLst>
    <dgm:ruleLst/>
    <dgm:forEach name="Name4" axis="ch" ptType="node">
      <dgm:layoutNode name="horFlow">
        <dgm:choose name="Name5">
          <dgm:if name="Name6" func="var" arg="dir" op="equ" val="norm">
            <dgm:alg type="lin">
              <dgm:param type="linDir" val="fromL"/>
              <dgm:param type="nodeHorzAlign" val="l"/>
              <dgm:param type="nodeVertAlign" val="mid"/>
              <dgm:param type="fallback" val="2D"/>
            </dgm:alg>
          </dgm:if>
          <dgm:else name="Name7">
            <dgm:alg type="lin">
              <dgm:param type="linDir" val="fromR"/>
              <dgm:param type="nodeHorzAlign" val="r"/>
              <dgm:param type="nodeVertAlign" val="mid"/>
              <dgm:param type="fallback" val="2D"/>
            </dgm:alg>
          </dgm:else>
        </dgm:choose>
        <dgm:shape xmlns:r="http://schemas.openxmlformats.org/officeDocument/2006/relationships" r:blip="">
          <dgm:adjLst/>
        </dgm:shape>
        <dgm:presOf/>
        <dgm:constrLst/>
        <dgm:ruleLst/>
        <dgm:layoutNode name="bigChev" styleLbl="node1">
          <dgm:alg type="tx"/>
          <dgm:choose name="Name8">
            <dgm:if name="Name9" func="var" arg="dir" op="equ" val="norm">
              <dgm:shape xmlns:r="http://schemas.openxmlformats.org/officeDocument/2006/relationships" type="chevron" r:blip="">
                <dgm:adjLst/>
              </dgm:shape>
              <dgm:presOf axis="self"/>
              <dgm:constrLst>
                <dgm:constr type="primFontSz" val="65"/>
                <dgm:constr type="rMarg"/>
                <dgm:constr type="lMarg" refType="primFontSz" fact="0.1"/>
                <dgm:constr type="tMarg" refType="primFontSz" fact="0.05"/>
                <dgm:constr type="bMarg" refType="primFontSz" fact="0.05"/>
              </dgm:constrLst>
            </dgm:if>
            <dgm:else name="Name10">
              <dgm:shape xmlns:r="http://schemas.openxmlformats.org/officeDocument/2006/relationships" rot="180" type="chevron" r:blip="">
                <dgm:adjLst/>
              </dgm:shape>
              <dgm:presOf axis="self"/>
              <dgm:constrLst>
                <dgm:constr type="primFontSz" val="65"/>
                <dgm:constr type="lMarg"/>
                <dgm:constr type="rMarg" refType="primFontSz" fact="0.1"/>
                <dgm:constr type="tMarg" refType="primFontSz" fact="0.05"/>
                <dgm:constr type="bMarg" refType="primFontSz" fact="0.05"/>
              </dgm:constrLst>
            </dgm:else>
          </dgm:choose>
          <dgm:ruleLst>
            <dgm:rule type="primFontSz" val="5" fact="NaN" max="NaN"/>
          </dgm:ruleLst>
        </dgm:layoutNode>
        <dgm:forEach name="parTransForEach" axis="ch" ptType="parTrans" cnt="1">
          <dgm:layoutNode name="parTrans">
            <dgm:alg type="sp"/>
            <dgm:shape xmlns:r="http://schemas.openxmlformats.org/officeDocument/2006/relationships" r:blip="">
              <dgm:adjLst/>
            </dgm:shape>
            <dgm:presOf/>
            <dgm:constrLst/>
            <dgm:ruleLst/>
          </dgm:layoutNode>
        </dgm:forEach>
        <dgm:forEach name="Name11" axis="ch" ptType="node">
          <dgm:layoutNode name="node" styleLbl="alignAccFollowNode1">
            <dgm:varLst>
              <dgm:bulletEnabled val="1"/>
            </dgm:varLst>
            <dgm:alg type="tx"/>
            <dgm:choose name="Name12">
              <dgm:if name="Name13" func="var" arg="dir" op="equ" val="norm">
                <dgm:shape xmlns:r="http://schemas.openxmlformats.org/officeDocument/2006/relationships" type="chevron" r:blip="">
                  <dgm:adjLst/>
                </dgm:shape>
                <dgm:presOf axis="desOrSelf" ptType="node"/>
                <dgm:constrLst>
                  <dgm:constr type="primFontSz" val="65"/>
                  <dgm:constr type="rMarg"/>
                  <dgm:constr type="lMarg" refType="primFontSz" fact="0.1"/>
                  <dgm:constr type="tMarg" refType="primFontSz" fact="0.05"/>
                  <dgm:constr type="bMarg" refType="primFontSz" fact="0.05"/>
                </dgm:constrLst>
              </dgm:if>
              <dgm:else name="Name14">
                <dgm:shape xmlns:r="http://schemas.openxmlformats.org/officeDocument/2006/relationships" rot="180" type="chevron" r:blip="">
                  <dgm:adjLst/>
                </dgm:shape>
                <dgm:presOf axis="desOrSelf" ptType="node"/>
                <dgm:constrLst>
                  <dgm:constr type="primFontSz" val="65"/>
                  <dgm:constr type="lMarg"/>
                  <dgm:constr type="rMarg" refType="primFontSz" fact="0.1"/>
                  <dgm:constr type="tMarg" refType="primFontSz" fact="0.05"/>
                  <dgm:constr type="bMarg" refType="primFontSz" fact="0.05"/>
                </dgm:constrLst>
              </dgm:else>
            </dgm:choose>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choose name="Name15">
        <dgm:if name="Name16" axis="self" ptType="node" func="revPos" op="gte" val="2">
          <dgm:layoutNode name="vSp">
            <dgm:alg type="sp"/>
            <dgm:shape xmlns:r="http://schemas.openxmlformats.org/officeDocument/2006/relationships" r:blip="">
              <dgm:adjLst/>
            </dgm:shape>
            <dgm:presOf/>
            <dgm:constrLst/>
            <dgm:ruleLst/>
          </dgm:layoutNode>
        </dgm:if>
        <dgm:else name="Name17"/>
      </dgm:choose>
    </dgm:forEach>
  </dgm:layoutNode>
</dgm:layoutDef>
</file>

<file path=ppt/diagrams/layout2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4.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0.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4.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defRPr>
            </a:lvl1pPr>
          </a:lstStyle>
          <a:p>
            <a:pPr>
              <a:defRPr/>
            </a:pPr>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defRPr>
            </a:lvl1pPr>
          </a:lstStyle>
          <a:p>
            <a:pPr>
              <a:defRPr/>
            </a:pPr>
            <a:fld id="{0118C455-DCBE-41F6-9A52-324D6BC54AEC}" type="datetimeFigureOut">
              <a:rPr lang="en-US"/>
              <a:pPr>
                <a:defRPr/>
              </a:pPr>
              <a:t>1/16/2025</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defRPr>
            </a:lvl1pPr>
          </a:lstStyle>
          <a:p>
            <a:pPr>
              <a:defRPr/>
            </a:pPr>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a:latin typeface="+mn-lt"/>
              </a:defRPr>
            </a:lvl1pPr>
          </a:lstStyle>
          <a:p>
            <a:pPr>
              <a:defRPr/>
            </a:pPr>
            <a:fld id="{B1F781F4-099F-4112-9B1E-8A4E4163911A}" type="slidenum">
              <a:rPr lang="en-US"/>
              <a:pPr>
                <a:defRPr/>
              </a:pPr>
              <a:t>‹#›</a:t>
            </a:fld>
            <a:endParaRPr lang="en-US" dirty="0"/>
          </a:p>
        </p:txBody>
      </p:sp>
    </p:spTree>
    <p:extLst>
      <p:ext uri="{BB962C8B-B14F-4D97-AF65-F5344CB8AC3E}">
        <p14:creationId xmlns:p14="http://schemas.microsoft.com/office/powerpoint/2010/main" val="1779534142"/>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dirty="0">
                <a:latin typeface="Times New Roman" pitchFamily="-106" charset="0"/>
                <a:ea typeface="ＭＳ Ｐゴシック" pitchFamily="-106" charset="-128"/>
                <a:cs typeface="ＭＳ Ｐゴシック" pitchFamily="-106" charset="-128"/>
              </a:rPr>
              <a:t>“</a:t>
            </a:r>
            <a:r>
              <a:rPr kumimoji="1" lang="en-US" dirty="0">
                <a:latin typeface="Times New Roman" pitchFamily="-106" charset="0"/>
                <a:ea typeface="ＭＳ Ｐゴシック" pitchFamily="-106" charset="-128"/>
                <a:cs typeface="ＭＳ Ｐゴシック" pitchFamily="-106" charset="-128"/>
              </a:rPr>
              <a:t>Operating</a:t>
            </a:r>
            <a:r>
              <a:rPr kumimoji="1" lang="en-US" baseline="0" dirty="0">
                <a:latin typeface="Times New Roman" pitchFamily="-106" charset="0"/>
                <a:ea typeface="ＭＳ Ｐゴシック" pitchFamily="-106" charset="-128"/>
                <a:cs typeface="ＭＳ Ｐゴシック" pitchFamily="-106" charset="-128"/>
              </a:rPr>
              <a:t> Systems: Internal and Design Principles</a:t>
            </a:r>
            <a:r>
              <a:rPr lang="en-US" dirty="0">
                <a:latin typeface="Times New Roman" pitchFamily="-106" charset="0"/>
                <a:ea typeface="ＭＳ Ｐゴシック" pitchFamily="-106" charset="-128"/>
                <a:cs typeface="ＭＳ Ｐゴシック" pitchFamily="-106" charset="-128"/>
              </a:rPr>
              <a:t>”, 8/e, by William Stallings, Chapter 2 “</a:t>
            </a:r>
            <a:r>
              <a:rPr kumimoji="1" lang="en-GB" dirty="0">
                <a:latin typeface="Times New Roman" pitchFamily="-106" charset="0"/>
                <a:ea typeface="ＭＳ Ｐゴシック" pitchFamily="-106" charset="-128"/>
                <a:cs typeface="ＭＳ Ｐゴシック" pitchFamily="-106" charset="-128"/>
              </a:rPr>
              <a:t>Operating</a:t>
            </a:r>
            <a:r>
              <a:rPr kumimoji="1" lang="en-GB" baseline="0" dirty="0">
                <a:latin typeface="Times New Roman" pitchFamily="-106" charset="0"/>
                <a:ea typeface="ＭＳ Ｐゴシック" pitchFamily="-106" charset="-128"/>
                <a:cs typeface="ＭＳ Ｐゴシック" pitchFamily="-106" charset="-128"/>
              </a:rPr>
              <a:t> System Overview</a:t>
            </a:r>
            <a:r>
              <a:rPr lang="en-US" dirty="0">
                <a:latin typeface="Times New Roman" pitchFamily="-106" charset="0"/>
                <a:ea typeface="ＭＳ Ｐゴシック" pitchFamily="-106" charset="-128"/>
                <a:cs typeface="ＭＳ Ｐゴシック" pitchFamily="-106" charset="-128"/>
              </a:rPr>
              <a:t>”.</a:t>
            </a:r>
            <a:endParaRPr lang="en-AU" dirty="0">
              <a:latin typeface="Times New Roman" pitchFamily="-106" charset="0"/>
              <a:ea typeface="ＭＳ Ｐゴシック" pitchFamily="-106" charset="-128"/>
              <a:cs typeface="ＭＳ Ｐゴシック" pitchFamily="-106" charset="-128"/>
            </a:endParaRPr>
          </a:p>
          <a:p>
            <a:endParaRPr lang="en-US" sz="1200" kern="1200" baseline="0" dirty="0">
              <a:solidFill>
                <a:schemeClr val="tx1"/>
              </a:solidFill>
              <a:latin typeface="+mn-lt"/>
              <a:ea typeface="+mn-ea"/>
              <a:cs typeface="+mn-cs"/>
            </a:endParaRPr>
          </a:p>
          <a:p>
            <a:endParaRPr lang="en-US" sz="1200" kern="1200" baseline="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a:t>
            </a:fld>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dirty="0"/>
              <a:t>Summary of</a:t>
            </a:r>
            <a:r>
              <a:rPr lang="en-US" baseline="0" dirty="0"/>
              <a:t> Chapter 2.</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a:t>
            </a:fld>
            <a:endParaRPr lang="en-US" dirty="0"/>
          </a:p>
        </p:txBody>
      </p:sp>
    </p:spTree>
    <p:extLst>
      <p:ext uri="{BB962C8B-B14F-4D97-AF65-F5344CB8AC3E}">
        <p14:creationId xmlns:p14="http://schemas.microsoft.com/office/powerpoint/2010/main" val="21981069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An OS is a program that controls the execution of application programs and acts as</a:t>
            </a:r>
          </a:p>
          <a:p>
            <a:r>
              <a:rPr lang="en-US" sz="1200" kern="1200" baseline="0" dirty="0">
                <a:solidFill>
                  <a:schemeClr val="tx1"/>
                </a:solidFill>
                <a:latin typeface="+mn-lt"/>
                <a:ea typeface="+mn-ea"/>
                <a:cs typeface="+mn-cs"/>
              </a:rPr>
              <a:t>an interface between applications and the computer hardware. It can be thought of</a:t>
            </a:r>
          </a:p>
          <a:p>
            <a:r>
              <a:rPr lang="en-US" sz="1200" kern="1200" baseline="0" dirty="0">
                <a:solidFill>
                  <a:schemeClr val="tx1"/>
                </a:solidFill>
                <a:latin typeface="+mn-lt"/>
                <a:ea typeface="+mn-ea"/>
                <a:cs typeface="+mn-cs"/>
              </a:rPr>
              <a:t>as having three objectives: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t>
            </a:r>
            <a:r>
              <a:rPr lang="en-US" sz="1200" b="1" kern="1200" baseline="0" dirty="0">
                <a:solidFill>
                  <a:schemeClr val="tx1"/>
                </a:solidFill>
                <a:latin typeface="+mn-lt"/>
                <a:ea typeface="+mn-ea"/>
                <a:cs typeface="+mn-cs"/>
              </a:rPr>
              <a:t>Convenience</a:t>
            </a:r>
            <a:r>
              <a:rPr lang="en-US" sz="1200" b="0" kern="1200" baseline="0" dirty="0">
                <a:solidFill>
                  <a:schemeClr val="tx1"/>
                </a:solidFill>
                <a:latin typeface="+mn-lt"/>
                <a:ea typeface="+mn-ea"/>
                <a:cs typeface="+mn-cs"/>
              </a:rPr>
              <a:t>: An OS makes a computer more convenient to use.</a:t>
            </a:r>
          </a:p>
          <a:p>
            <a:endParaRPr lang="en-US" sz="1200" b="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t>
            </a:r>
            <a:r>
              <a:rPr lang="en-US" sz="1200" b="1" kern="1200" baseline="0" dirty="0">
                <a:solidFill>
                  <a:schemeClr val="tx1"/>
                </a:solidFill>
                <a:latin typeface="+mn-lt"/>
                <a:ea typeface="+mn-ea"/>
                <a:cs typeface="+mn-cs"/>
              </a:rPr>
              <a:t>Efficiency: </a:t>
            </a:r>
            <a:r>
              <a:rPr lang="en-US" sz="1200" b="0" kern="1200" baseline="0" dirty="0">
                <a:solidFill>
                  <a:schemeClr val="tx1"/>
                </a:solidFill>
                <a:latin typeface="+mn-lt"/>
                <a:ea typeface="+mn-ea"/>
                <a:cs typeface="+mn-cs"/>
              </a:rPr>
              <a:t>An OS allows the computer system resources to be used in an efficient</a:t>
            </a:r>
          </a:p>
          <a:p>
            <a:r>
              <a:rPr lang="en-US" sz="1200" kern="1200" baseline="0" dirty="0">
                <a:solidFill>
                  <a:schemeClr val="tx1"/>
                </a:solidFill>
                <a:latin typeface="+mn-lt"/>
                <a:ea typeface="+mn-ea"/>
                <a:cs typeface="+mn-cs"/>
              </a:rPr>
              <a:t>manner.</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t>
            </a:r>
            <a:r>
              <a:rPr lang="en-US" sz="1200" b="1" kern="1200" baseline="0" dirty="0">
                <a:solidFill>
                  <a:schemeClr val="tx1"/>
                </a:solidFill>
                <a:latin typeface="+mn-lt"/>
                <a:ea typeface="+mn-ea"/>
                <a:cs typeface="+mn-cs"/>
              </a:rPr>
              <a:t>Ability to evolve: </a:t>
            </a:r>
            <a:r>
              <a:rPr lang="en-US" sz="1200" b="0" kern="1200" baseline="0" dirty="0">
                <a:solidFill>
                  <a:schemeClr val="tx1"/>
                </a:solidFill>
                <a:latin typeface="+mn-lt"/>
                <a:ea typeface="+mn-ea"/>
                <a:cs typeface="+mn-cs"/>
              </a:rPr>
              <a:t>An OS should be constructed in such a way as to permit the</a:t>
            </a:r>
          </a:p>
          <a:p>
            <a:r>
              <a:rPr lang="en-US" sz="1200" kern="1200" baseline="0" dirty="0">
                <a:solidFill>
                  <a:schemeClr val="tx1"/>
                </a:solidFill>
                <a:latin typeface="+mn-lt"/>
                <a:ea typeface="+mn-ea"/>
                <a:cs typeface="+mn-cs"/>
              </a:rPr>
              <a:t>effective development, testing, and introduction of new system functions without</a:t>
            </a:r>
          </a:p>
          <a:p>
            <a:r>
              <a:rPr lang="en-US" sz="1200" kern="1200" baseline="0" dirty="0">
                <a:solidFill>
                  <a:schemeClr val="tx1"/>
                </a:solidFill>
                <a:latin typeface="+mn-lt"/>
                <a:ea typeface="+mn-ea"/>
                <a:cs typeface="+mn-cs"/>
              </a:rPr>
              <a:t>interfering with service.</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3</a:t>
            </a:fld>
            <a:endParaRPr lang="en-US" dirty="0"/>
          </a:p>
        </p:txBody>
      </p:sp>
    </p:spTree>
    <p:extLst>
      <p:ext uri="{BB962C8B-B14F-4D97-AF65-F5344CB8AC3E}">
        <p14:creationId xmlns:p14="http://schemas.microsoft.com/office/powerpoint/2010/main" val="243967733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fontScale="92500"/>
          </a:bodyPr>
          <a:lstStyle/>
          <a:p>
            <a:r>
              <a:rPr lang="en-US" sz="1200" kern="1200" baseline="0" dirty="0">
                <a:solidFill>
                  <a:schemeClr val="tx1"/>
                </a:solidFill>
                <a:latin typeface="+mn-lt"/>
                <a:ea typeface="+mn-ea"/>
                <a:cs typeface="+mn-cs"/>
              </a:rPr>
              <a:t>The hardware and software used in providing applications to a user can be viewed</a:t>
            </a:r>
          </a:p>
          <a:p>
            <a:r>
              <a:rPr lang="en-US" sz="1200" kern="1200" baseline="0" dirty="0">
                <a:solidFill>
                  <a:schemeClr val="tx1"/>
                </a:solidFill>
                <a:latin typeface="+mn-lt"/>
                <a:ea typeface="+mn-ea"/>
                <a:cs typeface="+mn-cs"/>
              </a:rPr>
              <a:t>in a layered or hierarchical fashion, as depicted in Figure 2.1 . The user of those</a:t>
            </a:r>
          </a:p>
          <a:p>
            <a:r>
              <a:rPr lang="en-US" sz="1200" kern="1200" baseline="0" dirty="0">
                <a:solidFill>
                  <a:schemeClr val="tx1"/>
                </a:solidFill>
                <a:latin typeface="+mn-lt"/>
                <a:ea typeface="+mn-ea"/>
                <a:cs typeface="+mn-cs"/>
              </a:rPr>
              <a:t>applications, the end user, generally is not concerned with the details of computer</a:t>
            </a:r>
          </a:p>
          <a:p>
            <a:r>
              <a:rPr lang="en-US" sz="1200" kern="1200" baseline="0" dirty="0">
                <a:solidFill>
                  <a:schemeClr val="tx1"/>
                </a:solidFill>
                <a:latin typeface="+mn-lt"/>
                <a:ea typeface="+mn-ea"/>
                <a:cs typeface="+mn-cs"/>
              </a:rPr>
              <a:t>hardware. Thus, the end user views a computer system in terms of a set of applications.</a:t>
            </a:r>
          </a:p>
          <a:p>
            <a:r>
              <a:rPr lang="en-US" sz="1200" kern="1200" baseline="0" dirty="0">
                <a:solidFill>
                  <a:schemeClr val="tx1"/>
                </a:solidFill>
                <a:latin typeface="+mn-lt"/>
                <a:ea typeface="+mn-ea"/>
                <a:cs typeface="+mn-cs"/>
              </a:rPr>
              <a:t>An application can be expressed in a programming language and is developed</a:t>
            </a:r>
          </a:p>
          <a:p>
            <a:r>
              <a:rPr lang="en-US" sz="1200" kern="1200" baseline="0" dirty="0">
                <a:solidFill>
                  <a:schemeClr val="tx1"/>
                </a:solidFill>
                <a:latin typeface="+mn-lt"/>
                <a:ea typeface="+mn-ea"/>
                <a:cs typeface="+mn-cs"/>
              </a:rPr>
              <a:t>by an application programmer. If one were to develop an application program as a</a:t>
            </a:r>
          </a:p>
          <a:p>
            <a:r>
              <a:rPr lang="en-US" sz="1200" kern="1200" baseline="0" dirty="0">
                <a:solidFill>
                  <a:schemeClr val="tx1"/>
                </a:solidFill>
                <a:latin typeface="+mn-lt"/>
                <a:ea typeface="+mn-ea"/>
                <a:cs typeface="+mn-cs"/>
              </a:rPr>
              <a:t>set of machine instructions that is completely responsible for controlling the computer</a:t>
            </a:r>
          </a:p>
          <a:p>
            <a:r>
              <a:rPr lang="en-US" sz="1200" kern="1200" baseline="0" dirty="0">
                <a:solidFill>
                  <a:schemeClr val="tx1"/>
                </a:solidFill>
                <a:latin typeface="+mn-lt"/>
                <a:ea typeface="+mn-ea"/>
                <a:cs typeface="+mn-cs"/>
              </a:rPr>
              <a:t>hardware, one would be faced with an overwhelmingly complex undertaking.</a:t>
            </a:r>
          </a:p>
          <a:p>
            <a:r>
              <a:rPr lang="en-US" sz="1200" kern="1200" baseline="0" dirty="0">
                <a:solidFill>
                  <a:schemeClr val="tx1"/>
                </a:solidFill>
                <a:latin typeface="+mn-lt"/>
                <a:ea typeface="+mn-ea"/>
                <a:cs typeface="+mn-cs"/>
              </a:rPr>
              <a:t>To ease this chore, a set of system programs is provided. Some of these programs</a:t>
            </a:r>
          </a:p>
          <a:p>
            <a:r>
              <a:rPr lang="en-US" sz="1200" kern="1200" baseline="0" dirty="0">
                <a:solidFill>
                  <a:schemeClr val="tx1"/>
                </a:solidFill>
                <a:latin typeface="+mn-lt"/>
                <a:ea typeface="+mn-ea"/>
                <a:cs typeface="+mn-cs"/>
              </a:rPr>
              <a:t>are referred to as utilities, or library programs. These implement frequently used</a:t>
            </a:r>
          </a:p>
          <a:p>
            <a:r>
              <a:rPr lang="en-US" sz="1200" kern="1200" baseline="0" dirty="0">
                <a:solidFill>
                  <a:schemeClr val="tx1"/>
                </a:solidFill>
                <a:latin typeface="+mn-lt"/>
                <a:ea typeface="+mn-ea"/>
                <a:cs typeface="+mn-cs"/>
              </a:rPr>
              <a:t>functions that assist in program creation, the management of files, and the control of</a:t>
            </a:r>
          </a:p>
          <a:p>
            <a:r>
              <a:rPr lang="en-US" sz="1200" kern="1200" baseline="0" dirty="0">
                <a:solidFill>
                  <a:schemeClr val="tx1"/>
                </a:solidFill>
                <a:latin typeface="+mn-lt"/>
                <a:ea typeface="+mn-ea"/>
                <a:cs typeface="+mn-cs"/>
              </a:rPr>
              <a:t>I/O devices. A programmer will make use of these facilities in developing an application,</a:t>
            </a:r>
          </a:p>
          <a:p>
            <a:r>
              <a:rPr lang="en-US" sz="1200" kern="1200" baseline="0" dirty="0">
                <a:solidFill>
                  <a:schemeClr val="tx1"/>
                </a:solidFill>
                <a:latin typeface="+mn-lt"/>
                <a:ea typeface="+mn-ea"/>
                <a:cs typeface="+mn-cs"/>
              </a:rPr>
              <a:t>and the application, while it is running, will invoke the utilities to perform</a:t>
            </a:r>
          </a:p>
          <a:p>
            <a:r>
              <a:rPr lang="en-US" sz="1200" kern="1200" baseline="0" dirty="0">
                <a:solidFill>
                  <a:schemeClr val="tx1"/>
                </a:solidFill>
                <a:latin typeface="+mn-lt"/>
                <a:ea typeface="+mn-ea"/>
                <a:cs typeface="+mn-cs"/>
              </a:rPr>
              <a:t>certain functions. The most important collection of system programs comprises the</a:t>
            </a:r>
          </a:p>
          <a:p>
            <a:r>
              <a:rPr lang="en-US" sz="1200" kern="1200" baseline="0" dirty="0">
                <a:solidFill>
                  <a:schemeClr val="tx1"/>
                </a:solidFill>
                <a:latin typeface="+mn-lt"/>
                <a:ea typeface="+mn-ea"/>
                <a:cs typeface="+mn-cs"/>
              </a:rPr>
              <a:t>OS. The OS masks the details of the hardware from the programmer and provides</a:t>
            </a:r>
          </a:p>
          <a:p>
            <a:r>
              <a:rPr lang="en-US" sz="1200" kern="1200" baseline="0" dirty="0">
                <a:solidFill>
                  <a:schemeClr val="tx1"/>
                </a:solidFill>
                <a:latin typeface="+mn-lt"/>
                <a:ea typeface="+mn-ea"/>
                <a:cs typeface="+mn-cs"/>
              </a:rPr>
              <a:t>the programmer with a convenient interface for using the system. It acts as mediator,</a:t>
            </a:r>
          </a:p>
          <a:p>
            <a:r>
              <a:rPr lang="en-US" sz="1200" kern="1200" baseline="0" dirty="0">
                <a:solidFill>
                  <a:schemeClr val="tx1"/>
                </a:solidFill>
                <a:latin typeface="+mn-lt"/>
                <a:ea typeface="+mn-ea"/>
                <a:cs typeface="+mn-cs"/>
              </a:rPr>
              <a:t>making it easier for the programmer and for application programs to access and</a:t>
            </a:r>
          </a:p>
          <a:p>
            <a:r>
              <a:rPr lang="en-US" sz="1200" kern="1200" baseline="0" dirty="0">
                <a:solidFill>
                  <a:schemeClr val="tx1"/>
                </a:solidFill>
                <a:latin typeface="+mn-lt"/>
                <a:ea typeface="+mn-ea"/>
                <a:cs typeface="+mn-cs"/>
              </a:rPr>
              <a:t>use those facilities and services.</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4</a:t>
            </a:fld>
            <a:endParaRPr 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fontScale="40000" lnSpcReduction="20000"/>
          </a:bodyPr>
          <a:lstStyle/>
          <a:p>
            <a:r>
              <a:rPr lang="en-US" sz="1200" kern="1200" baseline="0" dirty="0">
                <a:solidFill>
                  <a:schemeClr val="tx1"/>
                </a:solidFill>
                <a:latin typeface="+mn-lt"/>
                <a:ea typeface="+mn-ea"/>
                <a:cs typeface="+mn-cs"/>
              </a:rPr>
              <a:t>Briefly, the OS typically provides services in the following areas: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t>
            </a:r>
            <a:r>
              <a:rPr lang="en-US" sz="1200" b="1" kern="1200" baseline="0" dirty="0">
                <a:solidFill>
                  <a:schemeClr val="tx1"/>
                </a:solidFill>
                <a:latin typeface="+mn-lt"/>
                <a:ea typeface="+mn-ea"/>
                <a:cs typeface="+mn-cs"/>
              </a:rPr>
              <a:t>Program development: The OS provides a variety of facilities and services,</a:t>
            </a:r>
          </a:p>
          <a:p>
            <a:r>
              <a:rPr lang="en-US" sz="1200" kern="1200" baseline="0" dirty="0">
                <a:solidFill>
                  <a:schemeClr val="tx1"/>
                </a:solidFill>
                <a:latin typeface="+mn-lt"/>
                <a:ea typeface="+mn-ea"/>
                <a:cs typeface="+mn-cs"/>
              </a:rPr>
              <a:t>such as editors and debuggers, to assist the programmer in creating programs.</a:t>
            </a:r>
          </a:p>
          <a:p>
            <a:r>
              <a:rPr lang="en-US" sz="1200" kern="1200" baseline="0" dirty="0">
                <a:solidFill>
                  <a:schemeClr val="tx1"/>
                </a:solidFill>
                <a:latin typeface="+mn-lt"/>
                <a:ea typeface="+mn-ea"/>
                <a:cs typeface="+mn-cs"/>
              </a:rPr>
              <a:t>Typically, these services are in the form of utility programs that, while not</a:t>
            </a:r>
          </a:p>
          <a:p>
            <a:r>
              <a:rPr lang="en-US" sz="1200" kern="1200" baseline="0" dirty="0">
                <a:solidFill>
                  <a:schemeClr val="tx1"/>
                </a:solidFill>
                <a:latin typeface="+mn-lt"/>
                <a:ea typeface="+mn-ea"/>
                <a:cs typeface="+mn-cs"/>
              </a:rPr>
              <a:t>strictly part of the core of the OS, are supplied with the OS and are referred to</a:t>
            </a:r>
          </a:p>
          <a:p>
            <a:r>
              <a:rPr lang="en-US" sz="1200" kern="1200" baseline="0" dirty="0">
                <a:solidFill>
                  <a:schemeClr val="tx1"/>
                </a:solidFill>
                <a:latin typeface="+mn-lt"/>
                <a:ea typeface="+mn-ea"/>
                <a:cs typeface="+mn-cs"/>
              </a:rPr>
              <a:t>as application program development tools.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t>
            </a:r>
            <a:r>
              <a:rPr lang="en-US" sz="1200" b="1" kern="1200" baseline="0" dirty="0">
                <a:solidFill>
                  <a:schemeClr val="tx1"/>
                </a:solidFill>
                <a:latin typeface="+mn-lt"/>
                <a:ea typeface="+mn-ea"/>
                <a:cs typeface="+mn-cs"/>
              </a:rPr>
              <a:t>Program execution: A number of steps need to be performed to execute a</a:t>
            </a:r>
          </a:p>
          <a:p>
            <a:r>
              <a:rPr lang="en-US" sz="1200" kern="1200" baseline="0" dirty="0">
                <a:solidFill>
                  <a:schemeClr val="tx1"/>
                </a:solidFill>
                <a:latin typeface="+mn-lt"/>
                <a:ea typeface="+mn-ea"/>
                <a:cs typeface="+mn-cs"/>
              </a:rPr>
              <a:t>program. Instructions and data must be loaded into main memory, I/O devices</a:t>
            </a:r>
          </a:p>
          <a:p>
            <a:r>
              <a:rPr lang="en-US" sz="1200" kern="1200" baseline="0" dirty="0">
                <a:solidFill>
                  <a:schemeClr val="tx1"/>
                </a:solidFill>
                <a:latin typeface="+mn-lt"/>
                <a:ea typeface="+mn-ea"/>
                <a:cs typeface="+mn-cs"/>
              </a:rPr>
              <a:t>and files must be initialized, and other resources must be prepared. The OS</a:t>
            </a:r>
          </a:p>
          <a:p>
            <a:r>
              <a:rPr lang="en-US" sz="1200" kern="1200" baseline="0" dirty="0">
                <a:solidFill>
                  <a:schemeClr val="tx1"/>
                </a:solidFill>
                <a:latin typeface="+mn-lt"/>
                <a:ea typeface="+mn-ea"/>
                <a:cs typeface="+mn-cs"/>
              </a:rPr>
              <a:t>handles these scheduling duties for the user.</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t>
            </a:r>
            <a:r>
              <a:rPr lang="en-US" sz="1200" b="1" kern="1200" baseline="0" dirty="0">
                <a:solidFill>
                  <a:schemeClr val="tx1"/>
                </a:solidFill>
                <a:latin typeface="+mn-lt"/>
                <a:ea typeface="+mn-ea"/>
                <a:cs typeface="+mn-cs"/>
              </a:rPr>
              <a:t>Access to I/O devices: Each I/O device requires its own peculiar set of instructions</a:t>
            </a:r>
          </a:p>
          <a:p>
            <a:r>
              <a:rPr lang="en-US" sz="1200" kern="1200" baseline="0" dirty="0">
                <a:solidFill>
                  <a:schemeClr val="tx1"/>
                </a:solidFill>
                <a:latin typeface="+mn-lt"/>
                <a:ea typeface="+mn-ea"/>
                <a:cs typeface="+mn-cs"/>
              </a:rPr>
              <a:t>or control signals for operation. The OS provides a uniform interface</a:t>
            </a:r>
          </a:p>
          <a:p>
            <a:r>
              <a:rPr lang="en-US" sz="1200" kern="1200" baseline="0" dirty="0">
                <a:solidFill>
                  <a:schemeClr val="tx1"/>
                </a:solidFill>
                <a:latin typeface="+mn-lt"/>
                <a:ea typeface="+mn-ea"/>
                <a:cs typeface="+mn-cs"/>
              </a:rPr>
              <a:t>that hides these details so that programmers can access such devices using simple</a:t>
            </a:r>
          </a:p>
          <a:p>
            <a:r>
              <a:rPr lang="en-US" sz="1200" kern="1200" baseline="0" dirty="0">
                <a:solidFill>
                  <a:schemeClr val="tx1"/>
                </a:solidFill>
                <a:latin typeface="+mn-lt"/>
                <a:ea typeface="+mn-ea"/>
                <a:cs typeface="+mn-cs"/>
              </a:rPr>
              <a:t>reads and writes.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t>
            </a:r>
            <a:r>
              <a:rPr lang="en-US" sz="1200" b="1" kern="1200" baseline="0" dirty="0">
                <a:solidFill>
                  <a:schemeClr val="tx1"/>
                </a:solidFill>
                <a:latin typeface="+mn-lt"/>
                <a:ea typeface="+mn-ea"/>
                <a:cs typeface="+mn-cs"/>
              </a:rPr>
              <a:t>Controlled access to files: For file access, the OS must reflect a detailed understanding</a:t>
            </a:r>
          </a:p>
          <a:p>
            <a:r>
              <a:rPr lang="en-US" sz="1200" kern="1200" baseline="0" dirty="0">
                <a:solidFill>
                  <a:schemeClr val="tx1"/>
                </a:solidFill>
                <a:latin typeface="+mn-lt"/>
                <a:ea typeface="+mn-ea"/>
                <a:cs typeface="+mn-cs"/>
              </a:rPr>
              <a:t>of not only the nature of the I/O device (disk drive, tape drive) but</a:t>
            </a:r>
          </a:p>
          <a:p>
            <a:r>
              <a:rPr lang="en-US" sz="1200" kern="1200" baseline="0" dirty="0">
                <a:solidFill>
                  <a:schemeClr val="tx1"/>
                </a:solidFill>
                <a:latin typeface="+mn-lt"/>
                <a:ea typeface="+mn-ea"/>
                <a:cs typeface="+mn-cs"/>
              </a:rPr>
              <a:t>also the structure of the data contained in the files on the storage medium.</a:t>
            </a:r>
          </a:p>
          <a:p>
            <a:r>
              <a:rPr lang="en-US" sz="1200" kern="1200" baseline="0" dirty="0">
                <a:solidFill>
                  <a:schemeClr val="tx1"/>
                </a:solidFill>
                <a:latin typeface="+mn-lt"/>
                <a:ea typeface="+mn-ea"/>
                <a:cs typeface="+mn-cs"/>
              </a:rPr>
              <a:t>In the case of a system with multiple users, the OS may provide protection</a:t>
            </a:r>
          </a:p>
          <a:p>
            <a:r>
              <a:rPr lang="en-US" sz="1200" kern="1200" baseline="0" dirty="0">
                <a:solidFill>
                  <a:schemeClr val="tx1"/>
                </a:solidFill>
                <a:latin typeface="+mn-lt"/>
                <a:ea typeface="+mn-ea"/>
                <a:cs typeface="+mn-cs"/>
              </a:rPr>
              <a:t>mechanisms to control access to the files.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t>
            </a:r>
            <a:r>
              <a:rPr lang="en-US" sz="1200" b="1" kern="1200" baseline="0" dirty="0">
                <a:solidFill>
                  <a:schemeClr val="tx1"/>
                </a:solidFill>
                <a:latin typeface="+mn-lt"/>
                <a:ea typeface="+mn-ea"/>
                <a:cs typeface="+mn-cs"/>
              </a:rPr>
              <a:t>System access: For shared or public systems, the OS controls access to the</a:t>
            </a:r>
          </a:p>
          <a:p>
            <a:r>
              <a:rPr lang="en-US" sz="1200" kern="1200" baseline="0" dirty="0">
                <a:solidFill>
                  <a:schemeClr val="tx1"/>
                </a:solidFill>
                <a:latin typeface="+mn-lt"/>
                <a:ea typeface="+mn-ea"/>
                <a:cs typeface="+mn-cs"/>
              </a:rPr>
              <a:t>system as a whole and to specific system resources. The access function must</a:t>
            </a:r>
          </a:p>
          <a:p>
            <a:r>
              <a:rPr lang="en-US" sz="1200" kern="1200" baseline="0" dirty="0">
                <a:solidFill>
                  <a:schemeClr val="tx1"/>
                </a:solidFill>
                <a:latin typeface="+mn-lt"/>
                <a:ea typeface="+mn-ea"/>
                <a:cs typeface="+mn-cs"/>
              </a:rPr>
              <a:t>provide protection of resources and data from unauthorized users and must</a:t>
            </a:r>
          </a:p>
          <a:p>
            <a:r>
              <a:rPr lang="en-US" sz="1200" kern="1200" baseline="0" dirty="0">
                <a:solidFill>
                  <a:schemeClr val="tx1"/>
                </a:solidFill>
                <a:latin typeface="+mn-lt"/>
                <a:ea typeface="+mn-ea"/>
                <a:cs typeface="+mn-cs"/>
              </a:rPr>
              <a:t>resolve conflicts for resource contention.</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t>
            </a:r>
            <a:r>
              <a:rPr lang="en-US" sz="1200" b="1" kern="1200" baseline="0" dirty="0">
                <a:solidFill>
                  <a:schemeClr val="tx1"/>
                </a:solidFill>
                <a:latin typeface="+mn-lt"/>
                <a:ea typeface="+mn-ea"/>
                <a:cs typeface="+mn-cs"/>
              </a:rPr>
              <a:t>Error detection and response: A variety of errors can occur while a computer</a:t>
            </a:r>
          </a:p>
          <a:p>
            <a:r>
              <a:rPr lang="en-US" sz="1200" kern="1200" baseline="0" dirty="0">
                <a:solidFill>
                  <a:schemeClr val="tx1"/>
                </a:solidFill>
                <a:latin typeface="+mn-lt"/>
                <a:ea typeface="+mn-ea"/>
                <a:cs typeface="+mn-cs"/>
              </a:rPr>
              <a:t>system is running. These include internal and external hardware errors, such</a:t>
            </a:r>
          </a:p>
          <a:p>
            <a:r>
              <a:rPr lang="en-US" sz="1200" kern="1200" baseline="0" dirty="0">
                <a:solidFill>
                  <a:schemeClr val="tx1"/>
                </a:solidFill>
                <a:latin typeface="+mn-lt"/>
                <a:ea typeface="+mn-ea"/>
                <a:cs typeface="+mn-cs"/>
              </a:rPr>
              <a:t>as a memory error, or a device failure or malfunction; and various software</a:t>
            </a:r>
          </a:p>
          <a:p>
            <a:r>
              <a:rPr lang="en-US" sz="1200" kern="1200" baseline="0" dirty="0">
                <a:solidFill>
                  <a:schemeClr val="tx1"/>
                </a:solidFill>
                <a:latin typeface="+mn-lt"/>
                <a:ea typeface="+mn-ea"/>
                <a:cs typeface="+mn-cs"/>
              </a:rPr>
              <a:t>errors, such as division by zero, attempt to access forbidden memory location,</a:t>
            </a:r>
          </a:p>
          <a:p>
            <a:r>
              <a:rPr lang="en-US" sz="1200" kern="1200" baseline="0" dirty="0">
                <a:solidFill>
                  <a:schemeClr val="tx1"/>
                </a:solidFill>
                <a:latin typeface="+mn-lt"/>
                <a:ea typeface="+mn-ea"/>
                <a:cs typeface="+mn-cs"/>
              </a:rPr>
              <a:t>and inability of the OS to grant the request of an application. In each case,</a:t>
            </a:r>
          </a:p>
          <a:p>
            <a:r>
              <a:rPr lang="en-US" sz="1200" kern="1200" baseline="0" dirty="0">
                <a:solidFill>
                  <a:schemeClr val="tx1"/>
                </a:solidFill>
                <a:latin typeface="+mn-lt"/>
                <a:ea typeface="+mn-ea"/>
                <a:cs typeface="+mn-cs"/>
              </a:rPr>
              <a:t>the OS must provide a response that clears the error condition with the least</a:t>
            </a:r>
          </a:p>
          <a:p>
            <a:r>
              <a:rPr lang="en-US" sz="1200" kern="1200" baseline="0" dirty="0">
                <a:solidFill>
                  <a:schemeClr val="tx1"/>
                </a:solidFill>
                <a:latin typeface="+mn-lt"/>
                <a:ea typeface="+mn-ea"/>
                <a:cs typeface="+mn-cs"/>
              </a:rPr>
              <a:t>impact on running applications. The response may range from ending the program</a:t>
            </a:r>
          </a:p>
          <a:p>
            <a:r>
              <a:rPr lang="en-US" sz="1200" kern="1200" baseline="0" dirty="0">
                <a:solidFill>
                  <a:schemeClr val="tx1"/>
                </a:solidFill>
                <a:latin typeface="+mn-lt"/>
                <a:ea typeface="+mn-ea"/>
                <a:cs typeface="+mn-cs"/>
              </a:rPr>
              <a:t>that caused the error, to retrying the operation, to simply reporting the</a:t>
            </a:r>
          </a:p>
          <a:p>
            <a:r>
              <a:rPr lang="en-US" sz="1200" kern="1200" baseline="0" dirty="0">
                <a:solidFill>
                  <a:schemeClr val="tx1"/>
                </a:solidFill>
                <a:latin typeface="+mn-lt"/>
                <a:ea typeface="+mn-ea"/>
                <a:cs typeface="+mn-cs"/>
              </a:rPr>
              <a:t>error to the application.</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t>
            </a:r>
            <a:r>
              <a:rPr lang="en-US" sz="1200" b="1" kern="1200" baseline="0" dirty="0">
                <a:solidFill>
                  <a:schemeClr val="tx1"/>
                </a:solidFill>
                <a:latin typeface="+mn-lt"/>
                <a:ea typeface="+mn-ea"/>
                <a:cs typeface="+mn-cs"/>
              </a:rPr>
              <a:t>Accounting: A good OS will collect usage statistics for various resources and</a:t>
            </a:r>
          </a:p>
          <a:p>
            <a:r>
              <a:rPr lang="en-US" sz="1200" kern="1200" baseline="0" dirty="0">
                <a:solidFill>
                  <a:schemeClr val="tx1"/>
                </a:solidFill>
                <a:latin typeface="+mn-lt"/>
                <a:ea typeface="+mn-ea"/>
                <a:cs typeface="+mn-cs"/>
              </a:rPr>
              <a:t>monitor performance parameters such as response time. On any system, this</a:t>
            </a:r>
          </a:p>
          <a:p>
            <a:r>
              <a:rPr lang="en-US" sz="1200" kern="1200" baseline="0" dirty="0">
                <a:solidFill>
                  <a:schemeClr val="tx1"/>
                </a:solidFill>
                <a:latin typeface="+mn-lt"/>
                <a:ea typeface="+mn-ea"/>
                <a:cs typeface="+mn-cs"/>
              </a:rPr>
              <a:t>information is useful in anticipating the need for future enhancements and in</a:t>
            </a:r>
          </a:p>
          <a:p>
            <a:r>
              <a:rPr lang="en-US" sz="1200" kern="1200" baseline="0" dirty="0">
                <a:solidFill>
                  <a:schemeClr val="tx1"/>
                </a:solidFill>
                <a:latin typeface="+mn-lt"/>
                <a:ea typeface="+mn-ea"/>
                <a:cs typeface="+mn-cs"/>
              </a:rPr>
              <a:t>tuning the system to improve performance. On a multiuser system, the information</a:t>
            </a:r>
          </a:p>
          <a:p>
            <a:r>
              <a:rPr lang="en-US" sz="1200" kern="1200" baseline="0" dirty="0">
                <a:solidFill>
                  <a:schemeClr val="tx1"/>
                </a:solidFill>
                <a:latin typeface="+mn-lt"/>
                <a:ea typeface="+mn-ea"/>
                <a:cs typeface="+mn-cs"/>
              </a:rPr>
              <a:t>can be used for billing purposes.</a:t>
            </a:r>
          </a:p>
          <a:p>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5</a:t>
            </a:fld>
            <a:endParaRPr 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fontScale="55000" lnSpcReduction="20000"/>
          </a:bodyPr>
          <a:lstStyle/>
          <a:p>
            <a:r>
              <a:rPr lang="en-US" sz="1200" kern="1200" baseline="0" dirty="0">
                <a:solidFill>
                  <a:schemeClr val="tx1"/>
                </a:solidFill>
                <a:latin typeface="+mn-lt"/>
                <a:ea typeface="+mn-ea"/>
                <a:cs typeface="+mn-cs"/>
              </a:rPr>
              <a:t>Figure 2.1 also indicates three key interfaces in a typical computer system:</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t>
            </a:r>
            <a:r>
              <a:rPr lang="en-US" sz="1200" b="1" kern="1200" baseline="0" dirty="0">
                <a:solidFill>
                  <a:schemeClr val="tx1"/>
                </a:solidFill>
                <a:latin typeface="+mn-lt"/>
                <a:ea typeface="+mn-ea"/>
                <a:cs typeface="+mn-cs"/>
              </a:rPr>
              <a:t>Instruction set architecture (ISA) : The ISA defines the repertoire of machine</a:t>
            </a:r>
          </a:p>
          <a:p>
            <a:r>
              <a:rPr lang="en-US" sz="1200" kern="1200" baseline="0" dirty="0">
                <a:solidFill>
                  <a:schemeClr val="tx1"/>
                </a:solidFill>
                <a:latin typeface="+mn-lt"/>
                <a:ea typeface="+mn-ea"/>
                <a:cs typeface="+mn-cs"/>
              </a:rPr>
              <a:t>language instructions that a computer can follow. This interface is the boundary</a:t>
            </a:r>
          </a:p>
          <a:p>
            <a:r>
              <a:rPr lang="en-US" sz="1200" kern="1200" baseline="0" dirty="0">
                <a:solidFill>
                  <a:schemeClr val="tx1"/>
                </a:solidFill>
                <a:latin typeface="+mn-lt"/>
                <a:ea typeface="+mn-ea"/>
                <a:cs typeface="+mn-cs"/>
              </a:rPr>
              <a:t>between hardware and software. Note that both application programs</a:t>
            </a:r>
          </a:p>
          <a:p>
            <a:r>
              <a:rPr lang="en-US" sz="1200" kern="1200" baseline="0" dirty="0">
                <a:solidFill>
                  <a:schemeClr val="tx1"/>
                </a:solidFill>
                <a:latin typeface="+mn-lt"/>
                <a:ea typeface="+mn-ea"/>
                <a:cs typeface="+mn-cs"/>
              </a:rPr>
              <a:t>and utilities may access the ISA directly. For these programs, a subset of the</a:t>
            </a:r>
          </a:p>
          <a:p>
            <a:r>
              <a:rPr lang="en-US" sz="1200" kern="1200" baseline="0" dirty="0">
                <a:solidFill>
                  <a:schemeClr val="tx1"/>
                </a:solidFill>
                <a:latin typeface="+mn-lt"/>
                <a:ea typeface="+mn-ea"/>
                <a:cs typeface="+mn-cs"/>
              </a:rPr>
              <a:t>instruction repertoire is available (user ISA). The OS has access to additional</a:t>
            </a:r>
          </a:p>
          <a:p>
            <a:r>
              <a:rPr lang="en-US" sz="1200" kern="1200" baseline="0" dirty="0">
                <a:solidFill>
                  <a:schemeClr val="tx1"/>
                </a:solidFill>
                <a:latin typeface="+mn-lt"/>
                <a:ea typeface="+mn-ea"/>
                <a:cs typeface="+mn-cs"/>
              </a:rPr>
              <a:t>machine language instructions that deal with managing system resources</a:t>
            </a:r>
          </a:p>
          <a:p>
            <a:r>
              <a:rPr lang="en-US" sz="1200" kern="1200" baseline="0" dirty="0">
                <a:solidFill>
                  <a:schemeClr val="tx1"/>
                </a:solidFill>
                <a:latin typeface="+mn-lt"/>
                <a:ea typeface="+mn-ea"/>
                <a:cs typeface="+mn-cs"/>
              </a:rPr>
              <a:t>(system ISA).</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t>
            </a:r>
            <a:r>
              <a:rPr lang="en-US" sz="1200" b="1" kern="1200" baseline="0" dirty="0">
                <a:solidFill>
                  <a:schemeClr val="tx1"/>
                </a:solidFill>
                <a:latin typeface="+mn-lt"/>
                <a:ea typeface="+mn-ea"/>
                <a:cs typeface="+mn-cs"/>
              </a:rPr>
              <a:t>Application binary interface (ABI) : The ABI defines a standard for binary</a:t>
            </a:r>
          </a:p>
          <a:p>
            <a:r>
              <a:rPr lang="en-US" sz="1200" kern="1200" baseline="0" dirty="0">
                <a:solidFill>
                  <a:schemeClr val="tx1"/>
                </a:solidFill>
                <a:latin typeface="+mn-lt"/>
                <a:ea typeface="+mn-ea"/>
                <a:cs typeface="+mn-cs"/>
              </a:rPr>
              <a:t>portability across programs. The ABI defines the system call interface to</a:t>
            </a:r>
          </a:p>
          <a:p>
            <a:r>
              <a:rPr lang="en-US" sz="1200" kern="1200" baseline="0" dirty="0">
                <a:solidFill>
                  <a:schemeClr val="tx1"/>
                </a:solidFill>
                <a:latin typeface="+mn-lt"/>
                <a:ea typeface="+mn-ea"/>
                <a:cs typeface="+mn-cs"/>
              </a:rPr>
              <a:t>the operating system and the hardware resources and services available in a</a:t>
            </a:r>
          </a:p>
          <a:p>
            <a:r>
              <a:rPr lang="en-US" sz="1200" kern="1200" baseline="0" dirty="0">
                <a:solidFill>
                  <a:schemeClr val="tx1"/>
                </a:solidFill>
                <a:latin typeface="+mn-lt"/>
                <a:ea typeface="+mn-ea"/>
                <a:cs typeface="+mn-cs"/>
              </a:rPr>
              <a:t>system through the user ISA.</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t>
            </a:r>
            <a:r>
              <a:rPr lang="en-US" sz="1200" b="1" kern="1200" baseline="0" dirty="0">
                <a:solidFill>
                  <a:schemeClr val="tx1"/>
                </a:solidFill>
                <a:latin typeface="+mn-lt"/>
                <a:ea typeface="+mn-ea"/>
                <a:cs typeface="+mn-cs"/>
              </a:rPr>
              <a:t>Application programming interface (API) : The API gives a program access</a:t>
            </a:r>
          </a:p>
          <a:p>
            <a:r>
              <a:rPr lang="en-US" sz="1200" kern="1200" baseline="0" dirty="0">
                <a:solidFill>
                  <a:schemeClr val="tx1"/>
                </a:solidFill>
                <a:latin typeface="+mn-lt"/>
                <a:ea typeface="+mn-ea"/>
                <a:cs typeface="+mn-cs"/>
              </a:rPr>
              <a:t>to the hardware resources and services available in a system through the user</a:t>
            </a:r>
          </a:p>
          <a:p>
            <a:r>
              <a:rPr lang="en-US" sz="1200" kern="1200" baseline="0" dirty="0">
                <a:solidFill>
                  <a:schemeClr val="tx1"/>
                </a:solidFill>
                <a:latin typeface="+mn-lt"/>
                <a:ea typeface="+mn-ea"/>
                <a:cs typeface="+mn-cs"/>
              </a:rPr>
              <a:t>ISA supplemented with high-level language (HLL) library calls. Any system</a:t>
            </a:r>
          </a:p>
          <a:p>
            <a:r>
              <a:rPr lang="en-US" sz="1200" kern="1200" baseline="0" dirty="0">
                <a:solidFill>
                  <a:schemeClr val="tx1"/>
                </a:solidFill>
                <a:latin typeface="+mn-lt"/>
                <a:ea typeface="+mn-ea"/>
                <a:cs typeface="+mn-cs"/>
              </a:rPr>
              <a:t>calls are usually performed through libraries. Using an API enables application</a:t>
            </a:r>
          </a:p>
          <a:p>
            <a:r>
              <a:rPr lang="en-US" sz="1200" kern="1200" baseline="0" dirty="0">
                <a:solidFill>
                  <a:schemeClr val="tx1"/>
                </a:solidFill>
                <a:latin typeface="+mn-lt"/>
                <a:ea typeface="+mn-ea"/>
                <a:cs typeface="+mn-cs"/>
              </a:rPr>
              <a:t>software to be ported easily, through recompilation, to other systems that</a:t>
            </a:r>
          </a:p>
          <a:p>
            <a:r>
              <a:rPr lang="en-US" sz="1200" kern="1200" baseline="0" dirty="0">
                <a:solidFill>
                  <a:schemeClr val="tx1"/>
                </a:solidFill>
                <a:latin typeface="+mn-lt"/>
                <a:ea typeface="+mn-ea"/>
                <a:cs typeface="+mn-cs"/>
              </a:rPr>
              <a:t>support the same API.</a:t>
            </a:r>
          </a:p>
          <a:p>
            <a:endParaRPr lang="en-US" sz="1200" kern="1200" baseline="0" dirty="0">
              <a:solidFill>
                <a:schemeClr val="tx1"/>
              </a:solidFill>
              <a:latin typeface="+mn-lt"/>
              <a:ea typeface="+mn-ea"/>
              <a:cs typeface="+mn-cs"/>
            </a:endParaRPr>
          </a:p>
          <a:p>
            <a:endParaRPr lang="en-US" sz="1200" kern="1200" baseline="0" dirty="0">
              <a:solidFill>
                <a:schemeClr val="tx1"/>
              </a:solidFill>
              <a:latin typeface="+mn-lt"/>
              <a:ea typeface="+mn-ea"/>
              <a:cs typeface="+mn-cs"/>
            </a:endParaRPr>
          </a:p>
          <a:p>
            <a:pPr algn="l" fontAlgn="base"/>
            <a:r>
              <a:rPr lang="en-US" b="0" i="0" dirty="0">
                <a:solidFill>
                  <a:srgbClr val="242729"/>
                </a:solidFill>
                <a:effectLst/>
                <a:latin typeface="Arial" panose="020B0604020202020204" pitchFamily="34" charset="0"/>
              </a:rPr>
              <a:t>API: Application Program Interface</a:t>
            </a:r>
          </a:p>
          <a:p>
            <a:pPr algn="l" fontAlgn="base"/>
            <a:r>
              <a:rPr lang="en-US" b="0" i="0" dirty="0">
                <a:solidFill>
                  <a:srgbClr val="242729"/>
                </a:solidFill>
                <a:effectLst/>
                <a:latin typeface="Arial" panose="020B0604020202020204" pitchFamily="34" charset="0"/>
              </a:rPr>
              <a:t>This is the set of public types/variables/functions that you expose from your application/library.</a:t>
            </a:r>
          </a:p>
          <a:p>
            <a:pPr algn="l" fontAlgn="base"/>
            <a:r>
              <a:rPr lang="en-US" b="0" i="0" dirty="0">
                <a:solidFill>
                  <a:srgbClr val="242729"/>
                </a:solidFill>
                <a:effectLst/>
                <a:latin typeface="Arial" panose="020B0604020202020204" pitchFamily="34" charset="0"/>
              </a:rPr>
              <a:t>In C/C++ this is what you expose in the header files that you ship with the application.</a:t>
            </a:r>
          </a:p>
          <a:p>
            <a:pPr algn="l" fontAlgn="base"/>
            <a:endParaRPr lang="en-US" b="0" i="0" dirty="0">
              <a:solidFill>
                <a:srgbClr val="242729"/>
              </a:solidFill>
              <a:effectLst/>
              <a:latin typeface="Arial" panose="020B0604020202020204" pitchFamily="34" charset="0"/>
            </a:endParaRPr>
          </a:p>
          <a:p>
            <a:pPr algn="l" fontAlgn="base"/>
            <a:r>
              <a:rPr lang="en-US" b="0" i="0" dirty="0">
                <a:solidFill>
                  <a:srgbClr val="242729"/>
                </a:solidFill>
                <a:effectLst/>
                <a:latin typeface="Arial" panose="020B0604020202020204" pitchFamily="34" charset="0"/>
              </a:rPr>
              <a:t>ABI: Application Binary Interface</a:t>
            </a:r>
          </a:p>
          <a:p>
            <a:pPr algn="l" fontAlgn="base"/>
            <a:r>
              <a:rPr lang="en-US" b="0" i="0" dirty="0">
                <a:solidFill>
                  <a:srgbClr val="242729"/>
                </a:solidFill>
                <a:effectLst/>
                <a:latin typeface="Arial" panose="020B0604020202020204" pitchFamily="34" charset="0"/>
              </a:rPr>
              <a:t>This is how the compiler builds an application.</a:t>
            </a:r>
            <a:br>
              <a:rPr lang="en-US" b="0" i="0" dirty="0">
                <a:solidFill>
                  <a:srgbClr val="242729"/>
                </a:solidFill>
                <a:effectLst/>
                <a:latin typeface="Arial" panose="020B0604020202020204" pitchFamily="34" charset="0"/>
              </a:rPr>
            </a:br>
            <a:r>
              <a:rPr lang="en-US" b="0" i="0" dirty="0">
                <a:solidFill>
                  <a:srgbClr val="242729"/>
                </a:solidFill>
                <a:effectLst/>
                <a:latin typeface="Arial" panose="020B0604020202020204" pitchFamily="34" charset="0"/>
              </a:rPr>
              <a:t>It defines things (but is not limited to):</a:t>
            </a:r>
          </a:p>
          <a:p>
            <a:pPr algn="l" fontAlgn="base">
              <a:buFont typeface="Arial" panose="020B0604020202020204" pitchFamily="34" charset="0"/>
              <a:buChar char="•"/>
            </a:pPr>
            <a:r>
              <a:rPr lang="en-US" b="0" i="0" dirty="0">
                <a:solidFill>
                  <a:srgbClr val="242729"/>
                </a:solidFill>
                <a:effectLst/>
                <a:latin typeface="inherit"/>
              </a:rPr>
              <a:t>How parameters are passed to functions (registers/stack).</a:t>
            </a:r>
          </a:p>
          <a:p>
            <a:pPr algn="l" fontAlgn="base">
              <a:buFont typeface="Arial" panose="020B0604020202020204" pitchFamily="34" charset="0"/>
              <a:buChar char="•"/>
            </a:pPr>
            <a:r>
              <a:rPr lang="en-US" b="0" i="0" dirty="0">
                <a:solidFill>
                  <a:srgbClr val="242729"/>
                </a:solidFill>
                <a:effectLst/>
                <a:latin typeface="inherit"/>
              </a:rPr>
              <a:t>Who cleans parameters from the stack (caller/callee).</a:t>
            </a:r>
          </a:p>
          <a:p>
            <a:pPr algn="l" fontAlgn="base">
              <a:buFont typeface="Arial" panose="020B0604020202020204" pitchFamily="34" charset="0"/>
              <a:buChar char="•"/>
            </a:pPr>
            <a:r>
              <a:rPr lang="en-US" b="0" i="0" dirty="0">
                <a:solidFill>
                  <a:srgbClr val="242729"/>
                </a:solidFill>
                <a:effectLst/>
                <a:latin typeface="inherit"/>
              </a:rPr>
              <a:t>Where the return value is placed for return.</a:t>
            </a:r>
          </a:p>
          <a:p>
            <a:pPr algn="l" fontAlgn="base">
              <a:buFont typeface="Arial" panose="020B0604020202020204" pitchFamily="34" charset="0"/>
              <a:buChar char="•"/>
            </a:pPr>
            <a:r>
              <a:rPr lang="en-US" b="0" i="0" dirty="0">
                <a:solidFill>
                  <a:srgbClr val="242729"/>
                </a:solidFill>
                <a:effectLst/>
                <a:latin typeface="inherit"/>
              </a:rPr>
              <a:t>How exceptions propagate.</a:t>
            </a:r>
          </a:p>
          <a:p>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6</a:t>
            </a:fld>
            <a:endParaRPr 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A computer is a set of resources for the movement, storage, and processing of data</a:t>
            </a:r>
          </a:p>
          <a:p>
            <a:r>
              <a:rPr lang="en-US" sz="1200" kern="1200" baseline="0" dirty="0">
                <a:solidFill>
                  <a:schemeClr val="tx1"/>
                </a:solidFill>
                <a:latin typeface="+mn-lt"/>
                <a:ea typeface="+mn-ea"/>
                <a:cs typeface="+mn-cs"/>
              </a:rPr>
              <a:t>and for the control of these functions. The OS is responsible for managing these</a:t>
            </a:r>
          </a:p>
          <a:p>
            <a:r>
              <a:rPr lang="en-US" sz="1200" kern="1200" baseline="0" dirty="0">
                <a:solidFill>
                  <a:schemeClr val="tx1"/>
                </a:solidFill>
                <a:latin typeface="+mn-lt"/>
                <a:ea typeface="+mn-ea"/>
                <a:cs typeface="+mn-cs"/>
              </a:rPr>
              <a:t>resources.</a:t>
            </a:r>
          </a:p>
          <a:p>
            <a:endParaRPr lang="en-US" sz="1200" kern="1200" baseline="0" dirty="0">
              <a:solidFill>
                <a:schemeClr val="tx1"/>
              </a:solidFill>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7</a:t>
            </a:fld>
            <a:endParaRPr 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The OS, as a control mechanism is unusual in two respects: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The OS functions in the same way as ordinary computer software; that is, it is</a:t>
            </a:r>
          </a:p>
          <a:p>
            <a:r>
              <a:rPr lang="en-US" sz="1200" kern="1200" baseline="0" dirty="0">
                <a:solidFill>
                  <a:schemeClr val="tx1"/>
                </a:solidFill>
                <a:latin typeface="+mn-lt"/>
                <a:ea typeface="+mn-ea"/>
                <a:cs typeface="+mn-cs"/>
              </a:rPr>
              <a:t>a program or suite of programs executed by the processor.</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The OS frequently relinquishes control and must depend on the processor to</a:t>
            </a:r>
          </a:p>
          <a:p>
            <a:r>
              <a:rPr lang="en-US" sz="1200" kern="1200" baseline="0" dirty="0">
                <a:solidFill>
                  <a:schemeClr val="tx1"/>
                </a:solidFill>
                <a:latin typeface="+mn-lt"/>
                <a:ea typeface="+mn-ea"/>
                <a:cs typeface="+mn-cs"/>
              </a:rPr>
              <a:t>allow it to regain control.</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Like other computer programs, the OS provides instructions for the processor.</a:t>
            </a:r>
          </a:p>
          <a:p>
            <a:r>
              <a:rPr lang="en-US" sz="1200" kern="1200" baseline="0" dirty="0">
                <a:solidFill>
                  <a:schemeClr val="tx1"/>
                </a:solidFill>
                <a:latin typeface="+mn-lt"/>
                <a:ea typeface="+mn-ea"/>
                <a:cs typeface="+mn-cs"/>
              </a:rPr>
              <a:t>The key difference is in the intent of the program. The OS directs the processor</a:t>
            </a:r>
          </a:p>
          <a:p>
            <a:r>
              <a:rPr lang="en-US" sz="1200" kern="1200" baseline="0" dirty="0">
                <a:solidFill>
                  <a:schemeClr val="tx1"/>
                </a:solidFill>
                <a:latin typeface="+mn-lt"/>
                <a:ea typeface="+mn-ea"/>
                <a:cs typeface="+mn-cs"/>
              </a:rPr>
              <a:t>in the use of the other system resources and in the timing of its execution of other</a:t>
            </a:r>
          </a:p>
          <a:p>
            <a:r>
              <a:rPr lang="en-US" sz="1200" kern="1200" baseline="0" dirty="0">
                <a:solidFill>
                  <a:schemeClr val="tx1"/>
                </a:solidFill>
                <a:latin typeface="+mn-lt"/>
                <a:ea typeface="+mn-ea"/>
                <a:cs typeface="+mn-cs"/>
              </a:rPr>
              <a:t>programs. But in order for the processor to do any of these things, it must cease</a:t>
            </a:r>
          </a:p>
          <a:p>
            <a:r>
              <a:rPr lang="en-US" sz="1200" kern="1200" baseline="0" dirty="0">
                <a:solidFill>
                  <a:schemeClr val="tx1"/>
                </a:solidFill>
                <a:latin typeface="+mn-lt"/>
                <a:ea typeface="+mn-ea"/>
                <a:cs typeface="+mn-cs"/>
              </a:rPr>
              <a:t>executing the OS program and execute other programs. Thus, the OS relinquishes</a:t>
            </a:r>
          </a:p>
          <a:p>
            <a:r>
              <a:rPr lang="en-US" sz="1200" kern="1200" baseline="0" dirty="0">
                <a:solidFill>
                  <a:schemeClr val="tx1"/>
                </a:solidFill>
                <a:latin typeface="+mn-lt"/>
                <a:ea typeface="+mn-ea"/>
                <a:cs typeface="+mn-cs"/>
              </a:rPr>
              <a:t>control for the processor to do some “useful” work and then resumes control long</a:t>
            </a:r>
          </a:p>
          <a:p>
            <a:r>
              <a:rPr lang="en-US" sz="1200" kern="1200" baseline="0" dirty="0">
                <a:solidFill>
                  <a:schemeClr val="tx1"/>
                </a:solidFill>
                <a:latin typeface="+mn-lt"/>
                <a:ea typeface="+mn-ea"/>
                <a:cs typeface="+mn-cs"/>
              </a:rPr>
              <a:t>enough to prepare the processor to do the next piece of work. The mechanisms</a:t>
            </a:r>
          </a:p>
          <a:p>
            <a:r>
              <a:rPr lang="en-US" sz="1200" kern="1200" baseline="0" dirty="0">
                <a:solidFill>
                  <a:schemeClr val="tx1"/>
                </a:solidFill>
                <a:latin typeface="+mn-lt"/>
                <a:ea typeface="+mn-ea"/>
                <a:cs typeface="+mn-cs"/>
              </a:rPr>
              <a:t>involved in all this should become clear as the chapter proceeds.</a:t>
            </a:r>
            <a:endParaRPr lang="en-US" b="1"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8</a:t>
            </a:fld>
            <a:endParaRPr 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Figure 2.2 suggests the main resources that are managed by the OS. A portion</a:t>
            </a:r>
          </a:p>
          <a:p>
            <a:r>
              <a:rPr lang="en-US" sz="1200" kern="1200" baseline="0" dirty="0">
                <a:solidFill>
                  <a:schemeClr val="tx1"/>
                </a:solidFill>
                <a:latin typeface="+mn-lt"/>
                <a:ea typeface="+mn-ea"/>
                <a:cs typeface="+mn-cs"/>
              </a:rPr>
              <a:t>of the OS is in main memory. This includes the </a:t>
            </a:r>
            <a:r>
              <a:rPr lang="en-US" sz="1200" b="1" kern="1200" baseline="0" dirty="0">
                <a:solidFill>
                  <a:schemeClr val="tx1"/>
                </a:solidFill>
                <a:latin typeface="+mn-lt"/>
                <a:ea typeface="+mn-ea"/>
                <a:cs typeface="+mn-cs"/>
              </a:rPr>
              <a:t>kernel , or nucleus , which contains</a:t>
            </a:r>
          </a:p>
          <a:p>
            <a:r>
              <a:rPr lang="en-US" sz="1200" kern="1200" baseline="0" dirty="0">
                <a:solidFill>
                  <a:schemeClr val="tx1"/>
                </a:solidFill>
                <a:latin typeface="+mn-lt"/>
                <a:ea typeface="+mn-ea"/>
                <a:cs typeface="+mn-cs"/>
              </a:rPr>
              <a:t>the most frequently used functions in the OS and, at a given time, other portions</a:t>
            </a:r>
          </a:p>
          <a:p>
            <a:r>
              <a:rPr lang="en-US" sz="1200" kern="1200" baseline="0" dirty="0">
                <a:solidFill>
                  <a:schemeClr val="tx1"/>
                </a:solidFill>
                <a:latin typeface="+mn-lt"/>
                <a:ea typeface="+mn-ea"/>
                <a:cs typeface="+mn-cs"/>
              </a:rPr>
              <a:t>of the OS currently in use. The remainder of main memory contains user programs</a:t>
            </a:r>
          </a:p>
          <a:p>
            <a:r>
              <a:rPr lang="en-US" sz="1200" kern="1200" baseline="0" dirty="0">
                <a:solidFill>
                  <a:schemeClr val="tx1"/>
                </a:solidFill>
                <a:latin typeface="+mn-lt"/>
                <a:ea typeface="+mn-ea"/>
                <a:cs typeface="+mn-cs"/>
              </a:rPr>
              <a:t>and data. The memory management hardware in the processor and the OS jointly</a:t>
            </a:r>
          </a:p>
          <a:p>
            <a:r>
              <a:rPr lang="en-US" sz="1200" kern="1200" baseline="0" dirty="0">
                <a:solidFill>
                  <a:schemeClr val="tx1"/>
                </a:solidFill>
                <a:latin typeface="+mn-lt"/>
                <a:ea typeface="+mn-ea"/>
                <a:cs typeface="+mn-cs"/>
              </a:rPr>
              <a:t>control the allocation of main memory, as we shall see. The OS decides when an I/O</a:t>
            </a:r>
          </a:p>
          <a:p>
            <a:r>
              <a:rPr lang="en-US" sz="1200" kern="1200" baseline="0" dirty="0">
                <a:solidFill>
                  <a:schemeClr val="tx1"/>
                </a:solidFill>
                <a:latin typeface="+mn-lt"/>
                <a:ea typeface="+mn-ea"/>
                <a:cs typeface="+mn-cs"/>
              </a:rPr>
              <a:t>device can be used by a program in execution and controls access to and use of files.</a:t>
            </a:r>
          </a:p>
          <a:p>
            <a:r>
              <a:rPr lang="en-US" sz="1200" kern="1200" baseline="0" dirty="0">
                <a:solidFill>
                  <a:schemeClr val="tx1"/>
                </a:solidFill>
                <a:latin typeface="+mn-lt"/>
                <a:ea typeface="+mn-ea"/>
                <a:cs typeface="+mn-cs"/>
              </a:rPr>
              <a:t>The processor itself is a resource, and the OS must determine how much processor</a:t>
            </a:r>
          </a:p>
          <a:p>
            <a:r>
              <a:rPr lang="en-US" sz="1200" kern="1200" baseline="0" dirty="0">
                <a:solidFill>
                  <a:schemeClr val="tx1"/>
                </a:solidFill>
                <a:latin typeface="+mn-lt"/>
                <a:ea typeface="+mn-ea"/>
                <a:cs typeface="+mn-cs"/>
              </a:rPr>
              <a:t>time is to be devoted to the execution of a particular user program. In the case of a</a:t>
            </a:r>
          </a:p>
          <a:p>
            <a:r>
              <a:rPr lang="en-US" sz="1200" kern="1200" baseline="0" dirty="0">
                <a:solidFill>
                  <a:schemeClr val="tx1"/>
                </a:solidFill>
                <a:latin typeface="+mn-lt"/>
                <a:ea typeface="+mn-ea"/>
                <a:cs typeface="+mn-cs"/>
              </a:rPr>
              <a:t>multiple-processor system, this decision must span all of the processors.</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9</a:t>
            </a:fld>
            <a:endParaRPr 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fontScale="77500" lnSpcReduction="20000"/>
          </a:bodyPr>
          <a:lstStyle/>
          <a:p>
            <a:r>
              <a:rPr lang="en-US" sz="1200" kern="1200" baseline="0" dirty="0">
                <a:solidFill>
                  <a:schemeClr val="tx1"/>
                </a:solidFill>
                <a:latin typeface="+mn-lt"/>
                <a:ea typeface="+mn-ea"/>
                <a:cs typeface="+mn-cs"/>
              </a:rPr>
              <a:t>A major OS will evolve over time for a number of reasons: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t>
            </a:r>
            <a:r>
              <a:rPr lang="en-US" sz="1200" b="1" kern="1200" baseline="0" dirty="0">
                <a:solidFill>
                  <a:schemeClr val="tx1"/>
                </a:solidFill>
                <a:latin typeface="+mn-lt"/>
                <a:ea typeface="+mn-ea"/>
                <a:cs typeface="+mn-cs"/>
              </a:rPr>
              <a:t>Hardware upgrades plus new types of hardware: For example, early versions</a:t>
            </a:r>
          </a:p>
          <a:p>
            <a:r>
              <a:rPr lang="en-US" sz="1200" kern="1200" baseline="0" dirty="0">
                <a:solidFill>
                  <a:schemeClr val="tx1"/>
                </a:solidFill>
                <a:latin typeface="+mn-lt"/>
                <a:ea typeface="+mn-ea"/>
                <a:cs typeface="+mn-cs"/>
              </a:rPr>
              <a:t>of UNIX and the Macintosh OS did not employ a paging mechanism because</a:t>
            </a:r>
          </a:p>
          <a:p>
            <a:r>
              <a:rPr lang="en-US" sz="1200" kern="1200" baseline="0" dirty="0">
                <a:solidFill>
                  <a:schemeClr val="tx1"/>
                </a:solidFill>
                <a:latin typeface="+mn-lt"/>
                <a:ea typeface="+mn-ea"/>
                <a:cs typeface="+mn-cs"/>
              </a:rPr>
              <a:t>they were run on processors without paging hardware. Subsequent versions</a:t>
            </a:r>
          </a:p>
          <a:p>
            <a:r>
              <a:rPr lang="en-US" sz="1200" kern="1200" baseline="0" dirty="0">
                <a:solidFill>
                  <a:schemeClr val="tx1"/>
                </a:solidFill>
                <a:latin typeface="+mn-lt"/>
                <a:ea typeface="+mn-ea"/>
                <a:cs typeface="+mn-cs"/>
              </a:rPr>
              <a:t>of these operating systems were modified to exploit paging capabilities. Also,</a:t>
            </a:r>
          </a:p>
          <a:p>
            <a:r>
              <a:rPr lang="en-US" sz="1200" kern="1200" baseline="0" dirty="0">
                <a:solidFill>
                  <a:schemeClr val="tx1"/>
                </a:solidFill>
                <a:latin typeface="+mn-lt"/>
                <a:ea typeface="+mn-ea"/>
                <a:cs typeface="+mn-cs"/>
              </a:rPr>
              <a:t>the use of graphics terminals and page-mode terminals instead of line-at-a time</a:t>
            </a:r>
          </a:p>
          <a:p>
            <a:r>
              <a:rPr lang="en-US" sz="1200" kern="1200" baseline="0" dirty="0">
                <a:solidFill>
                  <a:schemeClr val="tx1"/>
                </a:solidFill>
                <a:latin typeface="+mn-lt"/>
                <a:ea typeface="+mn-ea"/>
                <a:cs typeface="+mn-cs"/>
              </a:rPr>
              <a:t>scroll mode terminals affects OS design. For example, a graphics terminal</a:t>
            </a:r>
          </a:p>
          <a:p>
            <a:r>
              <a:rPr lang="en-US" sz="1200" kern="1200" baseline="0" dirty="0">
                <a:solidFill>
                  <a:schemeClr val="tx1"/>
                </a:solidFill>
                <a:latin typeface="+mn-lt"/>
                <a:ea typeface="+mn-ea"/>
                <a:cs typeface="+mn-cs"/>
              </a:rPr>
              <a:t>typically allows the user to view several applications at the same time through</a:t>
            </a:r>
          </a:p>
          <a:p>
            <a:r>
              <a:rPr lang="en-US" sz="1200" kern="1200" baseline="0" dirty="0">
                <a:solidFill>
                  <a:schemeClr val="tx1"/>
                </a:solidFill>
                <a:latin typeface="+mn-lt"/>
                <a:ea typeface="+mn-ea"/>
                <a:cs typeface="+mn-cs"/>
              </a:rPr>
              <a:t>“windows” on the screen. This requires more sophisticated support in the OS.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t>
            </a:r>
            <a:r>
              <a:rPr lang="en-US" sz="1200" b="1" kern="1200" baseline="0" dirty="0">
                <a:solidFill>
                  <a:schemeClr val="tx1"/>
                </a:solidFill>
                <a:latin typeface="+mn-lt"/>
                <a:ea typeface="+mn-ea"/>
                <a:cs typeface="+mn-cs"/>
              </a:rPr>
              <a:t>New services: In response to user demand or in response to the needs of system</a:t>
            </a:r>
          </a:p>
          <a:p>
            <a:r>
              <a:rPr lang="en-US" sz="1200" kern="1200" baseline="0" dirty="0">
                <a:solidFill>
                  <a:schemeClr val="tx1"/>
                </a:solidFill>
                <a:latin typeface="+mn-lt"/>
                <a:ea typeface="+mn-ea"/>
                <a:cs typeface="+mn-cs"/>
              </a:rPr>
              <a:t>managers, the OS expands to offer new services. For example, if it is found</a:t>
            </a:r>
          </a:p>
          <a:p>
            <a:r>
              <a:rPr lang="en-US" sz="1200" kern="1200" baseline="0" dirty="0">
                <a:solidFill>
                  <a:schemeClr val="tx1"/>
                </a:solidFill>
                <a:latin typeface="+mn-lt"/>
                <a:ea typeface="+mn-ea"/>
                <a:cs typeface="+mn-cs"/>
              </a:rPr>
              <a:t>to be difficult to maintain good performance for users with existing tools, new</a:t>
            </a:r>
          </a:p>
          <a:p>
            <a:r>
              <a:rPr lang="en-US" sz="1200" kern="1200" baseline="0" dirty="0">
                <a:solidFill>
                  <a:schemeClr val="tx1"/>
                </a:solidFill>
                <a:latin typeface="+mn-lt"/>
                <a:ea typeface="+mn-ea"/>
                <a:cs typeface="+mn-cs"/>
              </a:rPr>
              <a:t>measurement and control tools may be added to the OS.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t>
            </a:r>
            <a:r>
              <a:rPr lang="en-US" sz="1200" b="1" kern="1200" baseline="0" dirty="0">
                <a:solidFill>
                  <a:schemeClr val="tx1"/>
                </a:solidFill>
                <a:latin typeface="+mn-lt"/>
                <a:ea typeface="+mn-ea"/>
                <a:cs typeface="+mn-cs"/>
              </a:rPr>
              <a:t>Fixes: Any OS has faults. These are discovered over the course of time and</a:t>
            </a:r>
          </a:p>
          <a:p>
            <a:r>
              <a:rPr lang="en-US" sz="1200" kern="1200" baseline="0" dirty="0">
                <a:solidFill>
                  <a:schemeClr val="tx1"/>
                </a:solidFill>
                <a:latin typeface="+mn-lt"/>
                <a:ea typeface="+mn-ea"/>
                <a:cs typeface="+mn-cs"/>
              </a:rPr>
              <a:t>fixes are made. Of course, the fix may introduce new faults.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The need to change an OS regularly places certain requirements on its design.</a:t>
            </a:r>
          </a:p>
          <a:p>
            <a:r>
              <a:rPr lang="en-US" sz="1200" kern="1200" baseline="0" dirty="0">
                <a:solidFill>
                  <a:schemeClr val="tx1"/>
                </a:solidFill>
                <a:latin typeface="+mn-lt"/>
                <a:ea typeface="+mn-ea"/>
                <a:cs typeface="+mn-cs"/>
              </a:rPr>
              <a:t>An obvious statement is that the system should be modular in construction, with</a:t>
            </a:r>
          </a:p>
          <a:p>
            <a:r>
              <a:rPr lang="en-US" sz="1200" kern="1200" baseline="0" dirty="0">
                <a:solidFill>
                  <a:schemeClr val="tx1"/>
                </a:solidFill>
                <a:latin typeface="+mn-lt"/>
                <a:ea typeface="+mn-ea"/>
                <a:cs typeface="+mn-cs"/>
              </a:rPr>
              <a:t>clearly defined interfaces between the modules, and that it should be well documented.</a:t>
            </a:r>
          </a:p>
          <a:p>
            <a:r>
              <a:rPr lang="en-US" sz="1200" kern="1200" baseline="0" dirty="0">
                <a:solidFill>
                  <a:schemeClr val="tx1"/>
                </a:solidFill>
                <a:latin typeface="+mn-lt"/>
                <a:ea typeface="+mn-ea"/>
                <a:cs typeface="+mn-cs"/>
              </a:rPr>
              <a:t>For large programs, such as the typical contemporary OS, what might be</a:t>
            </a:r>
          </a:p>
          <a:p>
            <a:r>
              <a:rPr lang="en-US" sz="1200" kern="1200" baseline="0" dirty="0">
                <a:solidFill>
                  <a:schemeClr val="tx1"/>
                </a:solidFill>
                <a:latin typeface="+mn-lt"/>
                <a:ea typeface="+mn-ea"/>
                <a:cs typeface="+mn-cs"/>
              </a:rPr>
              <a:t>referred to as straightforward modularization is inadequate [DENN80a]. That is,</a:t>
            </a:r>
          </a:p>
          <a:p>
            <a:r>
              <a:rPr lang="en-US" sz="1200" kern="1200" baseline="0" dirty="0">
                <a:solidFill>
                  <a:schemeClr val="tx1"/>
                </a:solidFill>
                <a:latin typeface="+mn-lt"/>
                <a:ea typeface="+mn-ea"/>
                <a:cs typeface="+mn-cs"/>
              </a:rPr>
              <a:t>much more must be done than simply partitioning a program into modules. We</a:t>
            </a:r>
          </a:p>
          <a:p>
            <a:r>
              <a:rPr lang="en-US" sz="1200" kern="1200" baseline="0" dirty="0">
                <a:solidFill>
                  <a:schemeClr val="tx1"/>
                </a:solidFill>
                <a:latin typeface="+mn-lt"/>
                <a:ea typeface="+mn-ea"/>
                <a:cs typeface="+mn-cs"/>
              </a:rPr>
              <a:t>return to this topic later in this chapter.</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10</a:t>
            </a:fld>
            <a:endParaRPr 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dirty="0" err="1"/>
              <a:t>eh·vuh·loo·shn</a:t>
            </a:r>
            <a:endParaRPr lang="en-NZ" dirty="0"/>
          </a:p>
          <a:p>
            <a:endParaRPr lang="en-NZ" dirty="0"/>
          </a:p>
          <a:p>
            <a:r>
              <a:rPr lang="en-NZ" dirty="0"/>
              <a:t>In attempting to understand the key requirements for an OS and the significance of the major features of a contemporary OS, it is useful to consider how operating systems have evolved over the years.</a:t>
            </a:r>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11</a:t>
            </a:fld>
            <a:endParaRPr 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fontScale="55000" lnSpcReduction="20000"/>
          </a:bodyPr>
          <a:lstStyle/>
          <a:p>
            <a:r>
              <a:rPr lang="en-US" sz="1200" kern="1200" baseline="0" dirty="0">
                <a:solidFill>
                  <a:schemeClr val="tx1"/>
                </a:solidFill>
                <a:latin typeface="+mn-lt"/>
                <a:ea typeface="+mn-ea"/>
                <a:cs typeface="+mn-cs"/>
              </a:rPr>
              <a:t>With the earliest computers, from the late 1940s to the mid-1950s, the programmer</a:t>
            </a:r>
          </a:p>
          <a:p>
            <a:r>
              <a:rPr lang="en-US" sz="1200" kern="1200" baseline="0" dirty="0">
                <a:solidFill>
                  <a:schemeClr val="tx1"/>
                </a:solidFill>
                <a:latin typeface="+mn-lt"/>
                <a:ea typeface="+mn-ea"/>
                <a:cs typeface="+mn-cs"/>
              </a:rPr>
              <a:t>interacted directly with the computer hardware; there was no OS. These computers</a:t>
            </a:r>
          </a:p>
          <a:p>
            <a:r>
              <a:rPr lang="en-US" sz="1200" kern="1200" baseline="0" dirty="0">
                <a:solidFill>
                  <a:schemeClr val="tx1"/>
                </a:solidFill>
                <a:latin typeface="+mn-lt"/>
                <a:ea typeface="+mn-ea"/>
                <a:cs typeface="+mn-cs"/>
              </a:rPr>
              <a:t>were run from a console consisting of display lights, toggle switches, some form of</a:t>
            </a:r>
          </a:p>
          <a:p>
            <a:r>
              <a:rPr lang="en-US" sz="1200" kern="1200" baseline="0" dirty="0">
                <a:solidFill>
                  <a:schemeClr val="tx1"/>
                </a:solidFill>
                <a:latin typeface="+mn-lt"/>
                <a:ea typeface="+mn-ea"/>
                <a:cs typeface="+mn-cs"/>
              </a:rPr>
              <a:t>input device, and a printer. Programs in machine code were loaded via the input</a:t>
            </a:r>
          </a:p>
          <a:p>
            <a:r>
              <a:rPr lang="en-US" sz="1200" kern="1200" baseline="0" dirty="0">
                <a:solidFill>
                  <a:schemeClr val="tx1"/>
                </a:solidFill>
                <a:latin typeface="+mn-lt"/>
                <a:ea typeface="+mn-ea"/>
                <a:cs typeface="+mn-cs"/>
              </a:rPr>
              <a:t>device (e.g., a card reader). If an error halted the program, the error condition was</a:t>
            </a:r>
          </a:p>
          <a:p>
            <a:r>
              <a:rPr lang="en-US" sz="1200" kern="1200" baseline="0" dirty="0">
                <a:solidFill>
                  <a:schemeClr val="tx1"/>
                </a:solidFill>
                <a:latin typeface="+mn-lt"/>
                <a:ea typeface="+mn-ea"/>
                <a:cs typeface="+mn-cs"/>
              </a:rPr>
              <a:t>indicated by the lights. If the program proceeded to a normal completion, the output</a:t>
            </a:r>
          </a:p>
          <a:p>
            <a:r>
              <a:rPr lang="en-US" sz="1200" kern="1200" baseline="0" dirty="0">
                <a:solidFill>
                  <a:schemeClr val="tx1"/>
                </a:solidFill>
                <a:latin typeface="+mn-lt"/>
                <a:ea typeface="+mn-ea"/>
                <a:cs typeface="+mn-cs"/>
              </a:rPr>
              <a:t>appeared on the printer.</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https://</a:t>
            </a:r>
            <a:r>
              <a:rPr lang="en-US" sz="1200" kern="1200" baseline="0" dirty="0" err="1">
                <a:solidFill>
                  <a:schemeClr val="tx1"/>
                </a:solidFill>
                <a:latin typeface="+mn-lt"/>
                <a:ea typeface="+mn-ea"/>
                <a:cs typeface="+mn-cs"/>
              </a:rPr>
              <a:t>www.youtube.com</a:t>
            </a:r>
            <a:r>
              <a:rPr lang="en-US" sz="1200" kern="1200" baseline="0" dirty="0">
                <a:solidFill>
                  <a:schemeClr val="tx1"/>
                </a:solidFill>
                <a:latin typeface="+mn-lt"/>
                <a:ea typeface="+mn-ea"/>
                <a:cs typeface="+mn-cs"/>
              </a:rPr>
              <a:t>/</a:t>
            </a:r>
            <a:r>
              <a:rPr lang="en-US" sz="1200" kern="1200" baseline="0" dirty="0" err="1">
                <a:solidFill>
                  <a:schemeClr val="tx1"/>
                </a:solidFill>
                <a:latin typeface="+mn-lt"/>
                <a:ea typeface="+mn-ea"/>
                <a:cs typeface="+mn-cs"/>
              </a:rPr>
              <a:t>watch?v</a:t>
            </a:r>
            <a:r>
              <a:rPr lang="en-US" sz="1200" kern="1200" baseline="0" dirty="0">
                <a:solidFill>
                  <a:schemeClr val="tx1"/>
                </a:solidFill>
                <a:latin typeface="+mn-lt"/>
                <a:ea typeface="+mn-ea"/>
                <a:cs typeface="+mn-cs"/>
              </a:rPr>
              <a:t>=bGk9W65vXNA</a:t>
            </a:r>
          </a:p>
          <a:p>
            <a:endParaRPr lang="en-US" sz="1200" kern="1200" baseline="0" dirty="0">
              <a:solidFill>
                <a:schemeClr val="tx1"/>
              </a:solidFill>
              <a:latin typeface="+mn-lt"/>
              <a:ea typeface="+mn-ea"/>
              <a:cs typeface="+mn-cs"/>
            </a:endParaRP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These early systems presented two main problems: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t>
            </a:r>
            <a:r>
              <a:rPr lang="en-US" sz="1200" b="1" kern="1200" baseline="0" dirty="0">
                <a:solidFill>
                  <a:schemeClr val="tx1"/>
                </a:solidFill>
                <a:latin typeface="+mn-lt"/>
                <a:ea typeface="+mn-ea"/>
                <a:cs typeface="+mn-cs"/>
              </a:rPr>
              <a:t>Scheduling : Most installations used a hardcopy sign-up sheet to reserve computer</a:t>
            </a:r>
          </a:p>
          <a:p>
            <a:r>
              <a:rPr lang="en-US" sz="1200" kern="1200" baseline="0" dirty="0">
                <a:solidFill>
                  <a:schemeClr val="tx1"/>
                </a:solidFill>
                <a:latin typeface="+mn-lt"/>
                <a:ea typeface="+mn-ea"/>
                <a:cs typeface="+mn-cs"/>
              </a:rPr>
              <a:t>time. Typically, a user could sign up for a block of time in multiples of a</a:t>
            </a:r>
          </a:p>
          <a:p>
            <a:r>
              <a:rPr lang="en-US" sz="1200" kern="1200" baseline="0" dirty="0">
                <a:solidFill>
                  <a:schemeClr val="tx1"/>
                </a:solidFill>
                <a:latin typeface="+mn-lt"/>
                <a:ea typeface="+mn-ea"/>
                <a:cs typeface="+mn-cs"/>
              </a:rPr>
              <a:t>half hour or so. A user might sign up for an hour and finish in 45 minutes; this</a:t>
            </a:r>
          </a:p>
          <a:p>
            <a:r>
              <a:rPr lang="en-US" sz="1200" kern="1200" baseline="0" dirty="0">
                <a:solidFill>
                  <a:schemeClr val="tx1"/>
                </a:solidFill>
                <a:latin typeface="+mn-lt"/>
                <a:ea typeface="+mn-ea"/>
                <a:cs typeface="+mn-cs"/>
              </a:rPr>
              <a:t>would result in wasted computer processing time. On the other hand, the user</a:t>
            </a:r>
          </a:p>
          <a:p>
            <a:r>
              <a:rPr lang="en-US" sz="1200" kern="1200" baseline="0" dirty="0">
                <a:solidFill>
                  <a:schemeClr val="tx1"/>
                </a:solidFill>
                <a:latin typeface="+mn-lt"/>
                <a:ea typeface="+mn-ea"/>
                <a:cs typeface="+mn-cs"/>
              </a:rPr>
              <a:t>might run into problems, not finish in the allotted time, and be forced to stop</a:t>
            </a:r>
          </a:p>
          <a:p>
            <a:r>
              <a:rPr lang="en-US" sz="1200" kern="1200" baseline="0" dirty="0">
                <a:solidFill>
                  <a:schemeClr val="tx1"/>
                </a:solidFill>
                <a:latin typeface="+mn-lt"/>
                <a:ea typeface="+mn-ea"/>
                <a:cs typeface="+mn-cs"/>
              </a:rPr>
              <a:t>before resolving the problem.</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t>
            </a:r>
            <a:r>
              <a:rPr lang="en-US" sz="1200" b="1" kern="1200" baseline="0" dirty="0">
                <a:solidFill>
                  <a:schemeClr val="tx1"/>
                </a:solidFill>
                <a:latin typeface="+mn-lt"/>
                <a:ea typeface="+mn-ea"/>
                <a:cs typeface="+mn-cs"/>
              </a:rPr>
              <a:t>Setup time: A single program, called a job , could involve loading the compiler</a:t>
            </a:r>
          </a:p>
          <a:p>
            <a:r>
              <a:rPr lang="en-US" sz="1200" kern="1200" baseline="0" dirty="0">
                <a:solidFill>
                  <a:schemeClr val="tx1"/>
                </a:solidFill>
                <a:latin typeface="+mn-lt"/>
                <a:ea typeface="+mn-ea"/>
                <a:cs typeface="+mn-cs"/>
              </a:rPr>
              <a:t>plus the high-level language program (source program) into memory,</a:t>
            </a:r>
          </a:p>
          <a:p>
            <a:r>
              <a:rPr lang="en-US" sz="1200" kern="1200" baseline="0" dirty="0">
                <a:solidFill>
                  <a:schemeClr val="tx1"/>
                </a:solidFill>
                <a:latin typeface="+mn-lt"/>
                <a:ea typeface="+mn-ea"/>
                <a:cs typeface="+mn-cs"/>
              </a:rPr>
              <a:t>saving the compiled program (object program) and then loading and linking</a:t>
            </a:r>
          </a:p>
          <a:p>
            <a:r>
              <a:rPr lang="en-US" sz="1200" kern="1200" baseline="0" dirty="0">
                <a:solidFill>
                  <a:schemeClr val="tx1"/>
                </a:solidFill>
                <a:latin typeface="+mn-lt"/>
                <a:ea typeface="+mn-ea"/>
                <a:cs typeface="+mn-cs"/>
              </a:rPr>
              <a:t>together the object program and common functions. Each of these steps could</a:t>
            </a:r>
          </a:p>
          <a:p>
            <a:r>
              <a:rPr lang="en-US" sz="1200" kern="1200" baseline="0" dirty="0">
                <a:solidFill>
                  <a:schemeClr val="tx1"/>
                </a:solidFill>
                <a:latin typeface="+mn-lt"/>
                <a:ea typeface="+mn-ea"/>
                <a:cs typeface="+mn-cs"/>
              </a:rPr>
              <a:t>involve mounting or dismounting tapes or setting up card decks. If an error</a:t>
            </a:r>
          </a:p>
          <a:p>
            <a:r>
              <a:rPr lang="en-US" sz="1200" kern="1200" baseline="0" dirty="0">
                <a:solidFill>
                  <a:schemeClr val="tx1"/>
                </a:solidFill>
                <a:latin typeface="+mn-lt"/>
                <a:ea typeface="+mn-ea"/>
                <a:cs typeface="+mn-cs"/>
              </a:rPr>
              <a:t>occurred, the hapless user typically had to go back to the beginning of the</a:t>
            </a:r>
          </a:p>
          <a:p>
            <a:r>
              <a:rPr lang="en-US" sz="1200" kern="1200" baseline="0" dirty="0">
                <a:solidFill>
                  <a:schemeClr val="tx1"/>
                </a:solidFill>
                <a:latin typeface="+mn-lt"/>
                <a:ea typeface="+mn-ea"/>
                <a:cs typeface="+mn-cs"/>
              </a:rPr>
              <a:t>setup sequence. Thus, a considerable amount of time was spent just in setting</a:t>
            </a:r>
          </a:p>
          <a:p>
            <a:r>
              <a:rPr lang="en-US" sz="1200" kern="1200" baseline="0" dirty="0">
                <a:solidFill>
                  <a:schemeClr val="tx1"/>
                </a:solidFill>
                <a:latin typeface="+mn-lt"/>
                <a:ea typeface="+mn-ea"/>
                <a:cs typeface="+mn-cs"/>
              </a:rPr>
              <a:t>up the program to run.</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This mode of operation could be termed </a:t>
            </a:r>
            <a:r>
              <a:rPr lang="en-US" sz="1200" i="1" kern="1200" baseline="0" dirty="0">
                <a:solidFill>
                  <a:schemeClr val="tx1"/>
                </a:solidFill>
                <a:latin typeface="+mn-lt"/>
                <a:ea typeface="+mn-ea"/>
                <a:cs typeface="+mn-cs"/>
              </a:rPr>
              <a:t>serial processing , reflecting the fact</a:t>
            </a:r>
          </a:p>
          <a:p>
            <a:r>
              <a:rPr lang="en-US" sz="1200" kern="1200" baseline="0" dirty="0">
                <a:solidFill>
                  <a:schemeClr val="tx1"/>
                </a:solidFill>
                <a:latin typeface="+mn-lt"/>
                <a:ea typeface="+mn-ea"/>
                <a:cs typeface="+mn-cs"/>
              </a:rPr>
              <a:t>that users have access to the computer in series. Over time, various system software</a:t>
            </a:r>
          </a:p>
          <a:p>
            <a:r>
              <a:rPr lang="en-US" sz="1200" kern="1200" baseline="0" dirty="0">
                <a:solidFill>
                  <a:schemeClr val="tx1"/>
                </a:solidFill>
                <a:latin typeface="+mn-lt"/>
                <a:ea typeface="+mn-ea"/>
                <a:cs typeface="+mn-cs"/>
              </a:rPr>
              <a:t>tools were developed to attempt to make serial processing more efficient. These</a:t>
            </a:r>
          </a:p>
          <a:p>
            <a:r>
              <a:rPr lang="en-US" sz="1200" kern="1200" baseline="0" dirty="0">
                <a:solidFill>
                  <a:schemeClr val="tx1"/>
                </a:solidFill>
                <a:latin typeface="+mn-lt"/>
                <a:ea typeface="+mn-ea"/>
                <a:cs typeface="+mn-cs"/>
              </a:rPr>
              <a:t>include libraries of common functions, linkers, loaders, debuggers, and I/O driver</a:t>
            </a:r>
          </a:p>
          <a:p>
            <a:r>
              <a:rPr lang="en-US" sz="1200" kern="1200" baseline="0" dirty="0">
                <a:solidFill>
                  <a:schemeClr val="tx1"/>
                </a:solidFill>
                <a:latin typeface="+mn-lt"/>
                <a:ea typeface="+mn-ea"/>
                <a:cs typeface="+mn-cs"/>
              </a:rPr>
              <a:t>routines that were available as common software for all users.</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12</a:t>
            </a:fld>
            <a:endParaRPr 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NZ" dirty="0"/>
              <a:t>In attempting to understand the key requirements for an OS and the significance of the major features of a contemporary OS, it is useful to consider how operating systems have evolved over the years.</a:t>
            </a:r>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13</a:t>
            </a:fld>
            <a:endParaRPr lang="en-US" dirty="0"/>
          </a:p>
        </p:txBody>
      </p:sp>
    </p:spTree>
    <p:extLst>
      <p:ext uri="{BB962C8B-B14F-4D97-AF65-F5344CB8AC3E}">
        <p14:creationId xmlns:p14="http://schemas.microsoft.com/office/powerpoint/2010/main" val="79228925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fontScale="92500" lnSpcReduction="10000"/>
          </a:bodyPr>
          <a:lstStyle/>
          <a:p>
            <a:r>
              <a:rPr lang="en-US" sz="1200" kern="1200" baseline="0" dirty="0">
                <a:solidFill>
                  <a:schemeClr val="tx1"/>
                </a:solidFill>
                <a:latin typeface="+mn-lt"/>
                <a:ea typeface="+mn-ea"/>
                <a:cs typeface="+mn-cs"/>
              </a:rPr>
              <a:t>Early computers were very expensive, and therefore it was important to maximize</a:t>
            </a:r>
          </a:p>
          <a:p>
            <a:r>
              <a:rPr lang="en-US" sz="1200" kern="1200" baseline="0" dirty="0">
                <a:solidFill>
                  <a:schemeClr val="tx1"/>
                </a:solidFill>
                <a:latin typeface="+mn-lt"/>
                <a:ea typeface="+mn-ea"/>
                <a:cs typeface="+mn-cs"/>
              </a:rPr>
              <a:t>processor utilization. The wasted time due to scheduling and setup time was</a:t>
            </a:r>
          </a:p>
          <a:p>
            <a:r>
              <a:rPr lang="en-US" sz="1200" kern="1200" baseline="0" dirty="0">
                <a:solidFill>
                  <a:schemeClr val="tx1"/>
                </a:solidFill>
                <a:latin typeface="+mn-lt"/>
                <a:ea typeface="+mn-ea"/>
                <a:cs typeface="+mn-cs"/>
              </a:rPr>
              <a:t>unacceptable.</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To improve utilization, the concept of a batch OS was developed. It appears</a:t>
            </a:r>
          </a:p>
          <a:p>
            <a:r>
              <a:rPr lang="en-US" sz="1200" kern="1200" baseline="0" dirty="0">
                <a:solidFill>
                  <a:schemeClr val="tx1"/>
                </a:solidFill>
                <a:latin typeface="+mn-lt"/>
                <a:ea typeface="+mn-ea"/>
                <a:cs typeface="+mn-cs"/>
              </a:rPr>
              <a:t>that the first batch OS (and the first OS of any kind) was developed in the mid-1950s</a:t>
            </a:r>
          </a:p>
          <a:p>
            <a:r>
              <a:rPr lang="en-US" sz="1200" kern="1200" baseline="0" dirty="0">
                <a:solidFill>
                  <a:schemeClr val="tx1"/>
                </a:solidFill>
                <a:latin typeface="+mn-lt"/>
                <a:ea typeface="+mn-ea"/>
                <a:cs typeface="+mn-cs"/>
              </a:rPr>
              <a:t>by General Motors for use on an IBM 701 [WEIZ81]. The concept was subsequently</a:t>
            </a:r>
          </a:p>
          <a:p>
            <a:r>
              <a:rPr lang="en-US" sz="1200" kern="1200" baseline="0" dirty="0">
                <a:solidFill>
                  <a:schemeClr val="tx1"/>
                </a:solidFill>
                <a:latin typeface="+mn-lt"/>
                <a:ea typeface="+mn-ea"/>
                <a:cs typeface="+mn-cs"/>
              </a:rPr>
              <a:t>refined and implemented on the IBM 704 by a number of IBM customers. By the</a:t>
            </a:r>
          </a:p>
          <a:p>
            <a:r>
              <a:rPr lang="en-US" sz="1200" kern="1200" baseline="0" dirty="0">
                <a:solidFill>
                  <a:schemeClr val="tx1"/>
                </a:solidFill>
                <a:latin typeface="+mn-lt"/>
                <a:ea typeface="+mn-ea"/>
                <a:cs typeface="+mn-cs"/>
              </a:rPr>
              <a:t>early 1960s, a number of vendors had developed batch operating systems for their</a:t>
            </a:r>
          </a:p>
          <a:p>
            <a:r>
              <a:rPr lang="en-US" sz="1200" kern="1200" baseline="0" dirty="0">
                <a:solidFill>
                  <a:schemeClr val="tx1"/>
                </a:solidFill>
                <a:latin typeface="+mn-lt"/>
                <a:ea typeface="+mn-ea"/>
                <a:cs typeface="+mn-cs"/>
              </a:rPr>
              <a:t>computer systems. IBSYS, the IBM OS for the 7090/7094 computers, is particularly</a:t>
            </a:r>
          </a:p>
          <a:p>
            <a:r>
              <a:rPr lang="en-US" sz="1200" kern="1200" baseline="0" dirty="0">
                <a:solidFill>
                  <a:schemeClr val="tx1"/>
                </a:solidFill>
                <a:latin typeface="+mn-lt"/>
                <a:ea typeface="+mn-ea"/>
                <a:cs typeface="+mn-cs"/>
              </a:rPr>
              <a:t>notable because of its widespread influence on other systems.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The central idea behind the simple batch-processing scheme is the use of a</a:t>
            </a:r>
          </a:p>
          <a:p>
            <a:r>
              <a:rPr lang="en-US" sz="1200" kern="1200" baseline="0" dirty="0">
                <a:solidFill>
                  <a:schemeClr val="tx1"/>
                </a:solidFill>
                <a:latin typeface="+mn-lt"/>
                <a:ea typeface="+mn-ea"/>
                <a:cs typeface="+mn-cs"/>
              </a:rPr>
              <a:t>piece of software known as the </a:t>
            </a:r>
            <a:r>
              <a:rPr lang="en-US" sz="1200" b="1" kern="1200" baseline="0" dirty="0">
                <a:solidFill>
                  <a:schemeClr val="tx1"/>
                </a:solidFill>
                <a:latin typeface="+mn-lt"/>
                <a:ea typeface="+mn-ea"/>
                <a:cs typeface="+mn-cs"/>
              </a:rPr>
              <a:t>monitor . With this type of OS, the user no longer has</a:t>
            </a:r>
          </a:p>
          <a:p>
            <a:r>
              <a:rPr lang="en-US" sz="1200" kern="1200" baseline="0" dirty="0">
                <a:solidFill>
                  <a:schemeClr val="tx1"/>
                </a:solidFill>
                <a:latin typeface="+mn-lt"/>
                <a:ea typeface="+mn-ea"/>
                <a:cs typeface="+mn-cs"/>
              </a:rPr>
              <a:t>direct access to the processor. Instead, the user submits the job on cards or tape to a</a:t>
            </a:r>
          </a:p>
          <a:p>
            <a:r>
              <a:rPr lang="en-US" sz="1200" kern="1200" baseline="0" dirty="0">
                <a:solidFill>
                  <a:schemeClr val="tx1"/>
                </a:solidFill>
                <a:latin typeface="+mn-lt"/>
                <a:ea typeface="+mn-ea"/>
                <a:cs typeface="+mn-cs"/>
              </a:rPr>
              <a:t>computer operator, who batches the jobs together sequentially and places the entire</a:t>
            </a:r>
          </a:p>
          <a:p>
            <a:r>
              <a:rPr lang="en-US" sz="1200" kern="1200" baseline="0" dirty="0">
                <a:solidFill>
                  <a:schemeClr val="tx1"/>
                </a:solidFill>
                <a:latin typeface="+mn-lt"/>
                <a:ea typeface="+mn-ea"/>
                <a:cs typeface="+mn-cs"/>
              </a:rPr>
              <a:t>batch on an input device, for use by the monitor. Each program is constructed to</a:t>
            </a:r>
          </a:p>
          <a:p>
            <a:r>
              <a:rPr lang="en-US" sz="1200" kern="1200" baseline="0" dirty="0">
                <a:solidFill>
                  <a:schemeClr val="tx1"/>
                </a:solidFill>
                <a:latin typeface="+mn-lt"/>
                <a:ea typeface="+mn-ea"/>
                <a:cs typeface="+mn-cs"/>
              </a:rPr>
              <a:t>branch back to the monitor when it completes processing, at which point the monitor</a:t>
            </a:r>
          </a:p>
          <a:p>
            <a:r>
              <a:rPr lang="en-US" sz="1200" kern="1200" baseline="0" dirty="0">
                <a:solidFill>
                  <a:schemeClr val="tx1"/>
                </a:solidFill>
                <a:latin typeface="+mn-lt"/>
                <a:ea typeface="+mn-ea"/>
                <a:cs typeface="+mn-cs"/>
              </a:rPr>
              <a:t>automatically begins loading the next program.</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14</a:t>
            </a:fld>
            <a:endParaRPr 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sz="1200" b="1" kern="1200" baseline="0" dirty="0">
                <a:solidFill>
                  <a:schemeClr val="tx1"/>
                </a:solidFill>
                <a:latin typeface="+mn-lt"/>
                <a:ea typeface="+mn-ea"/>
                <a:cs typeface="+mn-cs"/>
              </a:rPr>
              <a:t>Monitor point of view: The monitor controls the sequence of events. For this</a:t>
            </a:r>
          </a:p>
          <a:p>
            <a:r>
              <a:rPr lang="en-US" sz="1200" kern="1200" baseline="0" dirty="0">
                <a:solidFill>
                  <a:schemeClr val="tx1"/>
                </a:solidFill>
                <a:latin typeface="+mn-lt"/>
                <a:ea typeface="+mn-ea"/>
                <a:cs typeface="+mn-cs"/>
              </a:rPr>
              <a:t>to be so, much of the monitor must always be in main memory and available</a:t>
            </a:r>
          </a:p>
          <a:p>
            <a:r>
              <a:rPr lang="en-US" sz="1200" kern="1200" baseline="0" dirty="0">
                <a:solidFill>
                  <a:schemeClr val="tx1"/>
                </a:solidFill>
                <a:latin typeface="+mn-lt"/>
                <a:ea typeface="+mn-ea"/>
                <a:cs typeface="+mn-cs"/>
              </a:rPr>
              <a:t>for execution ( Figure 2.3 ). That portion is referred to as the </a:t>
            </a:r>
            <a:r>
              <a:rPr lang="en-US" sz="1200" b="1" kern="1200" baseline="0" dirty="0">
                <a:solidFill>
                  <a:schemeClr val="tx1"/>
                </a:solidFill>
                <a:latin typeface="+mn-lt"/>
                <a:ea typeface="+mn-ea"/>
                <a:cs typeface="+mn-cs"/>
              </a:rPr>
              <a:t>resident monitor .</a:t>
            </a:r>
          </a:p>
          <a:p>
            <a:r>
              <a:rPr lang="en-US" sz="1200" kern="1200" baseline="0" dirty="0">
                <a:solidFill>
                  <a:schemeClr val="tx1"/>
                </a:solidFill>
                <a:latin typeface="+mn-lt"/>
                <a:ea typeface="+mn-ea"/>
                <a:cs typeface="+mn-cs"/>
              </a:rPr>
              <a:t>The rest of the monitor consists of utilities and common functions that are</a:t>
            </a:r>
          </a:p>
          <a:p>
            <a:r>
              <a:rPr lang="en-US" sz="1200" kern="1200" baseline="0" dirty="0">
                <a:solidFill>
                  <a:schemeClr val="tx1"/>
                </a:solidFill>
                <a:latin typeface="+mn-lt"/>
                <a:ea typeface="+mn-ea"/>
                <a:cs typeface="+mn-cs"/>
              </a:rPr>
              <a:t>loaded as subroutines to the user program at the beginning of any job that</a:t>
            </a:r>
          </a:p>
          <a:p>
            <a:r>
              <a:rPr lang="en-US" sz="1200" kern="1200" baseline="0" dirty="0">
                <a:solidFill>
                  <a:schemeClr val="tx1"/>
                </a:solidFill>
                <a:latin typeface="+mn-lt"/>
                <a:ea typeface="+mn-ea"/>
                <a:cs typeface="+mn-cs"/>
              </a:rPr>
              <a:t>requires them. The monitor reads in jobs one at a time from the input device</a:t>
            </a:r>
          </a:p>
          <a:p>
            <a:r>
              <a:rPr lang="en-US" sz="1200" kern="1200" baseline="0" dirty="0">
                <a:solidFill>
                  <a:schemeClr val="tx1"/>
                </a:solidFill>
                <a:latin typeface="+mn-lt"/>
                <a:ea typeface="+mn-ea"/>
                <a:cs typeface="+mn-cs"/>
              </a:rPr>
              <a:t>(typically a card reader or magnetic tape drive). As it is read in, the current job</a:t>
            </a:r>
          </a:p>
          <a:p>
            <a:r>
              <a:rPr lang="en-US" sz="1200" kern="1200" baseline="0" dirty="0">
                <a:solidFill>
                  <a:schemeClr val="tx1"/>
                </a:solidFill>
                <a:latin typeface="+mn-lt"/>
                <a:ea typeface="+mn-ea"/>
                <a:cs typeface="+mn-cs"/>
              </a:rPr>
              <a:t>is placed in the user program area, and control is passed to this job. When the</a:t>
            </a:r>
          </a:p>
          <a:p>
            <a:r>
              <a:rPr lang="en-US" sz="1200" kern="1200" baseline="0" dirty="0">
                <a:solidFill>
                  <a:schemeClr val="tx1"/>
                </a:solidFill>
                <a:latin typeface="+mn-lt"/>
                <a:ea typeface="+mn-ea"/>
                <a:cs typeface="+mn-cs"/>
              </a:rPr>
              <a:t>job is completed, it returns control to the monitor, which immediately reads</a:t>
            </a:r>
          </a:p>
          <a:p>
            <a:r>
              <a:rPr lang="en-US" sz="1200" kern="1200" baseline="0" dirty="0">
                <a:solidFill>
                  <a:schemeClr val="tx1"/>
                </a:solidFill>
                <a:latin typeface="+mn-lt"/>
                <a:ea typeface="+mn-ea"/>
                <a:cs typeface="+mn-cs"/>
              </a:rPr>
              <a:t>in the next job. The results of each job are sent to an output device, such as a</a:t>
            </a:r>
          </a:p>
          <a:p>
            <a:r>
              <a:rPr lang="en-US" sz="1200" kern="1200" baseline="0" dirty="0">
                <a:solidFill>
                  <a:schemeClr val="tx1"/>
                </a:solidFill>
                <a:latin typeface="+mn-lt"/>
                <a:ea typeface="+mn-ea"/>
                <a:cs typeface="+mn-cs"/>
              </a:rPr>
              <a:t>printer, for delivery to the user.</a:t>
            </a:r>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15</a:t>
            </a:fld>
            <a:endParaRPr 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sz="1200" b="1" kern="1200" baseline="0" dirty="0">
                <a:solidFill>
                  <a:schemeClr val="tx1"/>
                </a:solidFill>
                <a:latin typeface="+mn-lt"/>
                <a:ea typeface="+mn-ea"/>
                <a:cs typeface="+mn-cs"/>
              </a:rPr>
              <a:t>Processor point of view: At a certain point, the processor is executing instructions</a:t>
            </a:r>
          </a:p>
          <a:p>
            <a:r>
              <a:rPr lang="en-US" sz="1200" kern="1200" baseline="0" dirty="0">
                <a:solidFill>
                  <a:schemeClr val="tx1"/>
                </a:solidFill>
                <a:latin typeface="+mn-lt"/>
                <a:ea typeface="+mn-ea"/>
                <a:cs typeface="+mn-cs"/>
              </a:rPr>
              <a:t>from the portion of main memory containing the monitor. These</a:t>
            </a:r>
          </a:p>
          <a:p>
            <a:r>
              <a:rPr lang="en-US" sz="1200" kern="1200" baseline="0" dirty="0">
                <a:solidFill>
                  <a:schemeClr val="tx1"/>
                </a:solidFill>
                <a:latin typeface="+mn-lt"/>
                <a:ea typeface="+mn-ea"/>
                <a:cs typeface="+mn-cs"/>
              </a:rPr>
              <a:t>instructions cause the next job to be read into another portion of main</a:t>
            </a:r>
          </a:p>
          <a:p>
            <a:r>
              <a:rPr lang="en-US" sz="1200" kern="1200" baseline="0" dirty="0">
                <a:solidFill>
                  <a:schemeClr val="tx1"/>
                </a:solidFill>
                <a:latin typeface="+mn-lt"/>
                <a:ea typeface="+mn-ea"/>
                <a:cs typeface="+mn-cs"/>
              </a:rPr>
              <a:t>memory. Once a job has been read in, the processor will encounter a branch</a:t>
            </a:r>
          </a:p>
          <a:p>
            <a:r>
              <a:rPr lang="en-US" sz="1200" kern="1200" baseline="0" dirty="0">
                <a:solidFill>
                  <a:schemeClr val="tx1"/>
                </a:solidFill>
                <a:latin typeface="+mn-lt"/>
                <a:ea typeface="+mn-ea"/>
                <a:cs typeface="+mn-cs"/>
              </a:rPr>
              <a:t>instruction in the monitor that instructs the processor to continue execution</a:t>
            </a:r>
          </a:p>
          <a:p>
            <a:r>
              <a:rPr lang="en-US" sz="1200" kern="1200" baseline="0" dirty="0">
                <a:solidFill>
                  <a:schemeClr val="tx1"/>
                </a:solidFill>
                <a:latin typeface="+mn-lt"/>
                <a:ea typeface="+mn-ea"/>
                <a:cs typeface="+mn-cs"/>
              </a:rPr>
              <a:t>at the start of the user program. The processor will then execute the instructions</a:t>
            </a:r>
          </a:p>
          <a:p>
            <a:r>
              <a:rPr lang="en-US" sz="1200" kern="1200" baseline="0" dirty="0">
                <a:solidFill>
                  <a:schemeClr val="tx1"/>
                </a:solidFill>
                <a:latin typeface="+mn-lt"/>
                <a:ea typeface="+mn-ea"/>
                <a:cs typeface="+mn-cs"/>
              </a:rPr>
              <a:t>in the user program until it encounters an ending or error condition.</a:t>
            </a:r>
          </a:p>
          <a:p>
            <a:r>
              <a:rPr lang="en-US" sz="1200" kern="1200" baseline="0" dirty="0">
                <a:solidFill>
                  <a:schemeClr val="tx1"/>
                </a:solidFill>
                <a:latin typeface="+mn-lt"/>
                <a:ea typeface="+mn-ea"/>
                <a:cs typeface="+mn-cs"/>
              </a:rPr>
              <a:t>Either event causes the processor to fetch its next instruction from the monitor</a:t>
            </a:r>
          </a:p>
          <a:p>
            <a:r>
              <a:rPr lang="en-US" sz="1200" kern="1200" baseline="0" dirty="0">
                <a:solidFill>
                  <a:schemeClr val="tx1"/>
                </a:solidFill>
                <a:latin typeface="+mn-lt"/>
                <a:ea typeface="+mn-ea"/>
                <a:cs typeface="+mn-cs"/>
              </a:rPr>
              <a:t>program. Thus the phrase “control is passed to a job” simply means that</a:t>
            </a:r>
          </a:p>
          <a:p>
            <a:r>
              <a:rPr lang="en-US" sz="1200" kern="1200" baseline="0" dirty="0">
                <a:solidFill>
                  <a:schemeClr val="tx1"/>
                </a:solidFill>
                <a:latin typeface="+mn-lt"/>
                <a:ea typeface="+mn-ea"/>
                <a:cs typeface="+mn-cs"/>
              </a:rPr>
              <a:t>the processor is now fetching and executing instructions in a user program,</a:t>
            </a:r>
          </a:p>
          <a:p>
            <a:r>
              <a:rPr lang="en-US" sz="1200" kern="1200" baseline="0" dirty="0">
                <a:solidFill>
                  <a:schemeClr val="tx1"/>
                </a:solidFill>
                <a:latin typeface="+mn-lt"/>
                <a:ea typeface="+mn-ea"/>
                <a:cs typeface="+mn-cs"/>
              </a:rPr>
              <a:t>and “control is returned to the monitor” means that the processor is now</a:t>
            </a:r>
          </a:p>
          <a:p>
            <a:r>
              <a:rPr lang="en-US" sz="1200" kern="1200" baseline="0" dirty="0">
                <a:solidFill>
                  <a:schemeClr val="tx1"/>
                </a:solidFill>
                <a:latin typeface="+mn-lt"/>
                <a:ea typeface="+mn-ea"/>
                <a:cs typeface="+mn-cs"/>
              </a:rPr>
              <a:t>fetching and executing instructions from the monitor program.</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16</a:t>
            </a:fld>
            <a:endParaRPr lang="en-US"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The monitor performs a scheduling function: A batch of jobs is queued up,</a:t>
            </a:r>
          </a:p>
          <a:p>
            <a:r>
              <a:rPr lang="en-US" sz="1200" kern="1200" baseline="0" dirty="0">
                <a:solidFill>
                  <a:schemeClr val="tx1"/>
                </a:solidFill>
                <a:latin typeface="+mn-lt"/>
                <a:ea typeface="+mn-ea"/>
                <a:cs typeface="+mn-cs"/>
              </a:rPr>
              <a:t>and jobs are executed as rapidly as possible, with no intervening idle time. The monitor</a:t>
            </a:r>
          </a:p>
          <a:p>
            <a:r>
              <a:rPr lang="en-US" sz="1200" kern="1200" baseline="0" dirty="0">
                <a:solidFill>
                  <a:schemeClr val="tx1"/>
                </a:solidFill>
                <a:latin typeface="+mn-lt"/>
                <a:ea typeface="+mn-ea"/>
                <a:cs typeface="+mn-cs"/>
              </a:rPr>
              <a:t>improves job setup time as well. With each job, instructions are included in a</a:t>
            </a:r>
          </a:p>
          <a:p>
            <a:r>
              <a:rPr lang="en-US" sz="1200" kern="1200" baseline="0" dirty="0">
                <a:solidFill>
                  <a:schemeClr val="tx1"/>
                </a:solidFill>
                <a:latin typeface="+mn-lt"/>
                <a:ea typeface="+mn-ea"/>
                <a:cs typeface="+mn-cs"/>
              </a:rPr>
              <a:t>primitive form of </a:t>
            </a:r>
            <a:r>
              <a:rPr lang="en-US" sz="1200" b="1" kern="1200" baseline="0" dirty="0">
                <a:solidFill>
                  <a:schemeClr val="tx1"/>
                </a:solidFill>
                <a:latin typeface="+mn-lt"/>
                <a:ea typeface="+mn-ea"/>
                <a:cs typeface="+mn-cs"/>
              </a:rPr>
              <a:t>job control language (JCL) . This is a special type of programming</a:t>
            </a:r>
          </a:p>
          <a:p>
            <a:r>
              <a:rPr lang="en-US" sz="1200" kern="1200" baseline="0" dirty="0">
                <a:solidFill>
                  <a:schemeClr val="tx1"/>
                </a:solidFill>
                <a:latin typeface="+mn-lt"/>
                <a:ea typeface="+mn-ea"/>
                <a:cs typeface="+mn-cs"/>
              </a:rPr>
              <a:t>language used to provide instructions to the monitor. A simple example is that of a</a:t>
            </a:r>
          </a:p>
          <a:p>
            <a:r>
              <a:rPr lang="en-US" sz="1200" kern="1200" baseline="0" dirty="0">
                <a:solidFill>
                  <a:schemeClr val="tx1"/>
                </a:solidFill>
                <a:latin typeface="+mn-lt"/>
                <a:ea typeface="+mn-ea"/>
                <a:cs typeface="+mn-cs"/>
              </a:rPr>
              <a:t>user submitting a program written in the programming language FORTRAN plus</a:t>
            </a:r>
          </a:p>
          <a:p>
            <a:r>
              <a:rPr lang="en-US" sz="1200" kern="1200" baseline="0" dirty="0">
                <a:solidFill>
                  <a:schemeClr val="tx1"/>
                </a:solidFill>
                <a:latin typeface="+mn-lt"/>
                <a:ea typeface="+mn-ea"/>
                <a:cs typeface="+mn-cs"/>
              </a:rPr>
              <a:t>some data to be used by the program. All FORTRAN instructions and data are on a</a:t>
            </a:r>
          </a:p>
          <a:p>
            <a:r>
              <a:rPr lang="en-US" sz="1200" kern="1200" baseline="0" dirty="0">
                <a:solidFill>
                  <a:schemeClr val="tx1"/>
                </a:solidFill>
                <a:latin typeface="+mn-lt"/>
                <a:ea typeface="+mn-ea"/>
                <a:cs typeface="+mn-cs"/>
              </a:rPr>
              <a:t>separate punched card or a separate record on tape. In addition to FORTRAN and</a:t>
            </a:r>
          </a:p>
          <a:p>
            <a:r>
              <a:rPr lang="en-US" sz="1200" kern="1200" baseline="0" dirty="0">
                <a:solidFill>
                  <a:schemeClr val="tx1"/>
                </a:solidFill>
                <a:latin typeface="+mn-lt"/>
                <a:ea typeface="+mn-ea"/>
                <a:cs typeface="+mn-cs"/>
              </a:rPr>
              <a:t>data lines, the job includes job control instructions, which are denoted by the beginning</a:t>
            </a:r>
          </a:p>
          <a:p>
            <a:r>
              <a:rPr lang="en-US" sz="1200" kern="1200" baseline="0" dirty="0">
                <a:solidFill>
                  <a:schemeClr val="tx1"/>
                </a:solidFill>
                <a:latin typeface="+mn-lt"/>
                <a:ea typeface="+mn-ea"/>
                <a:cs typeface="+mn-cs"/>
              </a:rPr>
              <a:t>$.</a:t>
            </a:r>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17</a:t>
            </a:fld>
            <a:endParaRPr lang="en-US"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fontScale="70000" lnSpcReduction="20000"/>
          </a:bodyPr>
          <a:lstStyle/>
          <a:p>
            <a:pPr>
              <a:spcAft>
                <a:spcPts val="0"/>
              </a:spcAft>
            </a:pPr>
            <a:r>
              <a:rPr lang="en-US" dirty="0" err="1">
                <a:effectLst/>
              </a:rPr>
              <a:t>mo·nop·o·lize</a:t>
            </a:r>
            <a:endParaRPr lang="en-US" dirty="0">
              <a:effectLst/>
            </a:endParaRPr>
          </a:p>
          <a:p>
            <a:r>
              <a:rPr lang="en-US" dirty="0"/>
              <a:t>/</a:t>
            </a:r>
            <a:r>
              <a:rPr lang="en-US" dirty="0" err="1"/>
              <a:t>məˈnäpəˌlīz</a:t>
            </a:r>
            <a:endParaRPr lang="en-US" sz="1200" kern="1200" baseline="0" dirty="0">
              <a:solidFill>
                <a:schemeClr val="tx1"/>
              </a:solidFill>
              <a:latin typeface="+mn-lt"/>
              <a:ea typeface="+mn-ea"/>
              <a:cs typeface="+mn-cs"/>
            </a:endParaRP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The monitor, or batch OS, is simply a computer program. It relies on the ability</a:t>
            </a:r>
          </a:p>
          <a:p>
            <a:r>
              <a:rPr lang="en-US" sz="1200" kern="1200" baseline="0" dirty="0">
                <a:solidFill>
                  <a:schemeClr val="tx1"/>
                </a:solidFill>
                <a:latin typeface="+mn-lt"/>
                <a:ea typeface="+mn-ea"/>
                <a:cs typeface="+mn-cs"/>
              </a:rPr>
              <a:t>of the processor to fetch instructions from various portions of main memory to</a:t>
            </a:r>
          </a:p>
          <a:p>
            <a:r>
              <a:rPr lang="en-US" sz="1200" kern="1200" baseline="0" dirty="0">
                <a:solidFill>
                  <a:schemeClr val="tx1"/>
                </a:solidFill>
                <a:latin typeface="+mn-lt"/>
                <a:ea typeface="+mn-ea"/>
                <a:cs typeface="+mn-cs"/>
              </a:rPr>
              <a:t>alternately seize and relinquish control. Certain other hardware features are also</a:t>
            </a:r>
          </a:p>
          <a:p>
            <a:r>
              <a:rPr lang="en-US" sz="1200" kern="1200" baseline="0" dirty="0">
                <a:solidFill>
                  <a:schemeClr val="tx1"/>
                </a:solidFill>
                <a:latin typeface="+mn-lt"/>
                <a:ea typeface="+mn-ea"/>
                <a:cs typeface="+mn-cs"/>
              </a:rPr>
              <a:t>desirable:</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t>
            </a:r>
            <a:r>
              <a:rPr lang="en-US" sz="1200" b="1" kern="1200" baseline="0" dirty="0">
                <a:solidFill>
                  <a:schemeClr val="tx1"/>
                </a:solidFill>
                <a:latin typeface="+mn-lt"/>
                <a:ea typeface="+mn-ea"/>
                <a:cs typeface="+mn-cs"/>
              </a:rPr>
              <a:t>Memory protection: While the user program is executing, it must not alter the</a:t>
            </a:r>
          </a:p>
          <a:p>
            <a:r>
              <a:rPr lang="en-US" sz="1200" kern="1200" baseline="0" dirty="0">
                <a:solidFill>
                  <a:schemeClr val="tx1"/>
                </a:solidFill>
                <a:latin typeface="+mn-lt"/>
                <a:ea typeface="+mn-ea"/>
                <a:cs typeface="+mn-cs"/>
              </a:rPr>
              <a:t>memory area containing the monitor. If such an attempt is made, the processor</a:t>
            </a:r>
          </a:p>
          <a:p>
            <a:r>
              <a:rPr lang="en-US" sz="1200" kern="1200" baseline="0" dirty="0">
                <a:solidFill>
                  <a:schemeClr val="tx1"/>
                </a:solidFill>
                <a:latin typeface="+mn-lt"/>
                <a:ea typeface="+mn-ea"/>
                <a:cs typeface="+mn-cs"/>
              </a:rPr>
              <a:t>hardware should detect an error and transfer control to the monitor. The</a:t>
            </a:r>
          </a:p>
          <a:p>
            <a:r>
              <a:rPr lang="en-US" sz="1200" kern="1200" baseline="0" dirty="0">
                <a:solidFill>
                  <a:schemeClr val="tx1"/>
                </a:solidFill>
                <a:latin typeface="+mn-lt"/>
                <a:ea typeface="+mn-ea"/>
                <a:cs typeface="+mn-cs"/>
              </a:rPr>
              <a:t>monitor would then abort the job, print out an error message, and load in the</a:t>
            </a:r>
          </a:p>
          <a:p>
            <a:r>
              <a:rPr lang="en-US" sz="1200" kern="1200" baseline="0" dirty="0">
                <a:solidFill>
                  <a:schemeClr val="tx1"/>
                </a:solidFill>
                <a:latin typeface="+mn-lt"/>
                <a:ea typeface="+mn-ea"/>
                <a:cs typeface="+mn-cs"/>
              </a:rPr>
              <a:t>next job.</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t>
            </a:r>
            <a:r>
              <a:rPr lang="en-US" sz="1200" b="1" kern="1200" baseline="0" dirty="0">
                <a:solidFill>
                  <a:schemeClr val="tx1"/>
                </a:solidFill>
                <a:latin typeface="+mn-lt"/>
                <a:ea typeface="+mn-ea"/>
                <a:cs typeface="+mn-cs"/>
              </a:rPr>
              <a:t>Timer: A timer is used to prevent a single job from monopolizing the system.</a:t>
            </a:r>
          </a:p>
          <a:p>
            <a:r>
              <a:rPr lang="en-US" sz="1200" kern="1200" baseline="0" dirty="0">
                <a:solidFill>
                  <a:schemeClr val="tx1"/>
                </a:solidFill>
                <a:latin typeface="+mn-lt"/>
                <a:ea typeface="+mn-ea"/>
                <a:cs typeface="+mn-cs"/>
              </a:rPr>
              <a:t>The timer is set at the beginning of each job. If the timer expires, the user program</a:t>
            </a:r>
          </a:p>
          <a:p>
            <a:r>
              <a:rPr lang="en-US" sz="1200" kern="1200" baseline="0" dirty="0">
                <a:solidFill>
                  <a:schemeClr val="tx1"/>
                </a:solidFill>
                <a:latin typeface="+mn-lt"/>
                <a:ea typeface="+mn-ea"/>
                <a:cs typeface="+mn-cs"/>
              </a:rPr>
              <a:t>is stopped, and control returns to the monitor.</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t>
            </a:r>
            <a:r>
              <a:rPr lang="en-US" sz="1200" b="1" kern="1200" baseline="0" dirty="0">
                <a:solidFill>
                  <a:schemeClr val="tx1"/>
                </a:solidFill>
                <a:latin typeface="+mn-lt"/>
                <a:ea typeface="+mn-ea"/>
                <a:cs typeface="+mn-cs"/>
              </a:rPr>
              <a:t>Privileged instructions : Certain machine level instructions are designated privileged</a:t>
            </a:r>
          </a:p>
          <a:p>
            <a:r>
              <a:rPr lang="en-US" sz="1200" kern="1200" baseline="0" dirty="0">
                <a:solidFill>
                  <a:schemeClr val="tx1"/>
                </a:solidFill>
                <a:latin typeface="+mn-lt"/>
                <a:ea typeface="+mn-ea"/>
                <a:cs typeface="+mn-cs"/>
              </a:rPr>
              <a:t>and can be executed only by the monitor. If the processor encounters</a:t>
            </a:r>
          </a:p>
          <a:p>
            <a:r>
              <a:rPr lang="en-US" sz="1200" kern="1200" baseline="0" dirty="0">
                <a:solidFill>
                  <a:schemeClr val="tx1"/>
                </a:solidFill>
                <a:latin typeface="+mn-lt"/>
                <a:ea typeface="+mn-ea"/>
                <a:cs typeface="+mn-cs"/>
              </a:rPr>
              <a:t>such an instruction while executing a user program, an error occurs causing</a:t>
            </a:r>
          </a:p>
          <a:p>
            <a:r>
              <a:rPr lang="en-US" sz="1200" kern="1200" baseline="0" dirty="0">
                <a:solidFill>
                  <a:schemeClr val="tx1"/>
                </a:solidFill>
                <a:latin typeface="+mn-lt"/>
                <a:ea typeface="+mn-ea"/>
                <a:cs typeface="+mn-cs"/>
              </a:rPr>
              <a:t>control to be transferred to the monitor. Among the privileged instructions</a:t>
            </a:r>
          </a:p>
          <a:p>
            <a:r>
              <a:rPr lang="en-US" sz="1200" kern="1200" baseline="0" dirty="0">
                <a:solidFill>
                  <a:schemeClr val="tx1"/>
                </a:solidFill>
                <a:latin typeface="+mn-lt"/>
                <a:ea typeface="+mn-ea"/>
                <a:cs typeface="+mn-cs"/>
              </a:rPr>
              <a:t>are I/O instructions, so that the monitor retains control of all I/O devices. This</a:t>
            </a:r>
          </a:p>
          <a:p>
            <a:r>
              <a:rPr lang="en-US" sz="1200" kern="1200" baseline="0" dirty="0">
                <a:solidFill>
                  <a:schemeClr val="tx1"/>
                </a:solidFill>
                <a:latin typeface="+mn-lt"/>
                <a:ea typeface="+mn-ea"/>
                <a:cs typeface="+mn-cs"/>
              </a:rPr>
              <a:t>prevents, for example, a user program from accidentally reading job control</a:t>
            </a:r>
          </a:p>
          <a:p>
            <a:r>
              <a:rPr lang="en-US" sz="1200" kern="1200" baseline="0" dirty="0">
                <a:solidFill>
                  <a:schemeClr val="tx1"/>
                </a:solidFill>
                <a:latin typeface="+mn-lt"/>
                <a:ea typeface="+mn-ea"/>
                <a:cs typeface="+mn-cs"/>
              </a:rPr>
              <a:t>instructions from the next job. If a user program wishes to perform I/O, it must</a:t>
            </a:r>
          </a:p>
          <a:p>
            <a:r>
              <a:rPr lang="en-US" sz="1200" kern="1200" baseline="0" dirty="0">
                <a:solidFill>
                  <a:schemeClr val="tx1"/>
                </a:solidFill>
                <a:latin typeface="+mn-lt"/>
                <a:ea typeface="+mn-ea"/>
                <a:cs typeface="+mn-cs"/>
              </a:rPr>
              <a:t>request that the monitor perform the operation for it.</a:t>
            </a:r>
          </a:p>
          <a:p>
            <a:endParaRPr lang="en-US" sz="1200" kern="1200" baseline="0" dirty="0">
              <a:solidFill>
                <a:schemeClr val="tx1"/>
              </a:solidFill>
              <a:latin typeface="+mn-lt"/>
              <a:ea typeface="+mn-ea"/>
              <a:cs typeface="+mn-cs"/>
            </a:endParaRPr>
          </a:p>
          <a:p>
            <a:r>
              <a:rPr lang="en-US" sz="1200" b="1" kern="1200" baseline="0" dirty="0">
                <a:solidFill>
                  <a:schemeClr val="tx1"/>
                </a:solidFill>
                <a:latin typeface="+mn-lt"/>
                <a:ea typeface="+mn-ea"/>
                <a:cs typeface="+mn-cs"/>
              </a:rPr>
              <a:t>Interrupts : Early computer models did not have this capability. This feature</a:t>
            </a:r>
          </a:p>
          <a:p>
            <a:r>
              <a:rPr lang="en-US" sz="1200" kern="1200" baseline="0" dirty="0">
                <a:solidFill>
                  <a:schemeClr val="tx1"/>
                </a:solidFill>
                <a:latin typeface="+mn-lt"/>
                <a:ea typeface="+mn-ea"/>
                <a:cs typeface="+mn-cs"/>
              </a:rPr>
              <a:t>gives the OS more flexibility in relinquishing control to and regaining control</a:t>
            </a:r>
          </a:p>
          <a:p>
            <a:r>
              <a:rPr lang="en-US" sz="1200" kern="1200" baseline="0" dirty="0">
                <a:solidFill>
                  <a:schemeClr val="tx1"/>
                </a:solidFill>
                <a:latin typeface="+mn-lt"/>
                <a:ea typeface="+mn-ea"/>
                <a:cs typeface="+mn-cs"/>
              </a:rPr>
              <a:t>from user programs.</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18</a:t>
            </a:fld>
            <a:endParaRPr lang="en-US"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Considerations of memory protection and privileged instructions lead to the</a:t>
            </a:r>
          </a:p>
          <a:p>
            <a:r>
              <a:rPr lang="en-US" sz="1200" kern="1200" baseline="0" dirty="0">
                <a:solidFill>
                  <a:schemeClr val="tx1"/>
                </a:solidFill>
                <a:latin typeface="+mn-lt"/>
                <a:ea typeface="+mn-ea"/>
                <a:cs typeface="+mn-cs"/>
              </a:rPr>
              <a:t>concept of modes of operation. A user program executes in a </a:t>
            </a:r>
            <a:r>
              <a:rPr lang="en-US" sz="1200" b="1" kern="1200" baseline="0" dirty="0">
                <a:solidFill>
                  <a:schemeClr val="tx1"/>
                </a:solidFill>
                <a:latin typeface="+mn-lt"/>
                <a:ea typeface="+mn-ea"/>
                <a:cs typeface="+mn-cs"/>
              </a:rPr>
              <a:t>user mode , in which</a:t>
            </a:r>
          </a:p>
          <a:p>
            <a:r>
              <a:rPr lang="en-US" sz="1200" kern="1200" baseline="0" dirty="0">
                <a:solidFill>
                  <a:schemeClr val="tx1"/>
                </a:solidFill>
                <a:latin typeface="+mn-lt"/>
                <a:ea typeface="+mn-ea"/>
                <a:cs typeface="+mn-cs"/>
              </a:rPr>
              <a:t>certain areas of memory are protected from the user’s use and in which certain</a:t>
            </a:r>
          </a:p>
          <a:p>
            <a:r>
              <a:rPr lang="en-US" sz="1200" kern="1200" baseline="0" dirty="0">
                <a:solidFill>
                  <a:schemeClr val="tx1"/>
                </a:solidFill>
                <a:latin typeface="+mn-lt"/>
                <a:ea typeface="+mn-ea"/>
                <a:cs typeface="+mn-cs"/>
              </a:rPr>
              <a:t>instructions may not be executed. The monitor executes in a system mode, or what</a:t>
            </a:r>
          </a:p>
          <a:p>
            <a:r>
              <a:rPr lang="en-US" sz="1200" kern="1200" baseline="0" dirty="0">
                <a:solidFill>
                  <a:schemeClr val="tx1"/>
                </a:solidFill>
                <a:latin typeface="+mn-lt"/>
                <a:ea typeface="+mn-ea"/>
                <a:cs typeface="+mn-cs"/>
              </a:rPr>
              <a:t>has come to be called </a:t>
            </a:r>
            <a:r>
              <a:rPr lang="en-US" sz="1200" b="1" kern="1200" baseline="0" dirty="0">
                <a:solidFill>
                  <a:schemeClr val="tx1"/>
                </a:solidFill>
                <a:latin typeface="+mn-lt"/>
                <a:ea typeface="+mn-ea"/>
                <a:cs typeface="+mn-cs"/>
              </a:rPr>
              <a:t>kernel mode , in which privileged instructions may be executed</a:t>
            </a:r>
          </a:p>
          <a:p>
            <a:r>
              <a:rPr lang="en-US" sz="1200" kern="1200" baseline="0" dirty="0">
                <a:solidFill>
                  <a:schemeClr val="tx1"/>
                </a:solidFill>
                <a:latin typeface="+mn-lt"/>
                <a:ea typeface="+mn-ea"/>
                <a:cs typeface="+mn-cs"/>
              </a:rPr>
              <a:t>and in which protected areas of memory may be accessed.</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Of course, an OS can be built without these features. But computer vendors</a:t>
            </a:r>
          </a:p>
          <a:p>
            <a:r>
              <a:rPr lang="en-US" sz="1200" kern="1200" baseline="0" dirty="0">
                <a:solidFill>
                  <a:schemeClr val="tx1"/>
                </a:solidFill>
                <a:latin typeface="+mn-lt"/>
                <a:ea typeface="+mn-ea"/>
                <a:cs typeface="+mn-cs"/>
              </a:rPr>
              <a:t>quickly learned that the results were chaos, and so even relatively primitive batch</a:t>
            </a:r>
          </a:p>
          <a:p>
            <a:r>
              <a:rPr lang="en-US" sz="1200" kern="1200" baseline="0" dirty="0">
                <a:solidFill>
                  <a:schemeClr val="tx1"/>
                </a:solidFill>
                <a:latin typeface="+mn-lt"/>
                <a:ea typeface="+mn-ea"/>
                <a:cs typeface="+mn-cs"/>
              </a:rPr>
              <a:t>operating systems were provided with these hardware features.</a:t>
            </a:r>
          </a:p>
          <a:p>
            <a:endParaRPr lang="en-US" sz="1200" kern="1200" baseline="0" dirty="0">
              <a:solidFill>
                <a:schemeClr val="tx1"/>
              </a:solidFill>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19</a:t>
            </a:fld>
            <a:endParaRPr lang="en-US"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The following operations need to be privileged: Set value of timer, clear</a:t>
            </a:r>
          </a:p>
          <a:p>
            <a:r>
              <a:rPr lang="en-US" dirty="0"/>
              <a:t>memory, turn off interrupts, modify entries in device-status table, access</a:t>
            </a:r>
          </a:p>
          <a:p>
            <a:r>
              <a:rPr lang="en-US" dirty="0"/>
              <a:t>I/O device (directly). The rest can be performed in user mode.</a:t>
            </a:r>
          </a:p>
        </p:txBody>
      </p:sp>
      <p:sp>
        <p:nvSpPr>
          <p:cNvPr id="4" name="Slide Number Placeholder 3"/>
          <p:cNvSpPr>
            <a:spLocks noGrp="1"/>
          </p:cNvSpPr>
          <p:nvPr>
            <p:ph type="sldNum" sz="quarter" idx="5"/>
          </p:nvPr>
        </p:nvSpPr>
        <p:spPr/>
        <p:txBody>
          <a:bodyPr/>
          <a:lstStyle/>
          <a:p>
            <a:pPr>
              <a:defRPr/>
            </a:pPr>
            <a:fld id="{B1F781F4-099F-4112-9B1E-8A4E4163911A}" type="slidenum">
              <a:rPr lang="en-US" smtClean="0"/>
              <a:pPr>
                <a:defRPr/>
              </a:pPr>
              <a:t>23</a:t>
            </a:fld>
            <a:endParaRPr lang="en-US" dirty="0"/>
          </a:p>
        </p:txBody>
      </p:sp>
    </p:spTree>
    <p:extLst>
      <p:ext uri="{BB962C8B-B14F-4D97-AF65-F5344CB8AC3E}">
        <p14:creationId xmlns:p14="http://schemas.microsoft.com/office/powerpoint/2010/main" val="400846422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With a batch OS, processor time alternates between execution of user programs</a:t>
            </a:r>
          </a:p>
          <a:p>
            <a:r>
              <a:rPr lang="en-US" sz="1200" kern="1200" baseline="0" dirty="0">
                <a:solidFill>
                  <a:schemeClr val="tx1"/>
                </a:solidFill>
                <a:latin typeface="+mn-lt"/>
                <a:ea typeface="+mn-ea"/>
                <a:cs typeface="+mn-cs"/>
              </a:rPr>
              <a:t>and execution of the monitor. There have been two sacrifices: Some main</a:t>
            </a:r>
          </a:p>
          <a:p>
            <a:r>
              <a:rPr lang="en-US" sz="1200" kern="1200" baseline="0" dirty="0">
                <a:solidFill>
                  <a:schemeClr val="tx1"/>
                </a:solidFill>
                <a:latin typeface="+mn-lt"/>
                <a:ea typeface="+mn-ea"/>
                <a:cs typeface="+mn-cs"/>
              </a:rPr>
              <a:t>memory is now given over to the monitor and some processor time is consumed by</a:t>
            </a:r>
          </a:p>
          <a:p>
            <a:r>
              <a:rPr lang="en-US" sz="1200" kern="1200" baseline="0" dirty="0">
                <a:solidFill>
                  <a:schemeClr val="tx1"/>
                </a:solidFill>
                <a:latin typeface="+mn-lt"/>
                <a:ea typeface="+mn-ea"/>
                <a:cs typeface="+mn-cs"/>
              </a:rPr>
              <a:t>the monitor. Both of these are forms of overhead. Despite this overhead, the simple</a:t>
            </a:r>
          </a:p>
          <a:p>
            <a:r>
              <a:rPr lang="en-US" sz="1200" kern="1200" baseline="0" dirty="0">
                <a:solidFill>
                  <a:schemeClr val="tx1"/>
                </a:solidFill>
                <a:latin typeface="+mn-lt"/>
                <a:ea typeface="+mn-ea"/>
                <a:cs typeface="+mn-cs"/>
              </a:rPr>
              <a:t>batch system improves utilization of the computer.</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24</a:t>
            </a:fld>
            <a:endParaRPr lang="en-US"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Even with the automatic job sequencing provided by a simple batch OS, the processor</a:t>
            </a:r>
          </a:p>
          <a:p>
            <a:r>
              <a:rPr lang="en-US" sz="1200" kern="1200" baseline="0" dirty="0">
                <a:solidFill>
                  <a:schemeClr val="tx1"/>
                </a:solidFill>
                <a:latin typeface="+mn-lt"/>
                <a:ea typeface="+mn-ea"/>
                <a:cs typeface="+mn-cs"/>
              </a:rPr>
              <a:t>is often idle. The problem is that I/O devices are slow compared to the processor.</a:t>
            </a:r>
          </a:p>
          <a:p>
            <a:r>
              <a:rPr lang="en-US" sz="1200" kern="1200" baseline="0" dirty="0">
                <a:solidFill>
                  <a:schemeClr val="tx1"/>
                </a:solidFill>
                <a:latin typeface="+mn-lt"/>
                <a:ea typeface="+mn-ea"/>
                <a:cs typeface="+mn-cs"/>
              </a:rPr>
              <a:t>Figure 2.4 details a representative calculation. The calculation concerns a program</a:t>
            </a:r>
          </a:p>
          <a:p>
            <a:r>
              <a:rPr lang="en-US" sz="1200" kern="1200" baseline="0" dirty="0">
                <a:solidFill>
                  <a:schemeClr val="tx1"/>
                </a:solidFill>
                <a:latin typeface="+mn-lt"/>
                <a:ea typeface="+mn-ea"/>
                <a:cs typeface="+mn-cs"/>
              </a:rPr>
              <a:t>that processes a file of records and performs, on average, 100 machine instructions</a:t>
            </a:r>
          </a:p>
          <a:p>
            <a:r>
              <a:rPr lang="en-US" sz="1200" kern="1200" baseline="0" dirty="0">
                <a:solidFill>
                  <a:schemeClr val="tx1"/>
                </a:solidFill>
                <a:latin typeface="+mn-lt"/>
                <a:ea typeface="+mn-ea"/>
                <a:cs typeface="+mn-cs"/>
              </a:rPr>
              <a:t>per record. In this example, the computer spends over 96% of its time waiting for</a:t>
            </a:r>
          </a:p>
          <a:p>
            <a:r>
              <a:rPr lang="en-US" sz="1200" kern="1200" baseline="0" dirty="0">
                <a:solidFill>
                  <a:schemeClr val="tx1"/>
                </a:solidFill>
                <a:latin typeface="+mn-lt"/>
                <a:ea typeface="+mn-ea"/>
                <a:cs typeface="+mn-cs"/>
              </a:rPr>
              <a:t>I/O devices to finish transferring data to and from the file.</a:t>
            </a:r>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25</a:t>
            </a:fld>
            <a:endParaRPr lang="en-US"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Figure 2.5a illustrates this situation, where we have a single program, referred to as uniprogramming. </a:t>
            </a:r>
          </a:p>
          <a:p>
            <a:r>
              <a:rPr lang="en-US" sz="1200" kern="1200" baseline="0" dirty="0">
                <a:solidFill>
                  <a:schemeClr val="tx1"/>
                </a:solidFill>
                <a:latin typeface="+mn-lt"/>
                <a:ea typeface="+mn-ea"/>
                <a:cs typeface="+mn-cs"/>
              </a:rPr>
              <a:t>The processor spends a certain amount of time executing, until it reaches an I/O instruction.</a:t>
            </a:r>
          </a:p>
          <a:p>
            <a:r>
              <a:rPr lang="en-US" sz="1200" kern="1200" baseline="0" dirty="0">
                <a:solidFill>
                  <a:schemeClr val="tx1"/>
                </a:solidFill>
                <a:latin typeface="+mn-lt"/>
                <a:ea typeface="+mn-ea"/>
                <a:cs typeface="+mn-cs"/>
              </a:rPr>
              <a:t>It must then wait until that I/O instruction concludes before proceeding.</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26</a:t>
            </a:fld>
            <a:endParaRPr lang="en-US"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NZ" dirty="0"/>
              <a:t>In attempting to understand the key requirements for an OS and the significance of the major features of a contemporary OS, it is useful to consider how operating systems have evolved over the years.</a:t>
            </a:r>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27</a:t>
            </a:fld>
            <a:endParaRPr lang="en-US" dirty="0"/>
          </a:p>
        </p:txBody>
      </p:sp>
    </p:spTree>
    <p:extLst>
      <p:ext uri="{BB962C8B-B14F-4D97-AF65-F5344CB8AC3E}">
        <p14:creationId xmlns:p14="http://schemas.microsoft.com/office/powerpoint/2010/main" val="133823614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This inefficiency is not necessary. We know that there must be enough</a:t>
            </a:r>
          </a:p>
          <a:p>
            <a:r>
              <a:rPr lang="en-US" sz="1200" kern="1200" baseline="0" dirty="0">
                <a:solidFill>
                  <a:schemeClr val="tx1"/>
                </a:solidFill>
                <a:latin typeface="+mn-lt"/>
                <a:ea typeface="+mn-ea"/>
                <a:cs typeface="+mn-cs"/>
              </a:rPr>
              <a:t>memory to hold the OS (resident monitor) and one user program. Suppose that</a:t>
            </a:r>
          </a:p>
          <a:p>
            <a:r>
              <a:rPr lang="en-US" sz="1200" kern="1200" baseline="0" dirty="0">
                <a:solidFill>
                  <a:schemeClr val="tx1"/>
                </a:solidFill>
                <a:latin typeface="+mn-lt"/>
                <a:ea typeface="+mn-ea"/>
                <a:cs typeface="+mn-cs"/>
              </a:rPr>
              <a:t>there is room for the OS and two user programs. When one job needs to wait for</a:t>
            </a:r>
          </a:p>
          <a:p>
            <a:r>
              <a:rPr lang="en-US" sz="1200" kern="1200" baseline="0" dirty="0">
                <a:solidFill>
                  <a:schemeClr val="tx1"/>
                </a:solidFill>
                <a:latin typeface="+mn-lt"/>
                <a:ea typeface="+mn-ea"/>
                <a:cs typeface="+mn-cs"/>
              </a:rPr>
              <a:t>I/O, the processor can switch to the other job, which is likely not waiting for I/O</a:t>
            </a:r>
          </a:p>
          <a:p>
            <a:r>
              <a:rPr lang="en-US" sz="1200" kern="1200" baseline="0" dirty="0">
                <a:solidFill>
                  <a:schemeClr val="tx1"/>
                </a:solidFill>
                <a:latin typeface="+mn-lt"/>
                <a:ea typeface="+mn-ea"/>
                <a:cs typeface="+mn-cs"/>
              </a:rPr>
              <a:t>( Figure 2.5b ).</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28</a:t>
            </a:fld>
            <a:endParaRPr lang="en-US"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9A1658-0F4E-766C-D7E4-7ECA8C15DA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5C3C26-115F-A5E1-2008-BE2EB141C1C0}"/>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C8C565E4-EE8B-15AB-0556-95821FC400E0}"/>
              </a:ext>
            </a:extLst>
          </p:cNvPr>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This inefficiency is not necessary. We know that there must be enough</a:t>
            </a:r>
          </a:p>
          <a:p>
            <a:r>
              <a:rPr lang="en-US" sz="1200" kern="1200" baseline="0" dirty="0">
                <a:solidFill>
                  <a:schemeClr val="tx1"/>
                </a:solidFill>
                <a:latin typeface="+mn-lt"/>
                <a:ea typeface="+mn-ea"/>
                <a:cs typeface="+mn-cs"/>
              </a:rPr>
              <a:t>memory to hold the OS (resident monitor) and one user program. Suppose that</a:t>
            </a:r>
          </a:p>
          <a:p>
            <a:r>
              <a:rPr lang="en-US" sz="1200" kern="1200" baseline="0" dirty="0">
                <a:solidFill>
                  <a:schemeClr val="tx1"/>
                </a:solidFill>
                <a:latin typeface="+mn-lt"/>
                <a:ea typeface="+mn-ea"/>
                <a:cs typeface="+mn-cs"/>
              </a:rPr>
              <a:t>there is room for the OS and two user programs. When one job needs to wait for</a:t>
            </a:r>
          </a:p>
          <a:p>
            <a:r>
              <a:rPr lang="en-US" sz="1200" kern="1200" baseline="0" dirty="0">
                <a:solidFill>
                  <a:schemeClr val="tx1"/>
                </a:solidFill>
                <a:latin typeface="+mn-lt"/>
                <a:ea typeface="+mn-ea"/>
                <a:cs typeface="+mn-cs"/>
              </a:rPr>
              <a:t>I/O, the processor can switch to the other job, which is likely not waiting for I/O</a:t>
            </a:r>
          </a:p>
          <a:p>
            <a:r>
              <a:rPr lang="en-US" sz="1200" kern="1200" baseline="0" dirty="0">
                <a:solidFill>
                  <a:schemeClr val="tx1"/>
                </a:solidFill>
                <a:latin typeface="+mn-lt"/>
                <a:ea typeface="+mn-ea"/>
                <a:cs typeface="+mn-cs"/>
              </a:rPr>
              <a:t>( Figure 2.5b ).</a:t>
            </a:r>
            <a:endParaRPr lang="en-US" dirty="0"/>
          </a:p>
        </p:txBody>
      </p:sp>
      <p:sp>
        <p:nvSpPr>
          <p:cNvPr id="4" name="Slide Number Placeholder 3">
            <a:extLst>
              <a:ext uri="{FF2B5EF4-FFF2-40B4-BE49-F238E27FC236}">
                <a16:creationId xmlns:a16="http://schemas.microsoft.com/office/drawing/2014/main" id="{D1E6C30C-A392-7038-028B-3FA27FBC61D3}"/>
              </a:ext>
            </a:extLst>
          </p:cNvPr>
          <p:cNvSpPr>
            <a:spLocks noGrp="1"/>
          </p:cNvSpPr>
          <p:nvPr>
            <p:ph type="sldNum" sz="quarter" idx="10"/>
          </p:nvPr>
        </p:nvSpPr>
        <p:spPr/>
        <p:txBody>
          <a:bodyPr/>
          <a:lstStyle/>
          <a:p>
            <a:pPr>
              <a:defRPr/>
            </a:pPr>
            <a:fld id="{B1F781F4-099F-4112-9B1E-8A4E4163911A}" type="slidenum">
              <a:rPr lang="en-US" smtClean="0"/>
              <a:pPr>
                <a:defRPr/>
              </a:pPr>
              <a:t>29</a:t>
            </a:fld>
            <a:endParaRPr lang="en-US" dirty="0"/>
          </a:p>
        </p:txBody>
      </p:sp>
    </p:spTree>
    <p:extLst>
      <p:ext uri="{BB962C8B-B14F-4D97-AF65-F5344CB8AC3E}">
        <p14:creationId xmlns:p14="http://schemas.microsoft.com/office/powerpoint/2010/main" val="337162787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Furthermore, we might expand memory to hold three, four, or more</a:t>
            </a:r>
          </a:p>
          <a:p>
            <a:r>
              <a:rPr lang="en-US" sz="1200" kern="1200" baseline="0" dirty="0">
                <a:solidFill>
                  <a:schemeClr val="tx1"/>
                </a:solidFill>
                <a:latin typeface="+mn-lt"/>
                <a:ea typeface="+mn-ea"/>
                <a:cs typeface="+mn-cs"/>
              </a:rPr>
              <a:t>programs and switch among all of them ( Figure 2.5c ). The approach is known as</a:t>
            </a:r>
          </a:p>
          <a:p>
            <a:r>
              <a:rPr lang="en-US" sz="1200" b="1" kern="1200" baseline="0" dirty="0">
                <a:solidFill>
                  <a:schemeClr val="tx1"/>
                </a:solidFill>
                <a:latin typeface="+mn-lt"/>
                <a:ea typeface="+mn-ea"/>
                <a:cs typeface="+mn-cs"/>
              </a:rPr>
              <a:t>multiprogramming , or multitasking . It is the central theme of modern operating</a:t>
            </a:r>
          </a:p>
          <a:p>
            <a:r>
              <a:rPr lang="en-US" sz="1200" kern="1200" baseline="0" dirty="0">
                <a:solidFill>
                  <a:schemeClr val="tx1"/>
                </a:solidFill>
                <a:latin typeface="+mn-lt"/>
                <a:ea typeface="+mn-ea"/>
                <a:cs typeface="+mn-cs"/>
              </a:rPr>
              <a:t>systems.</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30</a:t>
            </a:fld>
            <a:endParaRPr lang="en-US"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To illustrate the benefit of multiprogramming, we give a simple example. Consider a computer with 250 Mbytes of available memory (not used by the OS), a disk, a terminal, and a printer. Three programs, JOB1, JOB2, and JOB3, are submitted for execution at the same time, with the attributes listed in Table 2.1 . We assume minimal processor requirements for JOB2 and JOB3 and continuous disk and printer use by JOB3. </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For a simple batch environment, these jobs will be executed in sequence. Thus, JOB1 completes in 5 minutes. JOB2 must wait until the 5 minutes are over and then completes 15 minutes after that. JOB3 begins after 20 minutes and completes at 30 minutes from the time it was initially submitted.</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31</a:t>
            </a:fld>
            <a:endParaRPr lang="en-US"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Device-by-device utilization is illustrated in</a:t>
            </a:r>
          </a:p>
          <a:p>
            <a:r>
              <a:rPr lang="en-US" sz="1200" kern="1200" baseline="0" dirty="0">
                <a:solidFill>
                  <a:schemeClr val="tx1"/>
                </a:solidFill>
                <a:latin typeface="+mn-lt"/>
                <a:ea typeface="+mn-ea"/>
                <a:cs typeface="+mn-cs"/>
              </a:rPr>
              <a:t>Figure 2.6a . It is evident that there is gross underutilization for all resources when</a:t>
            </a:r>
          </a:p>
          <a:p>
            <a:r>
              <a:rPr lang="en-US" sz="1200" kern="1200" baseline="0" dirty="0">
                <a:solidFill>
                  <a:schemeClr val="tx1"/>
                </a:solidFill>
                <a:latin typeface="+mn-lt"/>
                <a:ea typeface="+mn-ea"/>
                <a:cs typeface="+mn-cs"/>
              </a:rPr>
              <a:t>averaged over the required 30-minute time period.</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Now suppose that the jobs are run concurrently under a multiprogramming</a:t>
            </a:r>
          </a:p>
          <a:p>
            <a:r>
              <a:rPr lang="en-US" sz="1200" kern="1200" baseline="0" dirty="0">
                <a:solidFill>
                  <a:schemeClr val="tx1"/>
                </a:solidFill>
                <a:latin typeface="+mn-lt"/>
                <a:ea typeface="+mn-ea"/>
                <a:cs typeface="+mn-cs"/>
              </a:rPr>
              <a:t>OS. Because there is little resource contention between the jobs, all three can run</a:t>
            </a:r>
          </a:p>
          <a:p>
            <a:r>
              <a:rPr lang="en-US" sz="1200" kern="1200" baseline="0" dirty="0">
                <a:solidFill>
                  <a:schemeClr val="tx1"/>
                </a:solidFill>
                <a:latin typeface="+mn-lt"/>
                <a:ea typeface="+mn-ea"/>
                <a:cs typeface="+mn-cs"/>
              </a:rPr>
              <a:t>in nearly minimum time while coexisting with the others in the computer (assuming</a:t>
            </a:r>
          </a:p>
          <a:p>
            <a:r>
              <a:rPr lang="en-US" sz="1200" kern="1200" baseline="0" dirty="0">
                <a:solidFill>
                  <a:schemeClr val="tx1"/>
                </a:solidFill>
                <a:latin typeface="+mn-lt"/>
                <a:ea typeface="+mn-ea"/>
                <a:cs typeface="+mn-cs"/>
              </a:rPr>
              <a:t>that JOB2 and JOB3 are allotted enough processor time to keep their input</a:t>
            </a:r>
          </a:p>
          <a:p>
            <a:r>
              <a:rPr lang="en-US" sz="1200" kern="1200" baseline="0" dirty="0">
                <a:solidFill>
                  <a:schemeClr val="tx1"/>
                </a:solidFill>
                <a:latin typeface="+mn-lt"/>
                <a:ea typeface="+mn-ea"/>
                <a:cs typeface="+mn-cs"/>
              </a:rPr>
              <a:t>and output operations active). JOB1 will still require 5 minutes to complete, but at</a:t>
            </a:r>
          </a:p>
          <a:p>
            <a:r>
              <a:rPr lang="en-US" sz="1200" kern="1200" baseline="0" dirty="0">
                <a:solidFill>
                  <a:schemeClr val="tx1"/>
                </a:solidFill>
                <a:latin typeface="+mn-lt"/>
                <a:ea typeface="+mn-ea"/>
                <a:cs typeface="+mn-cs"/>
              </a:rPr>
              <a:t>the end of that time, JOB2 will be one-third finished and JOB3 half finished. All</a:t>
            </a:r>
          </a:p>
          <a:p>
            <a:r>
              <a:rPr lang="en-US" sz="1200" kern="1200" baseline="0" dirty="0">
                <a:solidFill>
                  <a:schemeClr val="tx1"/>
                </a:solidFill>
                <a:latin typeface="+mn-lt"/>
                <a:ea typeface="+mn-ea"/>
                <a:cs typeface="+mn-cs"/>
              </a:rPr>
              <a:t>three jobs will have finished within 15 minutes. The improvement is evident when</a:t>
            </a:r>
          </a:p>
          <a:p>
            <a:r>
              <a:rPr lang="en-US" sz="1200" kern="1200" baseline="0" dirty="0">
                <a:solidFill>
                  <a:schemeClr val="tx1"/>
                </a:solidFill>
                <a:latin typeface="+mn-lt"/>
                <a:ea typeface="+mn-ea"/>
                <a:cs typeface="+mn-cs"/>
              </a:rPr>
              <a:t>examining the multiprogramming column of Table 2.2 , obtained from the histogram</a:t>
            </a:r>
          </a:p>
          <a:p>
            <a:r>
              <a:rPr lang="en-US" sz="1200" kern="1200" baseline="0" dirty="0">
                <a:solidFill>
                  <a:schemeClr val="tx1"/>
                </a:solidFill>
                <a:latin typeface="+mn-lt"/>
                <a:ea typeface="+mn-ea"/>
                <a:cs typeface="+mn-cs"/>
              </a:rPr>
              <a:t>shown in Figure 2.6b .</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32</a:t>
            </a:fld>
            <a:endParaRPr lang="en-US"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48AC91-DECD-B937-0AA3-50CC36A97E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97C542-7BEB-4AC1-5DB2-C56F6E206147}"/>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C0925E88-F883-2172-3461-076025AF45CF}"/>
              </a:ext>
            </a:extLst>
          </p:cNvPr>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To illustrate the benefit of multiprogramming, we give a simple example. Consider a computer with 250 Mbytes of available memory (not used by the OS), a disk, a terminal, and a printer. Three programs, JOB1, JOB2, and JOB3, are submitted for execution at the same time, with the attributes listed in Table 2.1 . We assume minimal processor requirements for JOB2 and JOB3 and continuous disk and printer use by JOB3. </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For a simple batch environment, these jobs will be executed in sequence. Thus, JOB1 completes in 5 minutes. JOB2 must wait until the 5 minutes are over and then completes 15 minutes after that. JOB3 begins after 20 minutes and completes at 30 minutes from the time it was initially submitted.</a:t>
            </a:r>
            <a:endParaRPr lang="en-US" dirty="0"/>
          </a:p>
        </p:txBody>
      </p:sp>
      <p:sp>
        <p:nvSpPr>
          <p:cNvPr id="4" name="Slide Number Placeholder 3">
            <a:extLst>
              <a:ext uri="{FF2B5EF4-FFF2-40B4-BE49-F238E27FC236}">
                <a16:creationId xmlns:a16="http://schemas.microsoft.com/office/drawing/2014/main" id="{1711D507-1504-E79C-CED1-6E1C0D560C0A}"/>
              </a:ext>
            </a:extLst>
          </p:cNvPr>
          <p:cNvSpPr>
            <a:spLocks noGrp="1"/>
          </p:cNvSpPr>
          <p:nvPr>
            <p:ph type="sldNum" sz="quarter" idx="10"/>
          </p:nvPr>
        </p:nvSpPr>
        <p:spPr/>
        <p:txBody>
          <a:bodyPr/>
          <a:lstStyle/>
          <a:p>
            <a:pPr>
              <a:defRPr/>
            </a:pPr>
            <a:fld id="{B1F781F4-099F-4112-9B1E-8A4E4163911A}" type="slidenum">
              <a:rPr lang="en-US" smtClean="0"/>
              <a:pPr>
                <a:defRPr/>
              </a:pPr>
              <a:t>33</a:t>
            </a:fld>
            <a:endParaRPr lang="en-US" dirty="0"/>
          </a:p>
        </p:txBody>
      </p:sp>
    </p:spTree>
    <p:extLst>
      <p:ext uri="{BB962C8B-B14F-4D97-AF65-F5344CB8AC3E}">
        <p14:creationId xmlns:p14="http://schemas.microsoft.com/office/powerpoint/2010/main" val="15283197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rtl="0"/>
            <a:r>
              <a:rPr lang="en-US" sz="1200" kern="1200" baseline="0" dirty="0">
                <a:solidFill>
                  <a:schemeClr val="tx1"/>
                </a:solidFill>
                <a:latin typeface="+mn-lt"/>
                <a:ea typeface="+mn-ea"/>
                <a:cs typeface="+mn-cs"/>
              </a:rPr>
              <a:t>The average resource utilization, throughput, and response times are shown in the</a:t>
            </a:r>
          </a:p>
          <a:p>
            <a:r>
              <a:rPr lang="en-US" sz="1200" kern="1200" baseline="0" dirty="0">
                <a:solidFill>
                  <a:schemeClr val="tx1"/>
                </a:solidFill>
                <a:latin typeface="+mn-lt"/>
                <a:ea typeface="+mn-ea"/>
                <a:cs typeface="+mn-cs"/>
              </a:rPr>
              <a:t>uniprogramming column of Table 2.2 .</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34</a:t>
            </a:fld>
            <a:endParaRPr lang="en-US"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NZ" dirty="0"/>
              <a:t>In attempting to understand the key requirements for an OS and the significance of the major features of a contemporary OS, it is useful to consider how operating systems have evolved over the years.</a:t>
            </a:r>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36</a:t>
            </a:fld>
            <a:endParaRPr lang="en-US" dirty="0"/>
          </a:p>
        </p:txBody>
      </p:sp>
    </p:spTree>
    <p:extLst>
      <p:ext uri="{BB962C8B-B14F-4D97-AF65-F5344CB8AC3E}">
        <p14:creationId xmlns:p14="http://schemas.microsoft.com/office/powerpoint/2010/main" val="183765955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Just as multiprogramming allows the processor to handle multiple batch jobs</a:t>
            </a:r>
          </a:p>
          <a:p>
            <a:r>
              <a:rPr lang="en-US" sz="1200" kern="1200" baseline="0" dirty="0">
                <a:solidFill>
                  <a:schemeClr val="tx1"/>
                </a:solidFill>
                <a:latin typeface="+mn-lt"/>
                <a:ea typeface="+mn-ea"/>
                <a:cs typeface="+mn-cs"/>
              </a:rPr>
              <a:t>at a time, multiprogramming can also be used to handle multiple interactive jobs. In</a:t>
            </a:r>
          </a:p>
          <a:p>
            <a:r>
              <a:rPr lang="en-US" sz="1200" kern="1200" baseline="0" dirty="0">
                <a:solidFill>
                  <a:schemeClr val="tx1"/>
                </a:solidFill>
                <a:latin typeface="+mn-lt"/>
                <a:ea typeface="+mn-ea"/>
                <a:cs typeface="+mn-cs"/>
              </a:rPr>
              <a:t>this latter case, the technique is referred to as </a:t>
            </a:r>
            <a:r>
              <a:rPr lang="en-US" sz="1200" b="1" kern="1200" baseline="0" dirty="0">
                <a:solidFill>
                  <a:schemeClr val="tx1"/>
                </a:solidFill>
                <a:latin typeface="+mn-lt"/>
                <a:ea typeface="+mn-ea"/>
                <a:cs typeface="+mn-cs"/>
              </a:rPr>
              <a:t>time sharing , because processor time is</a:t>
            </a:r>
          </a:p>
          <a:p>
            <a:r>
              <a:rPr lang="en-US" sz="1200" kern="1200" baseline="0" dirty="0">
                <a:solidFill>
                  <a:schemeClr val="tx1"/>
                </a:solidFill>
                <a:latin typeface="+mn-lt"/>
                <a:ea typeface="+mn-ea"/>
                <a:cs typeface="+mn-cs"/>
              </a:rPr>
              <a:t>shared among multiple users. In a time-sharing system, multiple users simultaneously</a:t>
            </a:r>
          </a:p>
          <a:p>
            <a:r>
              <a:rPr lang="en-US" sz="1200" kern="1200" baseline="0" dirty="0">
                <a:solidFill>
                  <a:schemeClr val="tx1"/>
                </a:solidFill>
                <a:latin typeface="+mn-lt"/>
                <a:ea typeface="+mn-ea"/>
                <a:cs typeface="+mn-cs"/>
              </a:rPr>
              <a:t>access the system through terminals, with the OS interleaving the execution of each</a:t>
            </a:r>
          </a:p>
          <a:p>
            <a:r>
              <a:rPr lang="en-US" sz="1200" kern="1200" baseline="0" dirty="0">
                <a:solidFill>
                  <a:schemeClr val="tx1"/>
                </a:solidFill>
                <a:latin typeface="+mn-lt"/>
                <a:ea typeface="+mn-ea"/>
                <a:cs typeface="+mn-cs"/>
              </a:rPr>
              <a:t>user program in a short burst or quantum of computation. Thus, if there are </a:t>
            </a:r>
            <a:r>
              <a:rPr lang="en-US" sz="1200" i="1" kern="1200" baseline="0" dirty="0">
                <a:solidFill>
                  <a:schemeClr val="tx1"/>
                </a:solidFill>
                <a:latin typeface="+mn-lt"/>
                <a:ea typeface="+mn-ea"/>
                <a:cs typeface="+mn-cs"/>
              </a:rPr>
              <a:t>n users</a:t>
            </a:r>
          </a:p>
          <a:p>
            <a:r>
              <a:rPr lang="en-US" sz="1200" kern="1200" baseline="0" dirty="0">
                <a:solidFill>
                  <a:schemeClr val="tx1"/>
                </a:solidFill>
                <a:latin typeface="+mn-lt"/>
                <a:ea typeface="+mn-ea"/>
                <a:cs typeface="+mn-cs"/>
              </a:rPr>
              <a:t>actively requesting service at one time, each user will only see on the average 1/ </a:t>
            </a:r>
            <a:r>
              <a:rPr lang="en-US" sz="1200" i="1" kern="1200" baseline="0" dirty="0">
                <a:solidFill>
                  <a:schemeClr val="tx1"/>
                </a:solidFill>
                <a:latin typeface="+mn-lt"/>
                <a:ea typeface="+mn-ea"/>
                <a:cs typeface="+mn-cs"/>
              </a:rPr>
              <a:t>n</a:t>
            </a:r>
          </a:p>
          <a:p>
            <a:r>
              <a:rPr lang="en-US" sz="1200" kern="1200" baseline="0" dirty="0">
                <a:solidFill>
                  <a:schemeClr val="tx1"/>
                </a:solidFill>
                <a:latin typeface="+mn-lt"/>
                <a:ea typeface="+mn-ea"/>
                <a:cs typeface="+mn-cs"/>
              </a:rPr>
              <a:t>of the effective computer capacity, not counting OS overhead. However, given the</a:t>
            </a:r>
          </a:p>
          <a:p>
            <a:r>
              <a:rPr lang="en-US" sz="1200" kern="1200" baseline="0" dirty="0">
                <a:solidFill>
                  <a:schemeClr val="tx1"/>
                </a:solidFill>
                <a:latin typeface="+mn-lt"/>
                <a:ea typeface="+mn-ea"/>
                <a:cs typeface="+mn-cs"/>
              </a:rPr>
              <a:t>relatively slow human reaction time, the response time on a properly designed system</a:t>
            </a:r>
          </a:p>
          <a:p>
            <a:r>
              <a:rPr lang="en-US" sz="1200" kern="1200" baseline="0" dirty="0">
                <a:solidFill>
                  <a:schemeClr val="tx1"/>
                </a:solidFill>
                <a:latin typeface="+mn-lt"/>
                <a:ea typeface="+mn-ea"/>
                <a:cs typeface="+mn-cs"/>
              </a:rPr>
              <a:t>should be similar to that on a dedicated computer.</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37</a:t>
            </a:fld>
            <a:endParaRPr lang="en-US" dirty="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Both batch processing and time sharing use multiprogramming. The key</a:t>
            </a:r>
          </a:p>
          <a:p>
            <a:r>
              <a:rPr lang="en-US" sz="1200" kern="1200" baseline="0" dirty="0">
                <a:solidFill>
                  <a:schemeClr val="tx1"/>
                </a:solidFill>
                <a:latin typeface="+mn-lt"/>
                <a:ea typeface="+mn-ea"/>
                <a:cs typeface="+mn-cs"/>
              </a:rPr>
              <a:t>differences are listed in Table 2.3 .</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38</a:t>
            </a:fld>
            <a:endParaRPr lang="en-US" dirty="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fontScale="92500" lnSpcReduction="10000"/>
          </a:bodyPr>
          <a:lstStyle/>
          <a:p>
            <a:r>
              <a:rPr lang="en-US" sz="1200" kern="1200" baseline="0" dirty="0">
                <a:solidFill>
                  <a:schemeClr val="tx1"/>
                </a:solidFill>
                <a:latin typeface="+mn-lt"/>
                <a:ea typeface="+mn-ea"/>
                <a:cs typeface="+mn-cs"/>
              </a:rPr>
              <a:t>One of the first time-sharing operating systems to be developed was the</a:t>
            </a:r>
          </a:p>
          <a:p>
            <a:r>
              <a:rPr lang="en-US" sz="1200" kern="1200" baseline="0" dirty="0">
                <a:solidFill>
                  <a:schemeClr val="tx1"/>
                </a:solidFill>
                <a:latin typeface="+mn-lt"/>
                <a:ea typeface="+mn-ea"/>
                <a:cs typeface="+mn-cs"/>
              </a:rPr>
              <a:t>Compatible Time-Sharing System (CTSS) [CORB62], developed at MIT by a</a:t>
            </a:r>
          </a:p>
          <a:p>
            <a:r>
              <a:rPr lang="en-US" sz="1200" kern="1200" baseline="0" dirty="0">
                <a:solidFill>
                  <a:schemeClr val="tx1"/>
                </a:solidFill>
                <a:latin typeface="+mn-lt"/>
                <a:ea typeface="+mn-ea"/>
                <a:cs typeface="+mn-cs"/>
              </a:rPr>
              <a:t>group known as Project MAC (Machine-Aided Cognition, or Multiple-Access</a:t>
            </a:r>
          </a:p>
          <a:p>
            <a:r>
              <a:rPr lang="en-US" sz="1200" kern="1200" baseline="0" dirty="0">
                <a:solidFill>
                  <a:schemeClr val="tx1"/>
                </a:solidFill>
                <a:latin typeface="+mn-lt"/>
                <a:ea typeface="+mn-ea"/>
                <a:cs typeface="+mn-cs"/>
              </a:rPr>
              <a:t>Computers). The system was first developed for the IBM 709 in 1961 and later</a:t>
            </a:r>
          </a:p>
          <a:p>
            <a:r>
              <a:rPr lang="en-US" sz="1200" kern="1200" baseline="0" dirty="0">
                <a:solidFill>
                  <a:schemeClr val="tx1"/>
                </a:solidFill>
                <a:latin typeface="+mn-lt"/>
                <a:ea typeface="+mn-ea"/>
                <a:cs typeface="+mn-cs"/>
              </a:rPr>
              <a:t>transferred to an IBM 7094.</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Compared to later systems, CTSS is primitive. The system ran on a computer</a:t>
            </a:r>
          </a:p>
          <a:p>
            <a:r>
              <a:rPr lang="en-US" sz="1200" kern="1200" baseline="0" dirty="0">
                <a:solidFill>
                  <a:schemeClr val="tx1"/>
                </a:solidFill>
                <a:latin typeface="+mn-lt"/>
                <a:ea typeface="+mn-ea"/>
                <a:cs typeface="+mn-cs"/>
              </a:rPr>
              <a:t>with 32,000 36-bit words of main memory, with the resident monitor consuming 5000</a:t>
            </a:r>
          </a:p>
          <a:p>
            <a:r>
              <a:rPr lang="en-US" sz="1200" kern="1200" baseline="0" dirty="0">
                <a:solidFill>
                  <a:schemeClr val="tx1"/>
                </a:solidFill>
                <a:latin typeface="+mn-lt"/>
                <a:ea typeface="+mn-ea"/>
                <a:cs typeface="+mn-cs"/>
              </a:rPr>
              <a:t>of that. When control was to be assigned to an interactive user, the user’s program</a:t>
            </a:r>
          </a:p>
          <a:p>
            <a:r>
              <a:rPr lang="en-US" sz="1200" kern="1200" baseline="0" dirty="0">
                <a:solidFill>
                  <a:schemeClr val="tx1"/>
                </a:solidFill>
                <a:latin typeface="+mn-lt"/>
                <a:ea typeface="+mn-ea"/>
                <a:cs typeface="+mn-cs"/>
              </a:rPr>
              <a:t>and data were loaded into the remaining 27,000 words of main memory. A program</a:t>
            </a:r>
          </a:p>
          <a:p>
            <a:r>
              <a:rPr lang="en-US" sz="1200" kern="1200" baseline="0" dirty="0">
                <a:solidFill>
                  <a:schemeClr val="tx1"/>
                </a:solidFill>
                <a:latin typeface="+mn-lt"/>
                <a:ea typeface="+mn-ea"/>
                <a:cs typeface="+mn-cs"/>
              </a:rPr>
              <a:t>was always loaded to start at the location of the 5000th word; this simplified</a:t>
            </a:r>
          </a:p>
          <a:p>
            <a:r>
              <a:rPr lang="en-US" sz="1200" kern="1200" baseline="0" dirty="0">
                <a:solidFill>
                  <a:schemeClr val="tx1"/>
                </a:solidFill>
                <a:latin typeface="+mn-lt"/>
                <a:ea typeface="+mn-ea"/>
                <a:cs typeface="+mn-cs"/>
              </a:rPr>
              <a:t>both the monitor and memory management. A system clock generated interrupts</a:t>
            </a:r>
          </a:p>
          <a:p>
            <a:r>
              <a:rPr lang="en-US" sz="1200" kern="1200" baseline="0" dirty="0">
                <a:solidFill>
                  <a:schemeClr val="tx1"/>
                </a:solidFill>
                <a:latin typeface="+mn-lt"/>
                <a:ea typeface="+mn-ea"/>
                <a:cs typeface="+mn-cs"/>
              </a:rPr>
              <a:t>at a rate of approximately one every 0.2 seconds. At each clock interrupt, the OS</a:t>
            </a:r>
          </a:p>
          <a:p>
            <a:r>
              <a:rPr lang="en-US" sz="1200" kern="1200" baseline="0" dirty="0">
                <a:solidFill>
                  <a:schemeClr val="tx1"/>
                </a:solidFill>
                <a:latin typeface="+mn-lt"/>
                <a:ea typeface="+mn-ea"/>
                <a:cs typeface="+mn-cs"/>
              </a:rPr>
              <a:t>regained control and could assign the processor to another user. This technique is</a:t>
            </a:r>
          </a:p>
          <a:p>
            <a:r>
              <a:rPr lang="en-US" sz="1200" kern="1200" baseline="0" dirty="0">
                <a:solidFill>
                  <a:schemeClr val="tx1"/>
                </a:solidFill>
                <a:latin typeface="+mn-lt"/>
                <a:ea typeface="+mn-ea"/>
                <a:cs typeface="+mn-cs"/>
              </a:rPr>
              <a:t>known as </a:t>
            </a:r>
            <a:r>
              <a:rPr lang="en-US" sz="1200" b="1" kern="1200" baseline="0" dirty="0">
                <a:solidFill>
                  <a:schemeClr val="tx1"/>
                </a:solidFill>
                <a:latin typeface="+mn-lt"/>
                <a:ea typeface="+mn-ea"/>
                <a:cs typeface="+mn-cs"/>
              </a:rPr>
              <a:t>time slicing . Thus, at regular time intervals, the current user would be</a:t>
            </a:r>
          </a:p>
          <a:p>
            <a:r>
              <a:rPr lang="en-US" sz="1200" kern="1200" baseline="0" dirty="0">
                <a:solidFill>
                  <a:schemeClr val="tx1"/>
                </a:solidFill>
                <a:latin typeface="+mn-lt"/>
                <a:ea typeface="+mn-ea"/>
                <a:cs typeface="+mn-cs"/>
              </a:rPr>
              <a:t>preempted and another user loaded in. To preserve the old user program status for</a:t>
            </a:r>
          </a:p>
          <a:p>
            <a:r>
              <a:rPr lang="en-US" sz="1200" kern="1200" baseline="0" dirty="0">
                <a:solidFill>
                  <a:schemeClr val="tx1"/>
                </a:solidFill>
                <a:latin typeface="+mn-lt"/>
                <a:ea typeface="+mn-ea"/>
                <a:cs typeface="+mn-cs"/>
              </a:rPr>
              <a:t>later resumption, the old user programs and data were written out to disk before the</a:t>
            </a:r>
          </a:p>
          <a:p>
            <a:r>
              <a:rPr lang="en-US" sz="1200" kern="1200" baseline="0" dirty="0">
                <a:solidFill>
                  <a:schemeClr val="tx1"/>
                </a:solidFill>
                <a:latin typeface="+mn-lt"/>
                <a:ea typeface="+mn-ea"/>
                <a:cs typeface="+mn-cs"/>
              </a:rPr>
              <a:t>new user programs and data were read in. Subsequently, the old user program code</a:t>
            </a:r>
          </a:p>
          <a:p>
            <a:r>
              <a:rPr lang="en-US" sz="1200" kern="1200" baseline="0" dirty="0">
                <a:solidFill>
                  <a:schemeClr val="tx1"/>
                </a:solidFill>
                <a:latin typeface="+mn-lt"/>
                <a:ea typeface="+mn-ea"/>
                <a:cs typeface="+mn-cs"/>
              </a:rPr>
              <a:t>and data were restored in main memory when that program was next given a turn.</a:t>
            </a:r>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39</a:t>
            </a:fld>
            <a:endParaRPr lang="en-US" dirty="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fontScale="92500" lnSpcReduction="20000"/>
          </a:bodyPr>
          <a:lstStyle/>
          <a:p>
            <a:r>
              <a:rPr lang="en-US" sz="1200" kern="1200" baseline="0" dirty="0">
                <a:solidFill>
                  <a:schemeClr val="tx1"/>
                </a:solidFill>
                <a:latin typeface="+mn-lt"/>
                <a:ea typeface="+mn-ea"/>
                <a:cs typeface="+mn-cs"/>
              </a:rPr>
              <a:t>To minimize disk traffic, user memory was only written out when the incoming program would overwrite it. This principle is illustrated in Figure 2.7 . Assume that there are four interactive users with the following memory requirements, in words:</a:t>
            </a:r>
          </a:p>
          <a:p>
            <a:pPr marL="171450" indent="-171450">
              <a:buFont typeface="Arial" panose="020B0604020202020204" pitchFamily="34" charset="0"/>
              <a:buChar char="•"/>
            </a:pPr>
            <a:endParaRPr lang="en-US" sz="1200" kern="1200" baseline="0" dirty="0">
              <a:solidFill>
                <a:schemeClr val="tx1"/>
              </a:solidFill>
              <a:latin typeface="+mn-lt"/>
              <a:ea typeface="+mn-ea"/>
              <a:cs typeface="+mn-cs"/>
            </a:endParaRPr>
          </a:p>
          <a:p>
            <a:pPr marL="171450" indent="-171450">
              <a:buFont typeface="Arial" panose="020B0604020202020204" pitchFamily="34" charset="0"/>
              <a:buChar char="•"/>
            </a:pPr>
            <a:r>
              <a:rPr lang="en-US" sz="1200" kern="1200" baseline="0" dirty="0">
                <a:solidFill>
                  <a:schemeClr val="tx1"/>
                </a:solidFill>
                <a:latin typeface="+mn-lt"/>
                <a:ea typeface="+mn-ea"/>
                <a:cs typeface="+mn-cs"/>
              </a:rPr>
              <a:t>JOB1: 15,000</a:t>
            </a:r>
          </a:p>
          <a:p>
            <a:pPr marL="171450" indent="-171450">
              <a:buFont typeface="Arial" panose="020B0604020202020204" pitchFamily="34" charset="0"/>
              <a:buChar char="•"/>
            </a:pPr>
            <a:r>
              <a:rPr lang="en-US" sz="1200" kern="1200" baseline="0" dirty="0">
                <a:solidFill>
                  <a:schemeClr val="tx1"/>
                </a:solidFill>
                <a:latin typeface="+mn-lt"/>
                <a:ea typeface="+mn-ea"/>
                <a:cs typeface="+mn-cs"/>
              </a:rPr>
              <a:t>JOB2: 20,000</a:t>
            </a:r>
          </a:p>
          <a:p>
            <a:pPr marL="171450" indent="-171450">
              <a:buFont typeface="Arial" panose="020B0604020202020204" pitchFamily="34" charset="0"/>
              <a:buChar char="•"/>
            </a:pPr>
            <a:r>
              <a:rPr lang="en-US" sz="1200" kern="1200" baseline="0" dirty="0">
                <a:solidFill>
                  <a:schemeClr val="tx1"/>
                </a:solidFill>
                <a:latin typeface="+mn-lt"/>
                <a:ea typeface="+mn-ea"/>
                <a:cs typeface="+mn-cs"/>
              </a:rPr>
              <a:t>JOB3: 5000</a:t>
            </a:r>
          </a:p>
          <a:p>
            <a:pPr marL="171450" indent="-171450">
              <a:buFont typeface="Arial" panose="020B0604020202020204" pitchFamily="34" charset="0"/>
              <a:buChar char="•"/>
            </a:pPr>
            <a:r>
              <a:rPr lang="en-US" sz="1200" kern="1200" baseline="0" dirty="0">
                <a:solidFill>
                  <a:schemeClr val="tx1"/>
                </a:solidFill>
                <a:latin typeface="+mn-lt"/>
                <a:ea typeface="+mn-ea"/>
                <a:cs typeface="+mn-cs"/>
              </a:rPr>
              <a:t>JOB4: 10,000</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Initially, the monitor loads JOB1 and transfers control to it (a). Later, the</a:t>
            </a:r>
          </a:p>
          <a:p>
            <a:r>
              <a:rPr lang="en-US" sz="1200" kern="1200" baseline="0" dirty="0">
                <a:solidFill>
                  <a:schemeClr val="tx1"/>
                </a:solidFill>
                <a:latin typeface="+mn-lt"/>
                <a:ea typeface="+mn-ea"/>
                <a:cs typeface="+mn-cs"/>
              </a:rPr>
              <a:t>monitor decides to transfer control to JOB2. Because JOB2 requires more memory</a:t>
            </a:r>
          </a:p>
          <a:p>
            <a:r>
              <a:rPr lang="en-US" sz="1200" kern="1200" baseline="0" dirty="0">
                <a:solidFill>
                  <a:schemeClr val="tx1"/>
                </a:solidFill>
                <a:latin typeface="+mn-lt"/>
                <a:ea typeface="+mn-ea"/>
                <a:cs typeface="+mn-cs"/>
              </a:rPr>
              <a:t>than JOB1, JOB1 must be written out first, and then JOB2 can be loaded (b).</a:t>
            </a:r>
          </a:p>
          <a:p>
            <a:r>
              <a:rPr lang="en-US" sz="1200" kern="1200" baseline="0" dirty="0">
                <a:solidFill>
                  <a:schemeClr val="tx1"/>
                </a:solidFill>
                <a:latin typeface="+mn-lt"/>
                <a:ea typeface="+mn-ea"/>
                <a:cs typeface="+mn-cs"/>
              </a:rPr>
              <a:t>Next, JOB3 is loaded in to be run. However, because JOB3 is smaller than JOB2,</a:t>
            </a:r>
          </a:p>
          <a:p>
            <a:r>
              <a:rPr lang="en-US" sz="1200" kern="1200" baseline="0" dirty="0">
                <a:solidFill>
                  <a:schemeClr val="tx1"/>
                </a:solidFill>
                <a:latin typeface="+mn-lt"/>
                <a:ea typeface="+mn-ea"/>
                <a:cs typeface="+mn-cs"/>
              </a:rPr>
              <a:t>a portion of JOB2 can remain in memory, reducing disk write time (c). Later, the</a:t>
            </a:r>
          </a:p>
          <a:p>
            <a:r>
              <a:rPr lang="en-US" sz="1200" kern="1200" baseline="0" dirty="0">
                <a:solidFill>
                  <a:schemeClr val="tx1"/>
                </a:solidFill>
                <a:latin typeface="+mn-lt"/>
                <a:ea typeface="+mn-ea"/>
                <a:cs typeface="+mn-cs"/>
              </a:rPr>
              <a:t>monitor decides to transfer control back to JOB1. An additional portion of JOB2</a:t>
            </a:r>
          </a:p>
          <a:p>
            <a:r>
              <a:rPr lang="en-US" sz="1200" kern="1200" baseline="0" dirty="0">
                <a:solidFill>
                  <a:schemeClr val="tx1"/>
                </a:solidFill>
                <a:latin typeface="+mn-lt"/>
                <a:ea typeface="+mn-ea"/>
                <a:cs typeface="+mn-cs"/>
              </a:rPr>
              <a:t>must be written out when JOB1 is loaded back into memory (d). When JOB4 is</a:t>
            </a:r>
          </a:p>
          <a:p>
            <a:r>
              <a:rPr lang="en-US" sz="1200" kern="1200" baseline="0" dirty="0">
                <a:solidFill>
                  <a:schemeClr val="tx1"/>
                </a:solidFill>
                <a:latin typeface="+mn-lt"/>
                <a:ea typeface="+mn-ea"/>
                <a:cs typeface="+mn-cs"/>
              </a:rPr>
              <a:t>loaded, part of JOB1 and the portion of JOB2 remaining in memory are retained</a:t>
            </a:r>
          </a:p>
          <a:p>
            <a:r>
              <a:rPr lang="en-US" sz="1200" kern="1200" baseline="0" dirty="0">
                <a:solidFill>
                  <a:schemeClr val="tx1"/>
                </a:solidFill>
                <a:latin typeface="+mn-lt"/>
                <a:ea typeface="+mn-ea"/>
                <a:cs typeface="+mn-cs"/>
              </a:rPr>
              <a:t>(e). At this point, if either JOB1 or JOB2 is activated, only a partial load will be</a:t>
            </a:r>
          </a:p>
          <a:p>
            <a:r>
              <a:rPr lang="en-US" sz="1200" kern="1200" baseline="0" dirty="0">
                <a:solidFill>
                  <a:schemeClr val="tx1"/>
                </a:solidFill>
                <a:latin typeface="+mn-lt"/>
                <a:ea typeface="+mn-ea"/>
                <a:cs typeface="+mn-cs"/>
              </a:rPr>
              <a:t>required. In this example, it is JOB2 that runs next. This requires that JOB4 and the</a:t>
            </a:r>
          </a:p>
          <a:p>
            <a:r>
              <a:rPr lang="en-US" sz="1200" kern="1200" baseline="0" dirty="0">
                <a:solidFill>
                  <a:schemeClr val="tx1"/>
                </a:solidFill>
                <a:latin typeface="+mn-lt"/>
                <a:ea typeface="+mn-ea"/>
                <a:cs typeface="+mn-cs"/>
              </a:rPr>
              <a:t>remaining resident portion of JOB1 be written out and that the missing portion of</a:t>
            </a:r>
          </a:p>
          <a:p>
            <a:r>
              <a:rPr lang="en-US" sz="1200" kern="1200" baseline="0" dirty="0">
                <a:solidFill>
                  <a:schemeClr val="tx1"/>
                </a:solidFill>
                <a:latin typeface="+mn-lt"/>
                <a:ea typeface="+mn-ea"/>
                <a:cs typeface="+mn-cs"/>
              </a:rPr>
              <a:t>JOB2 be read in (f).</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40</a:t>
            </a:fld>
            <a:endParaRPr lang="en-US" dirty="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Operating systems are among the most complex pieces of software ever developed.</a:t>
            </a:r>
          </a:p>
          <a:p>
            <a:r>
              <a:rPr lang="en-US" sz="1200" kern="1200" baseline="0" dirty="0">
                <a:solidFill>
                  <a:schemeClr val="tx1"/>
                </a:solidFill>
                <a:latin typeface="+mn-lt"/>
                <a:ea typeface="+mn-ea"/>
                <a:cs typeface="+mn-cs"/>
              </a:rPr>
              <a:t>This reflects the challenge of trying to meet the difficult and in some cases</a:t>
            </a:r>
          </a:p>
          <a:p>
            <a:r>
              <a:rPr lang="en-US" sz="1200" kern="1200" baseline="0" dirty="0">
                <a:solidFill>
                  <a:schemeClr val="tx1"/>
                </a:solidFill>
                <a:latin typeface="+mn-lt"/>
                <a:ea typeface="+mn-ea"/>
                <a:cs typeface="+mn-cs"/>
              </a:rPr>
              <a:t>competing objectives of convenience, efficiency, and ability to evolve. [DENN80a]</a:t>
            </a:r>
          </a:p>
          <a:p>
            <a:r>
              <a:rPr lang="en-US" sz="1200" kern="1200" baseline="0" dirty="0">
                <a:solidFill>
                  <a:schemeClr val="tx1"/>
                </a:solidFill>
                <a:latin typeface="+mn-lt"/>
                <a:ea typeface="+mn-ea"/>
                <a:cs typeface="+mn-cs"/>
              </a:rPr>
              <a:t>proposes that there have been four major theoretical advances in the development</a:t>
            </a:r>
          </a:p>
          <a:p>
            <a:r>
              <a:rPr lang="en-US" sz="1200" kern="1200" baseline="0" dirty="0">
                <a:solidFill>
                  <a:schemeClr val="tx1"/>
                </a:solidFill>
                <a:latin typeface="+mn-lt"/>
                <a:ea typeface="+mn-ea"/>
                <a:cs typeface="+mn-cs"/>
              </a:rPr>
              <a:t>of operating systems: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Processes</a:t>
            </a:r>
          </a:p>
          <a:p>
            <a:r>
              <a:rPr lang="en-US" sz="1200" kern="1200" baseline="0" dirty="0">
                <a:solidFill>
                  <a:schemeClr val="tx1"/>
                </a:solidFill>
                <a:latin typeface="+mn-lt"/>
                <a:ea typeface="+mn-ea"/>
                <a:cs typeface="+mn-cs"/>
              </a:rPr>
              <a:t>• Memory management</a:t>
            </a:r>
          </a:p>
          <a:p>
            <a:r>
              <a:rPr lang="en-US" sz="1200" kern="1200" baseline="0" dirty="0">
                <a:solidFill>
                  <a:schemeClr val="tx1"/>
                </a:solidFill>
                <a:latin typeface="+mn-lt"/>
                <a:ea typeface="+mn-ea"/>
                <a:cs typeface="+mn-cs"/>
              </a:rPr>
              <a:t>• Information protection and security</a:t>
            </a:r>
          </a:p>
          <a:p>
            <a:r>
              <a:rPr lang="en-US" sz="1200" kern="1200" baseline="0" dirty="0">
                <a:solidFill>
                  <a:schemeClr val="tx1"/>
                </a:solidFill>
                <a:latin typeface="+mn-lt"/>
                <a:ea typeface="+mn-ea"/>
                <a:cs typeface="+mn-cs"/>
              </a:rPr>
              <a:t>• Scheduling and resource management</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Each advance is characterized by principles, or abstractions, developed to</a:t>
            </a:r>
          </a:p>
          <a:p>
            <a:r>
              <a:rPr lang="en-US" sz="1200" kern="1200" baseline="0" dirty="0">
                <a:solidFill>
                  <a:schemeClr val="tx1"/>
                </a:solidFill>
                <a:latin typeface="+mn-lt"/>
                <a:ea typeface="+mn-ea"/>
                <a:cs typeface="+mn-cs"/>
              </a:rPr>
              <a:t>meet difficult practical problems. Taken together, these five areas span many of</a:t>
            </a:r>
          </a:p>
          <a:p>
            <a:r>
              <a:rPr lang="en-US" sz="1200" kern="1200" baseline="0" dirty="0">
                <a:solidFill>
                  <a:schemeClr val="tx1"/>
                </a:solidFill>
                <a:latin typeface="+mn-lt"/>
                <a:ea typeface="+mn-ea"/>
                <a:cs typeface="+mn-cs"/>
              </a:rPr>
              <a:t>the key design and implementation issues of modern operating systems. The brief</a:t>
            </a:r>
          </a:p>
          <a:p>
            <a:r>
              <a:rPr lang="en-US" sz="1200" kern="1200" baseline="0" dirty="0">
                <a:solidFill>
                  <a:schemeClr val="tx1"/>
                </a:solidFill>
                <a:latin typeface="+mn-lt"/>
                <a:ea typeface="+mn-ea"/>
                <a:cs typeface="+mn-cs"/>
              </a:rPr>
              <a:t>review of these five areas in this section serves as an overview of much of the rest</a:t>
            </a:r>
          </a:p>
          <a:p>
            <a:r>
              <a:rPr lang="en-US" sz="1200" kern="1200" baseline="0" dirty="0">
                <a:solidFill>
                  <a:schemeClr val="tx1"/>
                </a:solidFill>
                <a:latin typeface="+mn-lt"/>
                <a:ea typeface="+mn-ea"/>
                <a:cs typeface="+mn-cs"/>
              </a:rPr>
              <a:t>of the text.</a:t>
            </a:r>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41</a:t>
            </a:fld>
            <a:endParaRPr lang="en-US" dirty="0"/>
          </a:p>
        </p:txBody>
      </p:sp>
    </p:spTree>
    <p:extLst>
      <p:ext uri="{BB962C8B-B14F-4D97-AF65-F5344CB8AC3E}">
        <p14:creationId xmlns:p14="http://schemas.microsoft.com/office/powerpoint/2010/main" val="206808540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Central to the design of operating systems is the concept of </a:t>
            </a:r>
            <a:r>
              <a:rPr lang="en-US" sz="1200" i="1" kern="1200" baseline="0" dirty="0">
                <a:solidFill>
                  <a:schemeClr val="tx1"/>
                </a:solidFill>
                <a:latin typeface="+mn-lt"/>
                <a:ea typeface="+mn-ea"/>
                <a:cs typeface="+mn-cs"/>
              </a:rPr>
              <a:t>process. This term was</a:t>
            </a:r>
          </a:p>
          <a:p>
            <a:r>
              <a:rPr lang="en-US" sz="1200" kern="1200" baseline="0" dirty="0">
                <a:solidFill>
                  <a:schemeClr val="tx1"/>
                </a:solidFill>
                <a:latin typeface="+mn-lt"/>
                <a:ea typeface="+mn-ea"/>
                <a:cs typeface="+mn-cs"/>
              </a:rPr>
              <a:t>first used by the designers of Multics in the 1960s [DALE68]. It is a somewhat</a:t>
            </a:r>
          </a:p>
          <a:p>
            <a:r>
              <a:rPr lang="en-US" sz="1200" kern="1200" baseline="0" dirty="0">
                <a:solidFill>
                  <a:schemeClr val="tx1"/>
                </a:solidFill>
                <a:latin typeface="+mn-lt"/>
                <a:ea typeface="+mn-ea"/>
                <a:cs typeface="+mn-cs"/>
              </a:rPr>
              <a:t>more general term than </a:t>
            </a:r>
            <a:r>
              <a:rPr lang="en-US" sz="1200" i="1" kern="1200" baseline="0" dirty="0">
                <a:solidFill>
                  <a:schemeClr val="tx1"/>
                </a:solidFill>
                <a:latin typeface="+mn-lt"/>
                <a:ea typeface="+mn-ea"/>
                <a:cs typeface="+mn-cs"/>
              </a:rPr>
              <a:t>job. Many definitions have been given for the term process ,</a:t>
            </a:r>
          </a:p>
          <a:p>
            <a:r>
              <a:rPr lang="en-US" sz="1200" kern="1200" baseline="0" dirty="0">
                <a:solidFill>
                  <a:schemeClr val="tx1"/>
                </a:solidFill>
                <a:latin typeface="+mn-lt"/>
                <a:ea typeface="+mn-ea"/>
                <a:cs typeface="+mn-cs"/>
              </a:rPr>
              <a:t>including</a:t>
            </a:r>
          </a:p>
          <a:p>
            <a:r>
              <a:rPr lang="en-US" sz="1200" kern="1200" baseline="0" dirty="0">
                <a:solidFill>
                  <a:schemeClr val="tx1"/>
                </a:solidFill>
                <a:latin typeface="+mn-lt"/>
                <a:ea typeface="+mn-ea"/>
                <a:cs typeface="+mn-cs"/>
              </a:rPr>
              <a:t>• A program in execution</a:t>
            </a:r>
          </a:p>
          <a:p>
            <a:r>
              <a:rPr lang="en-US" sz="1200" kern="1200" baseline="0" dirty="0">
                <a:solidFill>
                  <a:schemeClr val="tx1"/>
                </a:solidFill>
                <a:latin typeface="+mn-lt"/>
                <a:ea typeface="+mn-ea"/>
                <a:cs typeface="+mn-cs"/>
              </a:rPr>
              <a:t>• An instance of a program running on a computer</a:t>
            </a:r>
          </a:p>
          <a:p>
            <a:r>
              <a:rPr lang="en-US" sz="1200" kern="1200" baseline="0" dirty="0">
                <a:solidFill>
                  <a:schemeClr val="tx1"/>
                </a:solidFill>
                <a:latin typeface="+mn-lt"/>
                <a:ea typeface="+mn-ea"/>
                <a:cs typeface="+mn-cs"/>
              </a:rPr>
              <a:t>• The entity that can be assigned to and executed on a processor</a:t>
            </a:r>
          </a:p>
          <a:p>
            <a:r>
              <a:rPr lang="en-US" sz="1200" kern="1200" baseline="0" dirty="0">
                <a:solidFill>
                  <a:schemeClr val="tx1"/>
                </a:solidFill>
                <a:latin typeface="+mn-lt"/>
                <a:ea typeface="+mn-ea"/>
                <a:cs typeface="+mn-cs"/>
              </a:rPr>
              <a:t>• A unit of activity characterized by a single sequential thread of execution, a current state, and an associated set of system resources</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42</a:t>
            </a:fld>
            <a:endParaRPr lang="en-US" dirty="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fontScale="85000" lnSpcReduction="20000"/>
          </a:bodyPr>
          <a:lstStyle/>
          <a:p>
            <a:r>
              <a:rPr lang="en-US" sz="1200" kern="1200" baseline="0" dirty="0">
                <a:solidFill>
                  <a:schemeClr val="tx1"/>
                </a:solidFill>
                <a:latin typeface="+mn-lt"/>
                <a:ea typeface="+mn-ea"/>
                <a:cs typeface="+mn-cs"/>
              </a:rPr>
              <a:t>Three major lines of computer system development created problems in timing</a:t>
            </a:r>
          </a:p>
          <a:p>
            <a:r>
              <a:rPr lang="en-US" sz="1200" kern="1200" baseline="0" dirty="0">
                <a:solidFill>
                  <a:schemeClr val="tx1"/>
                </a:solidFill>
                <a:latin typeface="+mn-lt"/>
                <a:ea typeface="+mn-ea"/>
                <a:cs typeface="+mn-cs"/>
              </a:rPr>
              <a:t>and synchronization that contributed to the development of the concept of the</a:t>
            </a:r>
          </a:p>
          <a:p>
            <a:r>
              <a:rPr lang="en-US" sz="1200" kern="1200" baseline="0" dirty="0">
                <a:solidFill>
                  <a:schemeClr val="tx1"/>
                </a:solidFill>
                <a:latin typeface="+mn-lt"/>
                <a:ea typeface="+mn-ea"/>
                <a:cs typeface="+mn-cs"/>
              </a:rPr>
              <a:t>process: multiprogramming batch operation, time sharing, and real-time transaction</a:t>
            </a:r>
          </a:p>
          <a:p>
            <a:r>
              <a:rPr lang="en-US" sz="1200" kern="1200" baseline="0" dirty="0">
                <a:solidFill>
                  <a:schemeClr val="tx1"/>
                </a:solidFill>
                <a:latin typeface="+mn-lt"/>
                <a:ea typeface="+mn-ea"/>
                <a:cs typeface="+mn-cs"/>
              </a:rPr>
              <a:t>systems. As we have seen, multiprogramming was designed to keep the processor</a:t>
            </a:r>
          </a:p>
          <a:p>
            <a:r>
              <a:rPr lang="en-US" sz="1200" kern="1200" baseline="0" dirty="0">
                <a:solidFill>
                  <a:schemeClr val="tx1"/>
                </a:solidFill>
                <a:latin typeface="+mn-lt"/>
                <a:ea typeface="+mn-ea"/>
                <a:cs typeface="+mn-cs"/>
              </a:rPr>
              <a:t>and I/O devices, including storage devices, simultaneously busy to achieve maximum</a:t>
            </a:r>
          </a:p>
          <a:p>
            <a:r>
              <a:rPr lang="en-US" sz="1200" kern="1200" baseline="0" dirty="0">
                <a:solidFill>
                  <a:schemeClr val="tx1"/>
                </a:solidFill>
                <a:latin typeface="+mn-lt"/>
                <a:ea typeface="+mn-ea"/>
                <a:cs typeface="+mn-cs"/>
              </a:rPr>
              <a:t>efficiency. The key mechanism is this: In response to signals indicating the</a:t>
            </a:r>
          </a:p>
          <a:p>
            <a:r>
              <a:rPr lang="en-US" sz="1200" kern="1200" baseline="0" dirty="0">
                <a:solidFill>
                  <a:schemeClr val="tx1"/>
                </a:solidFill>
                <a:latin typeface="+mn-lt"/>
                <a:ea typeface="+mn-ea"/>
                <a:cs typeface="+mn-cs"/>
              </a:rPr>
              <a:t>completion of I/O transactions, the processor is switched among the various programs</a:t>
            </a:r>
          </a:p>
          <a:p>
            <a:r>
              <a:rPr lang="en-US" sz="1200" kern="1200" baseline="0" dirty="0">
                <a:solidFill>
                  <a:schemeClr val="tx1"/>
                </a:solidFill>
                <a:latin typeface="+mn-lt"/>
                <a:ea typeface="+mn-ea"/>
                <a:cs typeface="+mn-cs"/>
              </a:rPr>
              <a:t>residing in main memory.</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A second line of development was general-purpose time sharing. Here, the</a:t>
            </a:r>
          </a:p>
          <a:p>
            <a:r>
              <a:rPr lang="en-US" sz="1200" kern="1200" baseline="0" dirty="0">
                <a:solidFill>
                  <a:schemeClr val="tx1"/>
                </a:solidFill>
                <a:latin typeface="+mn-lt"/>
                <a:ea typeface="+mn-ea"/>
                <a:cs typeface="+mn-cs"/>
              </a:rPr>
              <a:t>key design objective is to be responsive to the needs of the individual user and yet,</a:t>
            </a:r>
          </a:p>
          <a:p>
            <a:r>
              <a:rPr lang="en-US" sz="1200" kern="1200" baseline="0" dirty="0">
                <a:solidFill>
                  <a:schemeClr val="tx1"/>
                </a:solidFill>
                <a:latin typeface="+mn-lt"/>
                <a:ea typeface="+mn-ea"/>
                <a:cs typeface="+mn-cs"/>
              </a:rPr>
              <a:t>for cost reasons, be able to support many users simultaneously. These goals are</a:t>
            </a:r>
          </a:p>
          <a:p>
            <a:r>
              <a:rPr lang="en-US" sz="1200" kern="1200" baseline="0" dirty="0">
                <a:solidFill>
                  <a:schemeClr val="tx1"/>
                </a:solidFill>
                <a:latin typeface="+mn-lt"/>
                <a:ea typeface="+mn-ea"/>
                <a:cs typeface="+mn-cs"/>
              </a:rPr>
              <a:t>compatible because of the relatively slow reaction time of the user. For example,</a:t>
            </a:r>
          </a:p>
          <a:p>
            <a:r>
              <a:rPr lang="en-US" sz="1200" kern="1200" baseline="0" dirty="0">
                <a:solidFill>
                  <a:schemeClr val="tx1"/>
                </a:solidFill>
                <a:latin typeface="+mn-lt"/>
                <a:ea typeface="+mn-ea"/>
                <a:cs typeface="+mn-cs"/>
              </a:rPr>
              <a:t>if a typical user needs an average of 2 seconds of processing time per minute, then</a:t>
            </a:r>
          </a:p>
          <a:p>
            <a:r>
              <a:rPr lang="en-US" sz="1200" kern="1200" baseline="0" dirty="0">
                <a:solidFill>
                  <a:schemeClr val="tx1"/>
                </a:solidFill>
                <a:latin typeface="+mn-lt"/>
                <a:ea typeface="+mn-ea"/>
                <a:cs typeface="+mn-cs"/>
              </a:rPr>
              <a:t>close to 30 such users should be able to share the same system without noticeable</a:t>
            </a:r>
          </a:p>
          <a:p>
            <a:r>
              <a:rPr lang="en-US" sz="1200" kern="1200" baseline="0" dirty="0">
                <a:solidFill>
                  <a:schemeClr val="tx1"/>
                </a:solidFill>
                <a:latin typeface="+mn-lt"/>
                <a:ea typeface="+mn-ea"/>
                <a:cs typeface="+mn-cs"/>
              </a:rPr>
              <a:t>interference. Of course, OS overhead must be factored into such calculations.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A third important line of development has been real-time transaction processing</a:t>
            </a:r>
          </a:p>
          <a:p>
            <a:r>
              <a:rPr lang="en-US" sz="1200" kern="1200" baseline="0" dirty="0">
                <a:solidFill>
                  <a:schemeClr val="tx1"/>
                </a:solidFill>
                <a:latin typeface="+mn-lt"/>
                <a:ea typeface="+mn-ea"/>
                <a:cs typeface="+mn-cs"/>
              </a:rPr>
              <a:t>systems. In this case, a number of users are entering queries or updates against a</a:t>
            </a:r>
          </a:p>
          <a:p>
            <a:r>
              <a:rPr lang="en-US" sz="1200" kern="1200" baseline="0" dirty="0">
                <a:solidFill>
                  <a:schemeClr val="tx1"/>
                </a:solidFill>
                <a:latin typeface="+mn-lt"/>
                <a:ea typeface="+mn-ea"/>
                <a:cs typeface="+mn-cs"/>
              </a:rPr>
              <a:t>database. An example is an airline reservation system. The key difference between</a:t>
            </a:r>
          </a:p>
          <a:p>
            <a:r>
              <a:rPr lang="en-US" sz="1200" kern="1200" baseline="0" dirty="0">
                <a:solidFill>
                  <a:schemeClr val="tx1"/>
                </a:solidFill>
                <a:latin typeface="+mn-lt"/>
                <a:ea typeface="+mn-ea"/>
                <a:cs typeface="+mn-cs"/>
              </a:rPr>
              <a:t>the transaction processing system and the time-sharing system is that the former</a:t>
            </a:r>
          </a:p>
          <a:p>
            <a:r>
              <a:rPr lang="en-US" sz="1200" kern="1200" baseline="0" dirty="0">
                <a:solidFill>
                  <a:schemeClr val="tx1"/>
                </a:solidFill>
                <a:latin typeface="+mn-lt"/>
                <a:ea typeface="+mn-ea"/>
                <a:cs typeface="+mn-cs"/>
              </a:rPr>
              <a:t>is limited to one or a few applications, whereas users of a time-sharing system can</a:t>
            </a:r>
          </a:p>
          <a:p>
            <a:r>
              <a:rPr lang="en-US" sz="1200" kern="1200" baseline="0" dirty="0">
                <a:solidFill>
                  <a:schemeClr val="tx1"/>
                </a:solidFill>
                <a:latin typeface="+mn-lt"/>
                <a:ea typeface="+mn-ea"/>
                <a:cs typeface="+mn-cs"/>
              </a:rPr>
              <a:t>engage in program development, job execution, and the use of various applications.</a:t>
            </a:r>
          </a:p>
          <a:p>
            <a:r>
              <a:rPr lang="en-US" sz="1200" kern="1200" baseline="0" dirty="0">
                <a:solidFill>
                  <a:schemeClr val="tx1"/>
                </a:solidFill>
                <a:latin typeface="+mn-lt"/>
                <a:ea typeface="+mn-ea"/>
                <a:cs typeface="+mn-cs"/>
              </a:rPr>
              <a:t>In both cases, system response time is paramount.</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43</a:t>
            </a:fld>
            <a:endParaRPr lang="en-US" dirty="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lnSpcReduction="10000"/>
          </a:bodyPr>
          <a:lstStyle/>
          <a:p>
            <a:r>
              <a:rPr lang="en-NZ" dirty="0"/>
              <a:t>We can think of a process as consisting of three components:</a:t>
            </a:r>
          </a:p>
          <a:p>
            <a:pPr lvl="1"/>
            <a:r>
              <a:rPr lang="en-NZ" dirty="0"/>
              <a:t>• An executable program</a:t>
            </a:r>
          </a:p>
          <a:p>
            <a:pPr lvl="1"/>
            <a:r>
              <a:rPr lang="en-NZ" dirty="0"/>
              <a:t>• The associated data needed by the program (variables, work space, buffers, etc.)</a:t>
            </a:r>
          </a:p>
          <a:p>
            <a:pPr lvl="1"/>
            <a:r>
              <a:rPr lang="en-NZ" dirty="0"/>
              <a:t>• The execution context of the program</a:t>
            </a:r>
          </a:p>
          <a:p>
            <a:pPr lvl="1"/>
            <a:endParaRPr lang="en-NZ" dirty="0"/>
          </a:p>
          <a:p>
            <a:r>
              <a:rPr lang="en-NZ" dirty="0"/>
              <a:t>This last element is essential.</a:t>
            </a:r>
          </a:p>
          <a:p>
            <a:endParaRPr lang="en-NZ" dirty="0"/>
          </a:p>
          <a:p>
            <a:r>
              <a:rPr lang="en-NZ" dirty="0"/>
              <a:t>The execution context, or process state, is the internal data by which the OS is able to supervise and control the process.</a:t>
            </a:r>
          </a:p>
          <a:p>
            <a:pPr lvl="1">
              <a:buFont typeface="Arial" pitchFamily="34" charset="0"/>
              <a:buChar char="•"/>
            </a:pPr>
            <a:r>
              <a:rPr lang="en-NZ" dirty="0"/>
              <a:t> This internal information is separated from the process, because the OS has information not permitted to the process. </a:t>
            </a:r>
          </a:p>
          <a:p>
            <a:pPr lvl="0">
              <a:buFont typeface="Arial" pitchFamily="34" charset="0"/>
              <a:buNone/>
            </a:pPr>
            <a:endParaRPr lang="en-NZ" dirty="0"/>
          </a:p>
          <a:p>
            <a:pPr lvl="0">
              <a:buFont typeface="Arial" pitchFamily="34" charset="0"/>
              <a:buNone/>
            </a:pPr>
            <a:r>
              <a:rPr lang="en-NZ" dirty="0"/>
              <a:t>The context includes all of the information that the OS needs to manage the process and that the processor needs to execute the process properly</a:t>
            </a:r>
            <a:r>
              <a:rPr lang="en-NZ" baseline="0" dirty="0"/>
              <a:t> including:</a:t>
            </a:r>
          </a:p>
          <a:p>
            <a:pPr lvl="1">
              <a:buFont typeface="Arial" pitchFamily="34" charset="0"/>
              <a:buChar char="•"/>
            </a:pPr>
            <a:r>
              <a:rPr lang="en-NZ" baseline="0" dirty="0"/>
              <a:t> </a:t>
            </a:r>
            <a:r>
              <a:rPr lang="en-NZ" dirty="0"/>
              <a:t>contents of the various processor registers, such as the program counter and data registers</a:t>
            </a:r>
          </a:p>
          <a:p>
            <a:pPr lvl="1">
              <a:buFont typeface="Arial" pitchFamily="34" charset="0"/>
              <a:buChar char="•"/>
            </a:pPr>
            <a:r>
              <a:rPr lang="en-NZ" dirty="0"/>
              <a:t>And information of use to the OS, such as the priority of the process and whether the process is waiting for the completion of a particular I/O event.</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44</a:t>
            </a:fld>
            <a:endParaRPr lang="en-US" dirty="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fontScale="85000" lnSpcReduction="20000"/>
          </a:bodyPr>
          <a:lstStyle/>
          <a:p>
            <a:r>
              <a:rPr lang="en-US" sz="1200" kern="1200" baseline="0" dirty="0">
                <a:solidFill>
                  <a:schemeClr val="tx1"/>
                </a:solidFill>
                <a:latin typeface="+mn-lt"/>
                <a:ea typeface="+mn-ea"/>
                <a:cs typeface="+mn-cs"/>
              </a:rPr>
              <a:t>Figure 2.8 indicates a way in which processes may be managed. Two processes,</a:t>
            </a:r>
          </a:p>
          <a:p>
            <a:r>
              <a:rPr lang="en-US" sz="1200" kern="1200" baseline="0" dirty="0">
                <a:solidFill>
                  <a:schemeClr val="tx1"/>
                </a:solidFill>
                <a:latin typeface="+mn-lt"/>
                <a:ea typeface="+mn-ea"/>
                <a:cs typeface="+mn-cs"/>
              </a:rPr>
              <a:t>A and B, exist in portions of main memory. That is, a block of memory is</a:t>
            </a:r>
          </a:p>
          <a:p>
            <a:r>
              <a:rPr lang="en-US" sz="1200" kern="1200" baseline="0" dirty="0">
                <a:solidFill>
                  <a:schemeClr val="tx1"/>
                </a:solidFill>
                <a:latin typeface="+mn-lt"/>
                <a:ea typeface="+mn-ea"/>
                <a:cs typeface="+mn-cs"/>
              </a:rPr>
              <a:t>allocated to each process that contains the program, data, and context information.</a:t>
            </a:r>
          </a:p>
          <a:p>
            <a:r>
              <a:rPr lang="en-US" sz="1200" kern="1200" baseline="0" dirty="0">
                <a:solidFill>
                  <a:schemeClr val="tx1"/>
                </a:solidFill>
                <a:latin typeface="+mn-lt"/>
                <a:ea typeface="+mn-ea"/>
                <a:cs typeface="+mn-cs"/>
              </a:rPr>
              <a:t>Each process is recorded in a process list built and maintained by the OS. The</a:t>
            </a:r>
          </a:p>
          <a:p>
            <a:r>
              <a:rPr lang="en-US" sz="1200" kern="1200" baseline="0" dirty="0">
                <a:solidFill>
                  <a:schemeClr val="tx1"/>
                </a:solidFill>
                <a:latin typeface="+mn-lt"/>
                <a:ea typeface="+mn-ea"/>
                <a:cs typeface="+mn-cs"/>
              </a:rPr>
              <a:t>process list contains one entry for each process, which includes a pointer to the</a:t>
            </a:r>
          </a:p>
          <a:p>
            <a:r>
              <a:rPr lang="en-US" sz="1200" kern="1200" baseline="0" dirty="0">
                <a:solidFill>
                  <a:schemeClr val="tx1"/>
                </a:solidFill>
                <a:latin typeface="+mn-lt"/>
                <a:ea typeface="+mn-ea"/>
                <a:cs typeface="+mn-cs"/>
              </a:rPr>
              <a:t>location of the block of memory that contains the process. The entry may also</a:t>
            </a:r>
          </a:p>
          <a:p>
            <a:r>
              <a:rPr lang="en-US" sz="1200" kern="1200" baseline="0" dirty="0">
                <a:solidFill>
                  <a:schemeClr val="tx1"/>
                </a:solidFill>
                <a:latin typeface="+mn-lt"/>
                <a:ea typeface="+mn-ea"/>
                <a:cs typeface="+mn-cs"/>
              </a:rPr>
              <a:t>include part or all of the execution context of the process. The remainder of the</a:t>
            </a:r>
          </a:p>
          <a:p>
            <a:r>
              <a:rPr lang="en-US" sz="1200" kern="1200" baseline="0" dirty="0">
                <a:solidFill>
                  <a:schemeClr val="tx1"/>
                </a:solidFill>
                <a:latin typeface="+mn-lt"/>
                <a:ea typeface="+mn-ea"/>
                <a:cs typeface="+mn-cs"/>
              </a:rPr>
              <a:t>execution context is stored elsewhere, perhaps with the process itself (as indicated</a:t>
            </a:r>
          </a:p>
          <a:p>
            <a:r>
              <a:rPr lang="en-US" sz="1200" kern="1200" baseline="0" dirty="0">
                <a:solidFill>
                  <a:schemeClr val="tx1"/>
                </a:solidFill>
                <a:latin typeface="+mn-lt"/>
                <a:ea typeface="+mn-ea"/>
                <a:cs typeface="+mn-cs"/>
              </a:rPr>
              <a:t>in Figure 2.8 ) or frequently in a separate region of memory. The process index</a:t>
            </a:r>
          </a:p>
          <a:p>
            <a:r>
              <a:rPr lang="en-US" sz="1200" kern="1200" baseline="0" dirty="0">
                <a:solidFill>
                  <a:schemeClr val="tx1"/>
                </a:solidFill>
                <a:latin typeface="+mn-lt"/>
                <a:ea typeface="+mn-ea"/>
                <a:cs typeface="+mn-cs"/>
              </a:rPr>
              <a:t>register contains the index into the process list of the process currently controlling</a:t>
            </a:r>
          </a:p>
          <a:p>
            <a:r>
              <a:rPr lang="en-US" sz="1200" kern="1200" baseline="0" dirty="0">
                <a:solidFill>
                  <a:schemeClr val="tx1"/>
                </a:solidFill>
                <a:latin typeface="+mn-lt"/>
                <a:ea typeface="+mn-ea"/>
                <a:cs typeface="+mn-cs"/>
              </a:rPr>
              <a:t>the processor. The program counter points to the next instruction in that process</a:t>
            </a:r>
          </a:p>
          <a:p>
            <a:r>
              <a:rPr lang="en-US" sz="1200" kern="1200" baseline="0" dirty="0">
                <a:solidFill>
                  <a:schemeClr val="tx1"/>
                </a:solidFill>
                <a:latin typeface="+mn-lt"/>
                <a:ea typeface="+mn-ea"/>
                <a:cs typeface="+mn-cs"/>
              </a:rPr>
              <a:t>to be executed. The base and limit registers define the region in memory occupied</a:t>
            </a:r>
          </a:p>
          <a:p>
            <a:r>
              <a:rPr lang="en-US" sz="1200" kern="1200" baseline="0" dirty="0">
                <a:solidFill>
                  <a:schemeClr val="tx1"/>
                </a:solidFill>
                <a:latin typeface="+mn-lt"/>
                <a:ea typeface="+mn-ea"/>
                <a:cs typeface="+mn-cs"/>
              </a:rPr>
              <a:t>by the process: The base register is the starting address of the region of memory</a:t>
            </a:r>
          </a:p>
          <a:p>
            <a:r>
              <a:rPr lang="en-US" sz="1200" kern="1200" baseline="0" dirty="0">
                <a:solidFill>
                  <a:schemeClr val="tx1"/>
                </a:solidFill>
                <a:latin typeface="+mn-lt"/>
                <a:ea typeface="+mn-ea"/>
                <a:cs typeface="+mn-cs"/>
              </a:rPr>
              <a:t>and the limit is the size of the region (in bytes or words). The program counter and</a:t>
            </a:r>
          </a:p>
          <a:p>
            <a:r>
              <a:rPr lang="en-US" sz="1200" kern="1200" baseline="0" dirty="0">
                <a:solidFill>
                  <a:schemeClr val="tx1"/>
                </a:solidFill>
                <a:latin typeface="+mn-lt"/>
                <a:ea typeface="+mn-ea"/>
                <a:cs typeface="+mn-cs"/>
              </a:rPr>
              <a:t>all data references are interpreted relative to the base register and must not exceed</a:t>
            </a:r>
          </a:p>
          <a:p>
            <a:r>
              <a:rPr lang="en-US" sz="1200" kern="1200" baseline="0" dirty="0">
                <a:solidFill>
                  <a:schemeClr val="tx1"/>
                </a:solidFill>
                <a:latin typeface="+mn-lt"/>
                <a:ea typeface="+mn-ea"/>
                <a:cs typeface="+mn-cs"/>
              </a:rPr>
              <a:t>the value in the limit register. This prevents interprocess interference.</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In Figure 2.8 , the process index register indicates that process B is executing.</a:t>
            </a:r>
          </a:p>
          <a:p>
            <a:r>
              <a:rPr lang="en-US" sz="1200" kern="1200" baseline="0" dirty="0">
                <a:solidFill>
                  <a:schemeClr val="tx1"/>
                </a:solidFill>
                <a:latin typeface="+mn-lt"/>
                <a:ea typeface="+mn-ea"/>
                <a:cs typeface="+mn-cs"/>
              </a:rPr>
              <a:t>Process A was previously executing but has been temporarily interrupted. The</a:t>
            </a:r>
          </a:p>
          <a:p>
            <a:r>
              <a:rPr lang="en-US" sz="1200" kern="1200" baseline="0" dirty="0">
                <a:solidFill>
                  <a:schemeClr val="tx1"/>
                </a:solidFill>
                <a:latin typeface="+mn-lt"/>
                <a:ea typeface="+mn-ea"/>
                <a:cs typeface="+mn-cs"/>
              </a:rPr>
              <a:t>contents of all the registers at the moment of A’s interruption were recorded in its</a:t>
            </a:r>
          </a:p>
          <a:p>
            <a:r>
              <a:rPr lang="en-US" sz="1200" kern="1200" baseline="0" dirty="0">
                <a:solidFill>
                  <a:schemeClr val="tx1"/>
                </a:solidFill>
                <a:latin typeface="+mn-lt"/>
                <a:ea typeface="+mn-ea"/>
                <a:cs typeface="+mn-cs"/>
              </a:rPr>
              <a:t>execution context. Later, the OS can perform a process switch and resume execution</a:t>
            </a:r>
          </a:p>
          <a:p>
            <a:r>
              <a:rPr lang="en-US" sz="1200" kern="1200" baseline="0" dirty="0">
                <a:solidFill>
                  <a:schemeClr val="tx1"/>
                </a:solidFill>
                <a:latin typeface="+mn-lt"/>
                <a:ea typeface="+mn-ea"/>
                <a:cs typeface="+mn-cs"/>
              </a:rPr>
              <a:t>of process A. The process switch consists of storing the context of B and restoring</a:t>
            </a:r>
          </a:p>
          <a:p>
            <a:r>
              <a:rPr lang="en-US" sz="1200" kern="1200" baseline="0" dirty="0">
                <a:solidFill>
                  <a:schemeClr val="tx1"/>
                </a:solidFill>
                <a:latin typeface="+mn-lt"/>
                <a:ea typeface="+mn-ea"/>
                <a:cs typeface="+mn-cs"/>
              </a:rPr>
              <a:t>the context of A. When the program counter is loaded with a value pointing into A’s</a:t>
            </a:r>
          </a:p>
          <a:p>
            <a:r>
              <a:rPr lang="en-US" sz="1200" kern="1200" baseline="0" dirty="0">
                <a:solidFill>
                  <a:schemeClr val="tx1"/>
                </a:solidFill>
                <a:latin typeface="+mn-lt"/>
                <a:ea typeface="+mn-ea"/>
                <a:cs typeface="+mn-cs"/>
              </a:rPr>
              <a:t>program area, process A will automatically resume execution.</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45</a:t>
            </a:fld>
            <a:endParaRPr lang="en-US" dirty="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fontScale="92500" lnSpcReduction="20000"/>
          </a:bodyPr>
          <a:lstStyle/>
          <a:p>
            <a:r>
              <a:rPr lang="en-US" sz="1200" kern="1200" baseline="0" dirty="0">
                <a:solidFill>
                  <a:schemeClr val="tx1"/>
                </a:solidFill>
                <a:latin typeface="+mn-lt"/>
                <a:ea typeface="+mn-ea"/>
                <a:cs typeface="+mn-cs"/>
              </a:rPr>
              <a:t>The needs of users can be met best by a computing environment that supports modular programming and the flexible use of data. System managers need efficient and orderly control of storage allocation. The OS, to satisfy these requirements, has five principal storage management responsibilities: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t>
            </a:r>
            <a:r>
              <a:rPr lang="en-US" sz="1200" b="1" kern="1200" baseline="0" dirty="0">
                <a:solidFill>
                  <a:schemeClr val="tx1"/>
                </a:solidFill>
                <a:latin typeface="+mn-lt"/>
                <a:ea typeface="+mn-ea"/>
                <a:cs typeface="+mn-cs"/>
              </a:rPr>
              <a:t>Process isolation: The OS must prevent independent processes from interfering </a:t>
            </a:r>
            <a:r>
              <a:rPr lang="en-US" sz="1200" kern="1200" baseline="0" dirty="0">
                <a:solidFill>
                  <a:schemeClr val="tx1"/>
                </a:solidFill>
                <a:latin typeface="+mn-lt"/>
                <a:ea typeface="+mn-ea"/>
                <a:cs typeface="+mn-cs"/>
              </a:rPr>
              <a:t>with each other’s memory, both data and instructions.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t>
            </a:r>
            <a:r>
              <a:rPr lang="en-US" sz="1200" b="1" kern="1200" baseline="0" dirty="0">
                <a:solidFill>
                  <a:schemeClr val="tx1"/>
                </a:solidFill>
                <a:latin typeface="+mn-lt"/>
                <a:ea typeface="+mn-ea"/>
                <a:cs typeface="+mn-cs"/>
              </a:rPr>
              <a:t>Automatic allocation and management: Programs should be dynamically </a:t>
            </a:r>
            <a:r>
              <a:rPr lang="en-US" sz="1200" kern="1200" baseline="0" dirty="0">
                <a:solidFill>
                  <a:schemeClr val="tx1"/>
                </a:solidFill>
                <a:latin typeface="+mn-lt"/>
                <a:ea typeface="+mn-ea"/>
                <a:cs typeface="+mn-cs"/>
              </a:rPr>
              <a:t>allocated across the memory hierarchy as required. Allocation should be transparent to the programmer. Thus, the programmer is relieved of concerns relating to memory limitations, and the OS can achieve efficiency by assigning memory to jobs only as needed.</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t>
            </a:r>
            <a:r>
              <a:rPr lang="en-US" sz="1200" b="1" kern="1200" baseline="0" dirty="0">
                <a:solidFill>
                  <a:schemeClr val="tx1"/>
                </a:solidFill>
                <a:latin typeface="+mn-lt"/>
                <a:ea typeface="+mn-ea"/>
                <a:cs typeface="+mn-cs"/>
              </a:rPr>
              <a:t>Support of modular programming: Programmers should be able to define program </a:t>
            </a:r>
            <a:r>
              <a:rPr lang="en-US" sz="1200" kern="1200" baseline="0" dirty="0">
                <a:solidFill>
                  <a:schemeClr val="tx1"/>
                </a:solidFill>
                <a:latin typeface="+mn-lt"/>
                <a:ea typeface="+mn-ea"/>
                <a:cs typeface="+mn-cs"/>
              </a:rPr>
              <a:t>modules, and to create, destroy, and alter the size of modules dynamically.</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t>
            </a:r>
            <a:r>
              <a:rPr lang="en-US" sz="1200" b="1" kern="1200" baseline="0" dirty="0">
                <a:solidFill>
                  <a:schemeClr val="tx1"/>
                </a:solidFill>
                <a:latin typeface="+mn-lt"/>
                <a:ea typeface="+mn-ea"/>
                <a:cs typeface="+mn-cs"/>
              </a:rPr>
              <a:t>Protection and access control: Sharing of memory, at any level of the memory </a:t>
            </a:r>
            <a:r>
              <a:rPr lang="en-US" sz="1200" kern="1200" baseline="0" dirty="0">
                <a:solidFill>
                  <a:schemeClr val="tx1"/>
                </a:solidFill>
                <a:latin typeface="+mn-lt"/>
                <a:ea typeface="+mn-ea"/>
                <a:cs typeface="+mn-cs"/>
              </a:rPr>
              <a:t>hierarchy, creates the potential for one program to address the memory space of another. This is desirable when sharing is needed by particular applications. At other times, it threatens the integrity of programs and even of the OS itself. The OS must allow portions of memory to be accessible in various ways by various users.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t>
            </a:r>
            <a:r>
              <a:rPr lang="en-US" sz="1200" b="1" kern="1200" baseline="0" dirty="0">
                <a:solidFill>
                  <a:schemeClr val="tx1"/>
                </a:solidFill>
                <a:latin typeface="+mn-lt"/>
                <a:ea typeface="+mn-ea"/>
                <a:cs typeface="+mn-cs"/>
              </a:rPr>
              <a:t>Long-term storage: Many application programs require means for storing </a:t>
            </a:r>
            <a:r>
              <a:rPr lang="en-US" sz="1200" kern="1200" baseline="0" dirty="0">
                <a:solidFill>
                  <a:schemeClr val="tx1"/>
                </a:solidFill>
                <a:latin typeface="+mn-lt"/>
                <a:ea typeface="+mn-ea"/>
                <a:cs typeface="+mn-cs"/>
              </a:rPr>
              <a:t>information for extended periods of time, after the computer has been powered down.</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46</a:t>
            </a:fld>
            <a:endParaRPr lang="en-US" dirty="0"/>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1E2227-E00C-FBEE-F53D-5B30C1D4DF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C14B6B-A7F5-B8D8-8E39-3903AA3D195E}"/>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1353E9BC-3CD5-E071-17C9-01322B90DC11}"/>
              </a:ext>
            </a:extLst>
          </p:cNvPr>
          <p:cNvSpPr>
            <a:spLocks noGrp="1"/>
          </p:cNvSpPr>
          <p:nvPr>
            <p:ph type="body" idx="1"/>
          </p:nvPr>
        </p:nvSpPr>
        <p:spPr/>
        <p:txBody>
          <a:bodyPr>
            <a:normAutofit fontScale="92500" lnSpcReduction="20000"/>
          </a:bodyPr>
          <a:lstStyle/>
          <a:p>
            <a:r>
              <a:rPr lang="en-US" sz="1200" kern="1200" baseline="0" dirty="0">
                <a:solidFill>
                  <a:schemeClr val="tx1"/>
                </a:solidFill>
                <a:latin typeface="+mn-lt"/>
                <a:ea typeface="+mn-ea"/>
                <a:cs typeface="+mn-cs"/>
              </a:rPr>
              <a:t>The needs of users can be met best by a computing environment that supports modular programming and the flexible use of data. System managers need efficient and orderly control of storage allocation. The OS, to satisfy these requirements, has five principal storage management responsibilities: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t>
            </a:r>
            <a:r>
              <a:rPr lang="en-US" sz="1200" b="1" kern="1200" baseline="0" dirty="0">
                <a:solidFill>
                  <a:schemeClr val="tx1"/>
                </a:solidFill>
                <a:latin typeface="+mn-lt"/>
                <a:ea typeface="+mn-ea"/>
                <a:cs typeface="+mn-cs"/>
              </a:rPr>
              <a:t>Process isolation: The OS must prevent independent processes from interfering </a:t>
            </a:r>
            <a:r>
              <a:rPr lang="en-US" sz="1200" kern="1200" baseline="0" dirty="0">
                <a:solidFill>
                  <a:schemeClr val="tx1"/>
                </a:solidFill>
                <a:latin typeface="+mn-lt"/>
                <a:ea typeface="+mn-ea"/>
                <a:cs typeface="+mn-cs"/>
              </a:rPr>
              <a:t>with each other’s memory, both data and instructions.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t>
            </a:r>
            <a:r>
              <a:rPr lang="en-US" sz="1200" b="1" kern="1200" baseline="0" dirty="0">
                <a:solidFill>
                  <a:schemeClr val="tx1"/>
                </a:solidFill>
                <a:latin typeface="+mn-lt"/>
                <a:ea typeface="+mn-ea"/>
                <a:cs typeface="+mn-cs"/>
              </a:rPr>
              <a:t>Automatic allocation and management: Programs should be dynamically </a:t>
            </a:r>
            <a:r>
              <a:rPr lang="en-US" sz="1200" kern="1200" baseline="0" dirty="0">
                <a:solidFill>
                  <a:schemeClr val="tx1"/>
                </a:solidFill>
                <a:latin typeface="+mn-lt"/>
                <a:ea typeface="+mn-ea"/>
                <a:cs typeface="+mn-cs"/>
              </a:rPr>
              <a:t>allocated across the memory hierarchy as required. Allocation should be transparent to the programmer. Thus, the programmer is relieved of concerns relating to memory limitations, and the OS can achieve efficiency by assigning memory to jobs only as needed.</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t>
            </a:r>
            <a:r>
              <a:rPr lang="en-US" sz="1200" b="1" kern="1200" baseline="0" dirty="0">
                <a:solidFill>
                  <a:schemeClr val="tx1"/>
                </a:solidFill>
                <a:latin typeface="+mn-lt"/>
                <a:ea typeface="+mn-ea"/>
                <a:cs typeface="+mn-cs"/>
              </a:rPr>
              <a:t>Support of modular programming: Programmers should be able to define program </a:t>
            </a:r>
            <a:r>
              <a:rPr lang="en-US" sz="1200" kern="1200" baseline="0" dirty="0">
                <a:solidFill>
                  <a:schemeClr val="tx1"/>
                </a:solidFill>
                <a:latin typeface="+mn-lt"/>
                <a:ea typeface="+mn-ea"/>
                <a:cs typeface="+mn-cs"/>
              </a:rPr>
              <a:t>modules, and to create, destroy, and alter the size of modules dynamically.</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t>
            </a:r>
            <a:r>
              <a:rPr lang="en-US" sz="1200" b="1" kern="1200" baseline="0" dirty="0">
                <a:solidFill>
                  <a:schemeClr val="tx1"/>
                </a:solidFill>
                <a:latin typeface="+mn-lt"/>
                <a:ea typeface="+mn-ea"/>
                <a:cs typeface="+mn-cs"/>
              </a:rPr>
              <a:t>Protection and access control: Sharing of memory, at any level of the memory </a:t>
            </a:r>
            <a:r>
              <a:rPr lang="en-US" sz="1200" kern="1200" baseline="0" dirty="0">
                <a:solidFill>
                  <a:schemeClr val="tx1"/>
                </a:solidFill>
                <a:latin typeface="+mn-lt"/>
                <a:ea typeface="+mn-ea"/>
                <a:cs typeface="+mn-cs"/>
              </a:rPr>
              <a:t>hierarchy, creates the potential for one program to address the memory space of another. This is desirable when sharing is needed by particular applications. At other times, it threatens the integrity of programs and even of the OS itself. The OS must allow portions of memory to be accessible in various ways by various users.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t>
            </a:r>
            <a:r>
              <a:rPr lang="en-US" sz="1200" b="1" kern="1200" baseline="0" dirty="0">
                <a:solidFill>
                  <a:schemeClr val="tx1"/>
                </a:solidFill>
                <a:latin typeface="+mn-lt"/>
                <a:ea typeface="+mn-ea"/>
                <a:cs typeface="+mn-cs"/>
              </a:rPr>
              <a:t>Long-term storage: Many application programs require means for storing </a:t>
            </a:r>
            <a:r>
              <a:rPr lang="en-US" sz="1200" kern="1200" baseline="0" dirty="0">
                <a:solidFill>
                  <a:schemeClr val="tx1"/>
                </a:solidFill>
                <a:latin typeface="+mn-lt"/>
                <a:ea typeface="+mn-ea"/>
                <a:cs typeface="+mn-cs"/>
              </a:rPr>
              <a:t>information for extended periods of time, after the computer has been powered down.</a:t>
            </a:r>
            <a:endParaRPr lang="en-US" dirty="0"/>
          </a:p>
        </p:txBody>
      </p:sp>
      <p:sp>
        <p:nvSpPr>
          <p:cNvPr id="4" name="Slide Number Placeholder 3">
            <a:extLst>
              <a:ext uri="{FF2B5EF4-FFF2-40B4-BE49-F238E27FC236}">
                <a16:creationId xmlns:a16="http://schemas.microsoft.com/office/drawing/2014/main" id="{C7D12A40-88DE-9F40-A737-46479FC1FFB6}"/>
              </a:ext>
            </a:extLst>
          </p:cNvPr>
          <p:cNvSpPr>
            <a:spLocks noGrp="1"/>
          </p:cNvSpPr>
          <p:nvPr>
            <p:ph type="sldNum" sz="quarter" idx="10"/>
          </p:nvPr>
        </p:nvSpPr>
        <p:spPr/>
        <p:txBody>
          <a:bodyPr/>
          <a:lstStyle/>
          <a:p>
            <a:pPr>
              <a:defRPr/>
            </a:pPr>
            <a:fld id="{B1F781F4-099F-4112-9B1E-8A4E4163911A}" type="slidenum">
              <a:rPr lang="en-US" smtClean="0"/>
              <a:pPr>
                <a:defRPr/>
              </a:pPr>
              <a:t>47</a:t>
            </a:fld>
            <a:endParaRPr lang="en-US" dirty="0"/>
          </a:p>
        </p:txBody>
      </p:sp>
    </p:spTree>
    <p:extLst>
      <p:ext uri="{BB962C8B-B14F-4D97-AF65-F5344CB8AC3E}">
        <p14:creationId xmlns:p14="http://schemas.microsoft.com/office/powerpoint/2010/main" val="199893716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5EE399-F65F-0AE1-01A3-0E47C995F33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E75F69-D7F2-0554-1943-CB64EC1D6AB6}"/>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D21C52D8-E34B-D4ED-82F8-C85BC75DE059}"/>
              </a:ext>
            </a:extLst>
          </p:cNvPr>
          <p:cNvSpPr>
            <a:spLocks noGrp="1"/>
          </p:cNvSpPr>
          <p:nvPr>
            <p:ph type="body" idx="1"/>
          </p:nvPr>
        </p:nvSpPr>
        <p:spPr/>
        <p:txBody>
          <a:bodyPr>
            <a:normAutofit fontScale="92500" lnSpcReduction="20000"/>
          </a:bodyPr>
          <a:lstStyle/>
          <a:p>
            <a:r>
              <a:rPr lang="en-US" sz="1200" kern="1200" baseline="0" dirty="0">
                <a:solidFill>
                  <a:schemeClr val="tx1"/>
                </a:solidFill>
                <a:latin typeface="+mn-lt"/>
                <a:ea typeface="+mn-ea"/>
                <a:cs typeface="+mn-cs"/>
              </a:rPr>
              <a:t>The needs of users can be met best by a computing environment that supports modular programming and the flexible use of data. System managers need efficient and orderly control of storage allocation. The OS, to satisfy these requirements, has five principal storage management responsibilities: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t>
            </a:r>
            <a:r>
              <a:rPr lang="en-US" sz="1200" b="1" kern="1200" baseline="0" dirty="0">
                <a:solidFill>
                  <a:schemeClr val="tx1"/>
                </a:solidFill>
                <a:latin typeface="+mn-lt"/>
                <a:ea typeface="+mn-ea"/>
                <a:cs typeface="+mn-cs"/>
              </a:rPr>
              <a:t>Process isolation: The OS must prevent independent processes from interfering </a:t>
            </a:r>
            <a:r>
              <a:rPr lang="en-US" sz="1200" kern="1200" baseline="0" dirty="0">
                <a:solidFill>
                  <a:schemeClr val="tx1"/>
                </a:solidFill>
                <a:latin typeface="+mn-lt"/>
                <a:ea typeface="+mn-ea"/>
                <a:cs typeface="+mn-cs"/>
              </a:rPr>
              <a:t>with each other’s memory, both data and instructions.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t>
            </a:r>
            <a:r>
              <a:rPr lang="en-US" sz="1200" b="1" kern="1200" baseline="0" dirty="0">
                <a:solidFill>
                  <a:schemeClr val="tx1"/>
                </a:solidFill>
                <a:latin typeface="+mn-lt"/>
                <a:ea typeface="+mn-ea"/>
                <a:cs typeface="+mn-cs"/>
              </a:rPr>
              <a:t>Automatic allocation and management: Programs should be dynamically </a:t>
            </a:r>
            <a:r>
              <a:rPr lang="en-US" sz="1200" kern="1200" baseline="0" dirty="0">
                <a:solidFill>
                  <a:schemeClr val="tx1"/>
                </a:solidFill>
                <a:latin typeface="+mn-lt"/>
                <a:ea typeface="+mn-ea"/>
                <a:cs typeface="+mn-cs"/>
              </a:rPr>
              <a:t>allocated across the memory hierarchy as required. Allocation should be transparent to the programmer. Thus, the programmer is relieved of concerns relating to memory limitations, and the OS can achieve efficiency by assigning memory to jobs only as needed.</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t>
            </a:r>
            <a:r>
              <a:rPr lang="en-US" sz="1200" b="1" kern="1200" baseline="0" dirty="0">
                <a:solidFill>
                  <a:schemeClr val="tx1"/>
                </a:solidFill>
                <a:latin typeface="+mn-lt"/>
                <a:ea typeface="+mn-ea"/>
                <a:cs typeface="+mn-cs"/>
              </a:rPr>
              <a:t>Support of modular programming: Programmers should be able to define program </a:t>
            </a:r>
            <a:r>
              <a:rPr lang="en-US" sz="1200" kern="1200" baseline="0" dirty="0">
                <a:solidFill>
                  <a:schemeClr val="tx1"/>
                </a:solidFill>
                <a:latin typeface="+mn-lt"/>
                <a:ea typeface="+mn-ea"/>
                <a:cs typeface="+mn-cs"/>
              </a:rPr>
              <a:t>modules, and to create, destroy, and alter the size of modules dynamically.</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t>
            </a:r>
            <a:r>
              <a:rPr lang="en-US" sz="1200" b="1" kern="1200" baseline="0" dirty="0">
                <a:solidFill>
                  <a:schemeClr val="tx1"/>
                </a:solidFill>
                <a:latin typeface="+mn-lt"/>
                <a:ea typeface="+mn-ea"/>
                <a:cs typeface="+mn-cs"/>
              </a:rPr>
              <a:t>Protection and access control: Sharing of memory, at any level of the memory </a:t>
            </a:r>
            <a:r>
              <a:rPr lang="en-US" sz="1200" kern="1200" baseline="0" dirty="0">
                <a:solidFill>
                  <a:schemeClr val="tx1"/>
                </a:solidFill>
                <a:latin typeface="+mn-lt"/>
                <a:ea typeface="+mn-ea"/>
                <a:cs typeface="+mn-cs"/>
              </a:rPr>
              <a:t>hierarchy, creates the potential for one program to address the memory space of another. This is desirable when sharing is needed by particular applications. At other times, it threatens the integrity of programs and even of the OS itself. The OS must allow portions of memory to be accessible in various ways by various users.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t>
            </a:r>
            <a:r>
              <a:rPr lang="en-US" sz="1200" b="1" kern="1200" baseline="0" dirty="0">
                <a:solidFill>
                  <a:schemeClr val="tx1"/>
                </a:solidFill>
                <a:latin typeface="+mn-lt"/>
                <a:ea typeface="+mn-ea"/>
                <a:cs typeface="+mn-cs"/>
              </a:rPr>
              <a:t>Long-term storage: Many application programs require means for storing </a:t>
            </a:r>
            <a:r>
              <a:rPr lang="en-US" sz="1200" kern="1200" baseline="0" dirty="0">
                <a:solidFill>
                  <a:schemeClr val="tx1"/>
                </a:solidFill>
                <a:latin typeface="+mn-lt"/>
                <a:ea typeface="+mn-ea"/>
                <a:cs typeface="+mn-cs"/>
              </a:rPr>
              <a:t>information for extended periods of time, after the computer has been powered down.</a:t>
            </a:r>
            <a:endParaRPr lang="en-US" dirty="0"/>
          </a:p>
        </p:txBody>
      </p:sp>
      <p:sp>
        <p:nvSpPr>
          <p:cNvPr id="4" name="Slide Number Placeholder 3">
            <a:extLst>
              <a:ext uri="{FF2B5EF4-FFF2-40B4-BE49-F238E27FC236}">
                <a16:creationId xmlns:a16="http://schemas.microsoft.com/office/drawing/2014/main" id="{045EC521-91EE-E8BA-54C8-B1DD9A65EE02}"/>
              </a:ext>
            </a:extLst>
          </p:cNvPr>
          <p:cNvSpPr>
            <a:spLocks noGrp="1"/>
          </p:cNvSpPr>
          <p:nvPr>
            <p:ph type="sldNum" sz="quarter" idx="10"/>
          </p:nvPr>
        </p:nvSpPr>
        <p:spPr/>
        <p:txBody>
          <a:bodyPr/>
          <a:lstStyle/>
          <a:p>
            <a:pPr>
              <a:defRPr/>
            </a:pPr>
            <a:fld id="{B1F781F4-099F-4112-9B1E-8A4E4163911A}" type="slidenum">
              <a:rPr lang="en-US" smtClean="0"/>
              <a:pPr>
                <a:defRPr/>
              </a:pPr>
              <a:t>48</a:t>
            </a:fld>
            <a:endParaRPr lang="en-US" dirty="0"/>
          </a:p>
        </p:txBody>
      </p:sp>
    </p:spTree>
    <p:extLst>
      <p:ext uri="{BB962C8B-B14F-4D97-AF65-F5344CB8AC3E}">
        <p14:creationId xmlns:p14="http://schemas.microsoft.com/office/powerpoint/2010/main" val="415061839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79C788-FDA5-7D63-ED8A-B223095736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7A101D-B35E-20C1-3BE4-58D4C79183E2}"/>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6AC1ABF2-9A50-C50C-D7DD-B9CDF5236009}"/>
              </a:ext>
            </a:extLst>
          </p:cNvPr>
          <p:cNvSpPr>
            <a:spLocks noGrp="1"/>
          </p:cNvSpPr>
          <p:nvPr>
            <p:ph type="body" idx="1"/>
          </p:nvPr>
        </p:nvSpPr>
        <p:spPr/>
        <p:txBody>
          <a:bodyPr>
            <a:normAutofit fontScale="92500" lnSpcReduction="20000"/>
          </a:bodyPr>
          <a:lstStyle/>
          <a:p>
            <a:r>
              <a:rPr lang="en-US" sz="1200" kern="1200" baseline="0" dirty="0">
                <a:solidFill>
                  <a:schemeClr val="tx1"/>
                </a:solidFill>
                <a:latin typeface="+mn-lt"/>
                <a:ea typeface="+mn-ea"/>
                <a:cs typeface="+mn-cs"/>
              </a:rPr>
              <a:t>The needs of users can be met best by a computing environment that supports modular programming and the flexible use of data. System managers need efficient and orderly control of storage allocation. The OS, to satisfy these requirements, has five principal storage management responsibilities: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t>
            </a:r>
            <a:r>
              <a:rPr lang="en-US" sz="1200" b="1" kern="1200" baseline="0" dirty="0">
                <a:solidFill>
                  <a:schemeClr val="tx1"/>
                </a:solidFill>
                <a:latin typeface="+mn-lt"/>
                <a:ea typeface="+mn-ea"/>
                <a:cs typeface="+mn-cs"/>
              </a:rPr>
              <a:t>Process isolation: The OS must prevent independent processes from interfering </a:t>
            </a:r>
            <a:r>
              <a:rPr lang="en-US" sz="1200" kern="1200" baseline="0" dirty="0">
                <a:solidFill>
                  <a:schemeClr val="tx1"/>
                </a:solidFill>
                <a:latin typeface="+mn-lt"/>
                <a:ea typeface="+mn-ea"/>
                <a:cs typeface="+mn-cs"/>
              </a:rPr>
              <a:t>with each other’s memory, both data and instructions.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t>
            </a:r>
            <a:r>
              <a:rPr lang="en-US" sz="1200" b="1" kern="1200" baseline="0" dirty="0">
                <a:solidFill>
                  <a:schemeClr val="tx1"/>
                </a:solidFill>
                <a:latin typeface="+mn-lt"/>
                <a:ea typeface="+mn-ea"/>
                <a:cs typeface="+mn-cs"/>
              </a:rPr>
              <a:t>Automatic allocation and management: Programs should be dynamically </a:t>
            </a:r>
            <a:r>
              <a:rPr lang="en-US" sz="1200" kern="1200" baseline="0" dirty="0">
                <a:solidFill>
                  <a:schemeClr val="tx1"/>
                </a:solidFill>
                <a:latin typeface="+mn-lt"/>
                <a:ea typeface="+mn-ea"/>
                <a:cs typeface="+mn-cs"/>
              </a:rPr>
              <a:t>allocated across the memory hierarchy as required. Allocation should be transparent to the programmer. Thus, the programmer is relieved of concerns relating to memory limitations, and the OS can achieve efficiency by assigning memory to jobs only as needed.</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t>
            </a:r>
            <a:r>
              <a:rPr lang="en-US" sz="1200" b="1" kern="1200" baseline="0" dirty="0">
                <a:solidFill>
                  <a:schemeClr val="tx1"/>
                </a:solidFill>
                <a:latin typeface="+mn-lt"/>
                <a:ea typeface="+mn-ea"/>
                <a:cs typeface="+mn-cs"/>
              </a:rPr>
              <a:t>Support of modular programming: Programmers should be able to define program </a:t>
            </a:r>
            <a:r>
              <a:rPr lang="en-US" sz="1200" kern="1200" baseline="0" dirty="0">
                <a:solidFill>
                  <a:schemeClr val="tx1"/>
                </a:solidFill>
                <a:latin typeface="+mn-lt"/>
                <a:ea typeface="+mn-ea"/>
                <a:cs typeface="+mn-cs"/>
              </a:rPr>
              <a:t>modules, and to create, destroy, and alter the size of modules dynamically.</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t>
            </a:r>
            <a:r>
              <a:rPr lang="en-US" sz="1200" b="1" kern="1200" baseline="0" dirty="0">
                <a:solidFill>
                  <a:schemeClr val="tx1"/>
                </a:solidFill>
                <a:latin typeface="+mn-lt"/>
                <a:ea typeface="+mn-ea"/>
                <a:cs typeface="+mn-cs"/>
              </a:rPr>
              <a:t>Protection and access control: Sharing of memory, at any level of the memory </a:t>
            </a:r>
            <a:r>
              <a:rPr lang="en-US" sz="1200" kern="1200" baseline="0" dirty="0">
                <a:solidFill>
                  <a:schemeClr val="tx1"/>
                </a:solidFill>
                <a:latin typeface="+mn-lt"/>
                <a:ea typeface="+mn-ea"/>
                <a:cs typeface="+mn-cs"/>
              </a:rPr>
              <a:t>hierarchy, creates the potential for one program to address the memory space of another. This is desirable when sharing is needed by particular applications. At other times, it threatens the integrity of programs and even of the OS itself. The OS must allow portions of memory to be accessible in various ways by various users.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t>
            </a:r>
            <a:r>
              <a:rPr lang="en-US" sz="1200" b="1" kern="1200" baseline="0" dirty="0">
                <a:solidFill>
                  <a:schemeClr val="tx1"/>
                </a:solidFill>
                <a:latin typeface="+mn-lt"/>
                <a:ea typeface="+mn-ea"/>
                <a:cs typeface="+mn-cs"/>
              </a:rPr>
              <a:t>Long-term storage: Many application programs require means for storing </a:t>
            </a:r>
            <a:r>
              <a:rPr lang="en-US" sz="1200" kern="1200" baseline="0" dirty="0">
                <a:solidFill>
                  <a:schemeClr val="tx1"/>
                </a:solidFill>
                <a:latin typeface="+mn-lt"/>
                <a:ea typeface="+mn-ea"/>
                <a:cs typeface="+mn-cs"/>
              </a:rPr>
              <a:t>information for extended periods of time, after the computer has been powered down.</a:t>
            </a:r>
            <a:endParaRPr lang="en-US" dirty="0"/>
          </a:p>
        </p:txBody>
      </p:sp>
      <p:sp>
        <p:nvSpPr>
          <p:cNvPr id="4" name="Slide Number Placeholder 3">
            <a:extLst>
              <a:ext uri="{FF2B5EF4-FFF2-40B4-BE49-F238E27FC236}">
                <a16:creationId xmlns:a16="http://schemas.microsoft.com/office/drawing/2014/main" id="{B4E54981-98EF-1C92-8A72-F88DC0313EEC}"/>
              </a:ext>
            </a:extLst>
          </p:cNvPr>
          <p:cNvSpPr>
            <a:spLocks noGrp="1"/>
          </p:cNvSpPr>
          <p:nvPr>
            <p:ph type="sldNum" sz="quarter" idx="10"/>
          </p:nvPr>
        </p:nvSpPr>
        <p:spPr/>
        <p:txBody>
          <a:bodyPr/>
          <a:lstStyle/>
          <a:p>
            <a:pPr>
              <a:defRPr/>
            </a:pPr>
            <a:fld id="{B1F781F4-099F-4112-9B1E-8A4E4163911A}" type="slidenum">
              <a:rPr lang="en-US" smtClean="0"/>
              <a:pPr>
                <a:defRPr/>
              </a:pPr>
              <a:t>49</a:t>
            </a:fld>
            <a:endParaRPr lang="en-US" dirty="0"/>
          </a:p>
        </p:txBody>
      </p:sp>
    </p:spTree>
    <p:extLst>
      <p:ext uri="{BB962C8B-B14F-4D97-AF65-F5344CB8AC3E}">
        <p14:creationId xmlns:p14="http://schemas.microsoft.com/office/powerpoint/2010/main" val="156467560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354257-8C87-27C1-9E6A-42EB37DB7B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4196DC6-BD6B-F9BC-065E-F82E4BADC6A2}"/>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8FA44B65-2EFA-F354-81B9-4165E6751204}"/>
              </a:ext>
            </a:extLst>
          </p:cNvPr>
          <p:cNvSpPr>
            <a:spLocks noGrp="1"/>
          </p:cNvSpPr>
          <p:nvPr>
            <p:ph type="body" idx="1"/>
          </p:nvPr>
        </p:nvSpPr>
        <p:spPr/>
        <p:txBody>
          <a:bodyPr>
            <a:normAutofit fontScale="92500" lnSpcReduction="20000"/>
          </a:bodyPr>
          <a:lstStyle/>
          <a:p>
            <a:r>
              <a:rPr lang="en-US" sz="1200" kern="1200" baseline="0" dirty="0">
                <a:solidFill>
                  <a:schemeClr val="tx1"/>
                </a:solidFill>
                <a:latin typeface="+mn-lt"/>
                <a:ea typeface="+mn-ea"/>
                <a:cs typeface="+mn-cs"/>
              </a:rPr>
              <a:t>The needs of users can be met best by a computing environment that supports modular programming and the flexible use of data. System managers need efficient and orderly control of storage allocation. The OS, to satisfy these requirements, has five principal storage management responsibilities: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t>
            </a:r>
            <a:r>
              <a:rPr lang="en-US" sz="1200" b="1" kern="1200" baseline="0" dirty="0">
                <a:solidFill>
                  <a:schemeClr val="tx1"/>
                </a:solidFill>
                <a:latin typeface="+mn-lt"/>
                <a:ea typeface="+mn-ea"/>
                <a:cs typeface="+mn-cs"/>
              </a:rPr>
              <a:t>Process isolation: The OS must prevent independent processes from interfering </a:t>
            </a:r>
            <a:r>
              <a:rPr lang="en-US" sz="1200" kern="1200" baseline="0" dirty="0">
                <a:solidFill>
                  <a:schemeClr val="tx1"/>
                </a:solidFill>
                <a:latin typeface="+mn-lt"/>
                <a:ea typeface="+mn-ea"/>
                <a:cs typeface="+mn-cs"/>
              </a:rPr>
              <a:t>with each other’s memory, both data and instructions.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t>
            </a:r>
            <a:r>
              <a:rPr lang="en-US" sz="1200" b="1" kern="1200" baseline="0" dirty="0">
                <a:solidFill>
                  <a:schemeClr val="tx1"/>
                </a:solidFill>
                <a:latin typeface="+mn-lt"/>
                <a:ea typeface="+mn-ea"/>
                <a:cs typeface="+mn-cs"/>
              </a:rPr>
              <a:t>Automatic allocation and management: Programs should be dynamically </a:t>
            </a:r>
            <a:r>
              <a:rPr lang="en-US" sz="1200" kern="1200" baseline="0" dirty="0">
                <a:solidFill>
                  <a:schemeClr val="tx1"/>
                </a:solidFill>
                <a:latin typeface="+mn-lt"/>
                <a:ea typeface="+mn-ea"/>
                <a:cs typeface="+mn-cs"/>
              </a:rPr>
              <a:t>allocated across the memory hierarchy as required. Allocation should be transparent to the programmer. Thus, the programmer is relieved of concerns relating to memory limitations, and the OS can achieve efficiency by assigning memory to jobs only as needed.</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t>
            </a:r>
            <a:r>
              <a:rPr lang="en-US" sz="1200" b="1" kern="1200" baseline="0" dirty="0">
                <a:solidFill>
                  <a:schemeClr val="tx1"/>
                </a:solidFill>
                <a:latin typeface="+mn-lt"/>
                <a:ea typeface="+mn-ea"/>
                <a:cs typeface="+mn-cs"/>
              </a:rPr>
              <a:t>Support of modular programming: Programmers should be able to define program </a:t>
            </a:r>
            <a:r>
              <a:rPr lang="en-US" sz="1200" kern="1200" baseline="0" dirty="0">
                <a:solidFill>
                  <a:schemeClr val="tx1"/>
                </a:solidFill>
                <a:latin typeface="+mn-lt"/>
                <a:ea typeface="+mn-ea"/>
                <a:cs typeface="+mn-cs"/>
              </a:rPr>
              <a:t>modules, and to create, destroy, and alter the size of modules dynamically.</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t>
            </a:r>
            <a:r>
              <a:rPr lang="en-US" sz="1200" b="1" kern="1200" baseline="0" dirty="0">
                <a:solidFill>
                  <a:schemeClr val="tx1"/>
                </a:solidFill>
                <a:latin typeface="+mn-lt"/>
                <a:ea typeface="+mn-ea"/>
                <a:cs typeface="+mn-cs"/>
              </a:rPr>
              <a:t>Protection and access control: Sharing of memory, at any level of the memory </a:t>
            </a:r>
            <a:r>
              <a:rPr lang="en-US" sz="1200" kern="1200" baseline="0" dirty="0">
                <a:solidFill>
                  <a:schemeClr val="tx1"/>
                </a:solidFill>
                <a:latin typeface="+mn-lt"/>
                <a:ea typeface="+mn-ea"/>
                <a:cs typeface="+mn-cs"/>
              </a:rPr>
              <a:t>hierarchy, creates the potential for one program to address the memory space of another. This is desirable when sharing is needed by particular applications. At other times, it threatens the integrity of programs and even of the OS itself. The OS must allow portions of memory to be accessible in various ways by various users.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t>
            </a:r>
            <a:r>
              <a:rPr lang="en-US" sz="1200" b="1" kern="1200" baseline="0" dirty="0">
                <a:solidFill>
                  <a:schemeClr val="tx1"/>
                </a:solidFill>
                <a:latin typeface="+mn-lt"/>
                <a:ea typeface="+mn-ea"/>
                <a:cs typeface="+mn-cs"/>
              </a:rPr>
              <a:t>Long-term storage: Many application programs require means for storing </a:t>
            </a:r>
            <a:r>
              <a:rPr lang="en-US" sz="1200" kern="1200" baseline="0" dirty="0">
                <a:solidFill>
                  <a:schemeClr val="tx1"/>
                </a:solidFill>
                <a:latin typeface="+mn-lt"/>
                <a:ea typeface="+mn-ea"/>
                <a:cs typeface="+mn-cs"/>
              </a:rPr>
              <a:t>information for extended periods of time, after the computer has been powered down.</a:t>
            </a:r>
            <a:endParaRPr lang="en-US" dirty="0"/>
          </a:p>
        </p:txBody>
      </p:sp>
      <p:sp>
        <p:nvSpPr>
          <p:cNvPr id="4" name="Slide Number Placeholder 3">
            <a:extLst>
              <a:ext uri="{FF2B5EF4-FFF2-40B4-BE49-F238E27FC236}">
                <a16:creationId xmlns:a16="http://schemas.microsoft.com/office/drawing/2014/main" id="{7BE808FE-E6BD-EA2D-86C6-097D33F06A41}"/>
              </a:ext>
            </a:extLst>
          </p:cNvPr>
          <p:cNvSpPr>
            <a:spLocks noGrp="1"/>
          </p:cNvSpPr>
          <p:nvPr>
            <p:ph type="sldNum" sz="quarter" idx="10"/>
          </p:nvPr>
        </p:nvSpPr>
        <p:spPr/>
        <p:txBody>
          <a:bodyPr/>
          <a:lstStyle/>
          <a:p>
            <a:pPr>
              <a:defRPr/>
            </a:pPr>
            <a:fld id="{B1F781F4-099F-4112-9B1E-8A4E4163911A}" type="slidenum">
              <a:rPr lang="en-US" smtClean="0"/>
              <a:pPr>
                <a:defRPr/>
              </a:pPr>
              <a:t>50</a:t>
            </a:fld>
            <a:endParaRPr lang="en-US" dirty="0"/>
          </a:p>
        </p:txBody>
      </p:sp>
    </p:spTree>
    <p:extLst>
      <p:ext uri="{BB962C8B-B14F-4D97-AF65-F5344CB8AC3E}">
        <p14:creationId xmlns:p14="http://schemas.microsoft.com/office/powerpoint/2010/main" val="85249156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fontScale="85000" lnSpcReduction="20000"/>
          </a:bodyPr>
          <a:lstStyle/>
          <a:p>
            <a:r>
              <a:rPr lang="en-US" sz="1200" kern="1200" baseline="0" dirty="0">
                <a:solidFill>
                  <a:schemeClr val="tx1"/>
                </a:solidFill>
                <a:latin typeface="+mn-lt"/>
                <a:ea typeface="+mn-ea"/>
                <a:cs typeface="+mn-cs"/>
              </a:rPr>
              <a:t>Typically, operating systems meet these requirements with virtual memory and file system facilities. The file system implements a long-term store, with information stored in named objects, called files. The file is a convenient concept for the programmer and is a useful unit of access control and protection for the OS.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Virtual memory is a facility that allows programs to address memory from a logical point of view, without regard to the amount of main memory physically available. Virtual memory was conceived to meet the requirement of having multiple user jobs reside in main memory concurrently, so that there would not be a hiatus between the execution of successive processes while one process was written out to secondary store and the successor process was read in.</a:t>
            </a:r>
          </a:p>
          <a:p>
            <a:endParaRPr lang="en-US" sz="1200" kern="1200" baseline="0" dirty="0">
              <a:solidFill>
                <a:schemeClr val="tx1"/>
              </a:solidFill>
              <a:latin typeface="+mn-lt"/>
              <a:ea typeface="+mn-ea"/>
              <a:cs typeface="+mn-cs"/>
            </a:endParaRP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Figure 2.10 highlights the addressing concerns in a virtual memory scheme. </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Storage consists of directly addressable (by machine instructions) main memory and lower-speed auxiliary memory that is accessed indirectly by loading blocks into main memory. </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Address translation hardware (memory management unit) is interposed between the processor and memory. </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Programs reference locations using virtual addresses, which are mapped into real main memory addresses. If a reference is made to a virtual address not in real memory, then a portion of the contents of real memory is swapped out to auxiliary memory and the desired block of data is swapped in. </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During this activity, the process that generated the address reference must be suspended. The OS designer needs to develop an address translation mechanism that generates little overhead and a storage allocation policy that minimizes the traffic between memory levels.</a:t>
            </a:r>
            <a:endParaRPr lang="en-US" dirty="0"/>
          </a:p>
          <a:p>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51</a:t>
            </a:fld>
            <a:endParaRPr lang="en-US" dirty="0"/>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fontScale="70000" lnSpcReduction="20000"/>
          </a:bodyPr>
          <a:lstStyle/>
          <a:p>
            <a:r>
              <a:rPr lang="en-US" sz="1200" kern="1200" baseline="0" dirty="0">
                <a:solidFill>
                  <a:schemeClr val="tx1"/>
                </a:solidFill>
                <a:latin typeface="+mn-lt"/>
                <a:ea typeface="+mn-ea"/>
                <a:cs typeface="+mn-cs"/>
              </a:rPr>
              <a:t>Because processes vary in size, if the processor switches among a number of processes it is difficult to pack them compactly into main memory. </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Paging systems were introduced, which allow processes to be comprised of a number of fixed-size blocks, called pages. </a:t>
            </a:r>
          </a:p>
          <a:p>
            <a:pPr marL="171450" indent="-171450">
              <a:buFont typeface="Arial" panose="020B0604020202020204" pitchFamily="34" charset="0"/>
              <a:buChar char="•"/>
            </a:pPr>
            <a:r>
              <a:rPr lang="en-US" sz="1200" kern="1200" baseline="0" dirty="0">
                <a:solidFill>
                  <a:schemeClr val="tx1"/>
                </a:solidFill>
                <a:latin typeface="+mn-lt"/>
                <a:ea typeface="+mn-ea"/>
                <a:cs typeface="+mn-cs"/>
              </a:rPr>
              <a:t>A program references a word by means of a </a:t>
            </a:r>
            <a:r>
              <a:rPr lang="en-US" sz="1200" b="1" kern="1200" baseline="0" dirty="0">
                <a:solidFill>
                  <a:schemeClr val="tx1"/>
                </a:solidFill>
                <a:latin typeface="+mn-lt"/>
                <a:ea typeface="+mn-ea"/>
                <a:cs typeface="+mn-cs"/>
              </a:rPr>
              <a:t>virtual address consisting of a page number </a:t>
            </a:r>
            <a:r>
              <a:rPr lang="en-US" sz="1200" kern="1200" baseline="0" dirty="0">
                <a:solidFill>
                  <a:schemeClr val="tx1"/>
                </a:solidFill>
                <a:latin typeface="+mn-lt"/>
                <a:ea typeface="+mn-ea"/>
                <a:cs typeface="+mn-cs"/>
              </a:rPr>
              <a:t>and an offset within the page. </a:t>
            </a:r>
          </a:p>
          <a:p>
            <a:pPr marL="171450" indent="-171450">
              <a:buFont typeface="Arial" panose="020B0604020202020204" pitchFamily="34" charset="0"/>
              <a:buChar char="•"/>
            </a:pPr>
            <a:r>
              <a:rPr lang="en-US" sz="1200" kern="1200" baseline="0" dirty="0">
                <a:solidFill>
                  <a:schemeClr val="tx1"/>
                </a:solidFill>
                <a:latin typeface="+mn-lt"/>
                <a:ea typeface="+mn-ea"/>
                <a:cs typeface="+mn-cs"/>
              </a:rPr>
              <a:t>Each page of a process may be located anywhere in main memory. </a:t>
            </a:r>
          </a:p>
          <a:p>
            <a:pPr marL="171450" indent="-171450">
              <a:buFont typeface="Arial" panose="020B0604020202020204" pitchFamily="34" charset="0"/>
              <a:buChar char="•"/>
            </a:pPr>
            <a:r>
              <a:rPr lang="en-US" sz="1200" kern="1200" baseline="0" dirty="0">
                <a:solidFill>
                  <a:schemeClr val="tx1"/>
                </a:solidFill>
                <a:latin typeface="+mn-lt"/>
                <a:ea typeface="+mn-ea"/>
                <a:cs typeface="+mn-cs"/>
              </a:rPr>
              <a:t>The paging system provides for a dynamic mapping between the virtual address used in the program and a </a:t>
            </a:r>
            <a:r>
              <a:rPr lang="en-US" sz="1200" b="1" kern="1200" baseline="0" dirty="0">
                <a:solidFill>
                  <a:schemeClr val="tx1"/>
                </a:solidFill>
                <a:latin typeface="+mn-lt"/>
                <a:ea typeface="+mn-ea"/>
                <a:cs typeface="+mn-cs"/>
              </a:rPr>
              <a:t>real address , or physical address, in main </a:t>
            </a:r>
            <a:r>
              <a:rPr lang="en-US" sz="1200" kern="1200" baseline="0" dirty="0">
                <a:solidFill>
                  <a:schemeClr val="tx1"/>
                </a:solidFill>
                <a:latin typeface="+mn-lt"/>
                <a:ea typeface="+mn-ea"/>
                <a:cs typeface="+mn-cs"/>
              </a:rPr>
              <a:t>memory.</a:t>
            </a:r>
          </a:p>
          <a:p>
            <a:endParaRPr lang="en-US" sz="1200" kern="1200" baseline="0" dirty="0">
              <a:solidFill>
                <a:schemeClr val="tx1"/>
              </a:solidFill>
              <a:latin typeface="+mn-lt"/>
              <a:ea typeface="+mn-ea"/>
              <a:cs typeface="+mn-cs"/>
            </a:endParaRPr>
          </a:p>
          <a:p>
            <a:endParaRPr lang="en-US" dirty="0"/>
          </a:p>
          <a:p>
            <a:r>
              <a:rPr lang="en-US" sz="1200" kern="1200" baseline="0" dirty="0">
                <a:solidFill>
                  <a:schemeClr val="tx1"/>
                </a:solidFill>
                <a:latin typeface="+mn-lt"/>
                <a:ea typeface="+mn-ea"/>
                <a:cs typeface="+mn-cs"/>
              </a:rPr>
              <a:t>With dynamic mapping hardware available, the next logical step was to</a:t>
            </a:r>
          </a:p>
          <a:p>
            <a:r>
              <a:rPr lang="en-US" sz="1200" kern="1200" baseline="0" dirty="0">
                <a:solidFill>
                  <a:schemeClr val="tx1"/>
                </a:solidFill>
                <a:latin typeface="+mn-lt"/>
                <a:ea typeface="+mn-ea"/>
                <a:cs typeface="+mn-cs"/>
              </a:rPr>
              <a:t>eliminate the requirement that all pages of a process reside in main memory simultaneously.</a:t>
            </a:r>
          </a:p>
          <a:p>
            <a:r>
              <a:rPr lang="en-US" sz="1200" kern="1200" baseline="0" dirty="0">
                <a:solidFill>
                  <a:schemeClr val="tx1"/>
                </a:solidFill>
                <a:latin typeface="+mn-lt"/>
                <a:ea typeface="+mn-ea"/>
                <a:cs typeface="+mn-cs"/>
              </a:rPr>
              <a:t>All the pages of a process are maintained on disk. When a process is</a:t>
            </a:r>
          </a:p>
          <a:p>
            <a:r>
              <a:rPr lang="en-US" sz="1200" kern="1200" baseline="0" dirty="0">
                <a:solidFill>
                  <a:schemeClr val="tx1"/>
                </a:solidFill>
                <a:latin typeface="+mn-lt"/>
                <a:ea typeface="+mn-ea"/>
                <a:cs typeface="+mn-cs"/>
              </a:rPr>
              <a:t>executing, some of its pages are in main memory. If reference is made to a page</a:t>
            </a:r>
          </a:p>
          <a:p>
            <a:r>
              <a:rPr lang="en-US" sz="1200" kern="1200" baseline="0" dirty="0">
                <a:solidFill>
                  <a:schemeClr val="tx1"/>
                </a:solidFill>
                <a:latin typeface="+mn-lt"/>
                <a:ea typeface="+mn-ea"/>
                <a:cs typeface="+mn-cs"/>
              </a:rPr>
              <a:t>that is not in main memory, the memory management hardware detects this and</a:t>
            </a:r>
          </a:p>
          <a:p>
            <a:r>
              <a:rPr lang="en-US" sz="1200" kern="1200" baseline="0" dirty="0">
                <a:solidFill>
                  <a:schemeClr val="tx1"/>
                </a:solidFill>
                <a:latin typeface="+mn-lt"/>
                <a:ea typeface="+mn-ea"/>
                <a:cs typeface="+mn-cs"/>
              </a:rPr>
              <a:t>arranges for the missing page to be loaded. Such a scheme is referred to as </a:t>
            </a:r>
            <a:r>
              <a:rPr lang="en-US" sz="1200" b="1" kern="1200" baseline="0" dirty="0">
                <a:solidFill>
                  <a:schemeClr val="tx1"/>
                </a:solidFill>
                <a:latin typeface="+mn-lt"/>
                <a:ea typeface="+mn-ea"/>
                <a:cs typeface="+mn-cs"/>
              </a:rPr>
              <a:t>virtual</a:t>
            </a:r>
          </a:p>
          <a:p>
            <a:r>
              <a:rPr lang="en-US" sz="1200" b="1" kern="1200" baseline="0" dirty="0">
                <a:solidFill>
                  <a:schemeClr val="tx1"/>
                </a:solidFill>
                <a:latin typeface="+mn-lt"/>
                <a:ea typeface="+mn-ea"/>
                <a:cs typeface="+mn-cs"/>
              </a:rPr>
              <a:t>memory and is depicted in Figure 2.9 .</a:t>
            </a:r>
          </a:p>
          <a:p>
            <a:endParaRPr lang="en-US" sz="1200" b="1"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The processor hardware, together with the OS, provides the user with a</a:t>
            </a:r>
          </a:p>
          <a:p>
            <a:r>
              <a:rPr lang="en-US" sz="1200" kern="1200" baseline="0" dirty="0">
                <a:solidFill>
                  <a:schemeClr val="tx1"/>
                </a:solidFill>
                <a:latin typeface="+mn-lt"/>
                <a:ea typeface="+mn-ea"/>
                <a:cs typeface="+mn-cs"/>
              </a:rPr>
              <a:t>“virtual processor” that has access to a virtual memory. This memory may be a</a:t>
            </a:r>
          </a:p>
          <a:p>
            <a:r>
              <a:rPr lang="en-US" sz="1200" kern="1200" baseline="0" dirty="0">
                <a:solidFill>
                  <a:schemeClr val="tx1"/>
                </a:solidFill>
                <a:latin typeface="+mn-lt"/>
                <a:ea typeface="+mn-ea"/>
                <a:cs typeface="+mn-cs"/>
              </a:rPr>
              <a:t>linear address space or a collection of segments, which are variable-length blocks</a:t>
            </a:r>
          </a:p>
          <a:p>
            <a:r>
              <a:rPr lang="en-US" sz="1200" kern="1200" baseline="0" dirty="0">
                <a:solidFill>
                  <a:schemeClr val="tx1"/>
                </a:solidFill>
                <a:latin typeface="+mn-lt"/>
                <a:ea typeface="+mn-ea"/>
                <a:cs typeface="+mn-cs"/>
              </a:rPr>
              <a:t>of contiguous addresses. In either case, programming language instructions can</a:t>
            </a:r>
          </a:p>
          <a:p>
            <a:r>
              <a:rPr lang="en-US" sz="1200" kern="1200" baseline="0" dirty="0">
                <a:solidFill>
                  <a:schemeClr val="tx1"/>
                </a:solidFill>
                <a:latin typeface="+mn-lt"/>
                <a:ea typeface="+mn-ea"/>
                <a:cs typeface="+mn-cs"/>
              </a:rPr>
              <a:t>reference program and data locations in the virtual memory area. Process isolation</a:t>
            </a:r>
          </a:p>
          <a:p>
            <a:r>
              <a:rPr lang="en-US" sz="1200" kern="1200" baseline="0" dirty="0">
                <a:solidFill>
                  <a:schemeClr val="tx1"/>
                </a:solidFill>
                <a:latin typeface="+mn-lt"/>
                <a:ea typeface="+mn-ea"/>
                <a:cs typeface="+mn-cs"/>
              </a:rPr>
              <a:t>can be achieved by giving each process a unique, nonoverlapping virtual memory.</a:t>
            </a:r>
          </a:p>
          <a:p>
            <a:r>
              <a:rPr lang="en-US" sz="1200" kern="1200" baseline="0" dirty="0">
                <a:solidFill>
                  <a:schemeClr val="tx1"/>
                </a:solidFill>
                <a:latin typeface="+mn-lt"/>
                <a:ea typeface="+mn-ea"/>
                <a:cs typeface="+mn-cs"/>
              </a:rPr>
              <a:t>Memory sharing can be achieved by overlapping portions of two virtual memory</a:t>
            </a:r>
          </a:p>
          <a:p>
            <a:r>
              <a:rPr lang="en-US" sz="1200" kern="1200" baseline="0" dirty="0">
                <a:solidFill>
                  <a:schemeClr val="tx1"/>
                </a:solidFill>
                <a:latin typeface="+mn-lt"/>
                <a:ea typeface="+mn-ea"/>
                <a:cs typeface="+mn-cs"/>
              </a:rPr>
              <a:t>spaces. Files are maintained in a long-term store. Files and portions of files may be</a:t>
            </a:r>
          </a:p>
          <a:p>
            <a:r>
              <a:rPr lang="en-US" sz="1200" kern="1200" baseline="0" dirty="0">
                <a:solidFill>
                  <a:schemeClr val="tx1"/>
                </a:solidFill>
                <a:latin typeface="+mn-lt"/>
                <a:ea typeface="+mn-ea"/>
                <a:cs typeface="+mn-cs"/>
              </a:rPr>
              <a:t>copied into the virtual memory for manipulation by programs.</a:t>
            </a:r>
            <a:endParaRPr lang="en-US" sz="1200" b="1" kern="1200" baseline="0" dirty="0">
              <a:solidFill>
                <a:schemeClr val="tx1"/>
              </a:solidFill>
              <a:latin typeface="+mn-lt"/>
              <a:ea typeface="+mn-ea"/>
              <a:cs typeface="+mn-cs"/>
            </a:endParaRPr>
          </a:p>
          <a:p>
            <a:endParaRPr lang="en-US" dirty="0"/>
          </a:p>
          <a:p>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52</a:t>
            </a:fld>
            <a:endParaRPr lang="en-US" dirty="0"/>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fontScale="77500" lnSpcReduction="20000"/>
          </a:bodyPr>
          <a:lstStyle/>
          <a:p>
            <a:r>
              <a:rPr lang="en-NZ" dirty="0"/>
              <a:t>A key responsibility of the OS is to manage the various resources available to it (main memory space, I/O devices, processors) and to schedule their use by the various active processes. </a:t>
            </a:r>
          </a:p>
          <a:p>
            <a:endParaRPr lang="en-NZ" dirty="0"/>
          </a:p>
          <a:p>
            <a:r>
              <a:rPr lang="en-NZ" dirty="0"/>
              <a:t>Any resource allocation and scheduling policy must consider three factors:</a:t>
            </a:r>
          </a:p>
          <a:p>
            <a:r>
              <a:rPr lang="en-NZ" b="1" dirty="0"/>
              <a:t>Fairness: </a:t>
            </a:r>
          </a:p>
          <a:p>
            <a:pPr lvl="1">
              <a:buFont typeface="Arial" pitchFamily="34" charset="0"/>
              <a:buChar char="•"/>
            </a:pPr>
            <a:r>
              <a:rPr lang="en-NZ" b="1" dirty="0"/>
              <a:t> </a:t>
            </a:r>
            <a:r>
              <a:rPr lang="en-NZ" dirty="0"/>
              <a:t>Typically, we would like all processes that are competing for the use of a particular resource to be given approximately equal and fair access to that resource. </a:t>
            </a:r>
          </a:p>
          <a:p>
            <a:pPr lvl="1">
              <a:buFont typeface="Arial" pitchFamily="34" charset="0"/>
              <a:buChar char="•"/>
            </a:pPr>
            <a:r>
              <a:rPr lang="en-NZ" dirty="0"/>
              <a:t> This is especially so for jobs of the same class, that is, jobs of similar demands.</a:t>
            </a:r>
          </a:p>
          <a:p>
            <a:pPr lvl="1">
              <a:buFont typeface="Arial" pitchFamily="34" charset="0"/>
              <a:buChar char="•"/>
            </a:pPr>
            <a:endParaRPr lang="en-NZ" dirty="0"/>
          </a:p>
          <a:p>
            <a:r>
              <a:rPr lang="en-NZ" b="1" dirty="0"/>
              <a:t>Differential responsiveness: </a:t>
            </a:r>
          </a:p>
          <a:p>
            <a:pPr lvl="1">
              <a:buFont typeface="Arial" pitchFamily="34" charset="0"/>
              <a:buChar char="•"/>
            </a:pPr>
            <a:r>
              <a:rPr lang="en-NZ" b="1" dirty="0"/>
              <a:t> </a:t>
            </a:r>
            <a:r>
              <a:rPr lang="en-NZ" dirty="0"/>
              <a:t>On the other hand, the OS may need to discriminate among different classes of jobs with different service requirements. </a:t>
            </a:r>
          </a:p>
          <a:p>
            <a:pPr lvl="1">
              <a:buFont typeface="Arial" pitchFamily="34" charset="0"/>
              <a:buChar char="•"/>
            </a:pPr>
            <a:r>
              <a:rPr lang="en-NZ" dirty="0"/>
              <a:t> The OS should attempt to make allocation and scheduling decisions to meet the total set of requirements. </a:t>
            </a:r>
          </a:p>
          <a:p>
            <a:pPr lvl="1">
              <a:buFont typeface="Arial" pitchFamily="34" charset="0"/>
              <a:buChar char="•"/>
            </a:pPr>
            <a:r>
              <a:rPr lang="en-NZ" dirty="0"/>
              <a:t> The OS should also make these decisions dynamically. </a:t>
            </a:r>
          </a:p>
          <a:p>
            <a:pPr lvl="1">
              <a:buFont typeface="Arial" pitchFamily="34" charset="0"/>
              <a:buChar char="•"/>
            </a:pPr>
            <a:r>
              <a:rPr lang="en-NZ" dirty="0"/>
              <a:t> e.g. if a process is waiting for the use of an I/O device, the OS may wish to schedule that process for execution as soon as possible to free up the device for later demands from other processes.</a:t>
            </a:r>
          </a:p>
          <a:p>
            <a:pPr lvl="1">
              <a:buFont typeface="Arial" pitchFamily="34" charset="0"/>
              <a:buChar char="•"/>
            </a:pPr>
            <a:endParaRPr lang="en-NZ" dirty="0"/>
          </a:p>
          <a:p>
            <a:r>
              <a:rPr lang="en-NZ" b="1" dirty="0"/>
              <a:t>Efficiency: </a:t>
            </a:r>
          </a:p>
          <a:p>
            <a:pPr lvl="1">
              <a:buFont typeface="Arial" pitchFamily="34" charset="0"/>
              <a:buChar char="•"/>
            </a:pPr>
            <a:r>
              <a:rPr lang="en-NZ" b="1" dirty="0"/>
              <a:t> </a:t>
            </a:r>
            <a:r>
              <a:rPr lang="en-NZ" dirty="0"/>
              <a:t>The OS should attempt to </a:t>
            </a:r>
          </a:p>
          <a:p>
            <a:pPr lvl="2">
              <a:buFont typeface="Arial" pitchFamily="34" charset="0"/>
              <a:buChar char="•"/>
            </a:pPr>
            <a:r>
              <a:rPr lang="en-NZ" dirty="0"/>
              <a:t> maximize throughput, </a:t>
            </a:r>
          </a:p>
          <a:p>
            <a:pPr lvl="2">
              <a:buFont typeface="Arial" pitchFamily="34" charset="0"/>
              <a:buChar char="•"/>
            </a:pPr>
            <a:r>
              <a:rPr lang="en-NZ" dirty="0"/>
              <a:t> minimize response time, and</a:t>
            </a:r>
          </a:p>
          <a:p>
            <a:pPr lvl="2">
              <a:buFont typeface="Arial" pitchFamily="34" charset="0"/>
              <a:buChar char="•"/>
            </a:pPr>
            <a:r>
              <a:rPr lang="en-NZ" dirty="0"/>
              <a:t> accommodate as many users as possible.</a:t>
            </a:r>
          </a:p>
          <a:p>
            <a:pPr lvl="1">
              <a:buFont typeface="Arial" pitchFamily="34" charset="0"/>
              <a:buChar char="•"/>
            </a:pPr>
            <a:r>
              <a:rPr lang="en-NZ" dirty="0"/>
              <a:t>These criteria conflict; </a:t>
            </a:r>
          </a:p>
          <a:p>
            <a:pPr lvl="1">
              <a:buFont typeface="Arial" pitchFamily="34" charset="0"/>
              <a:buChar char="•"/>
            </a:pPr>
            <a:r>
              <a:rPr lang="en-NZ" dirty="0"/>
              <a:t> Finding the right balance for a particular situation is an ongoing problem for operating system research.</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53</a:t>
            </a:fld>
            <a:endParaRPr lang="en-US" dirty="0"/>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CFAE13-0B7A-05B2-819D-47D2BE2609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F5EE6B-0E4D-CF82-2387-610257A25D57}"/>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136988C8-D301-4AC0-0979-9C4115B981FC}"/>
              </a:ext>
            </a:extLst>
          </p:cNvPr>
          <p:cNvSpPr>
            <a:spLocks noGrp="1"/>
          </p:cNvSpPr>
          <p:nvPr>
            <p:ph type="body" idx="1"/>
          </p:nvPr>
        </p:nvSpPr>
        <p:spPr/>
        <p:txBody>
          <a:bodyPr>
            <a:normAutofit fontScale="55000" lnSpcReduction="20000"/>
          </a:bodyPr>
          <a:lstStyle/>
          <a:p>
            <a:r>
              <a:rPr lang="en-US" sz="1200" kern="1200" baseline="0" dirty="0">
                <a:solidFill>
                  <a:schemeClr val="tx1"/>
                </a:solidFill>
                <a:latin typeface="+mn-lt"/>
                <a:ea typeface="+mn-ea"/>
                <a:cs typeface="+mn-cs"/>
              </a:rPr>
              <a:t>Figure 2.11 suggests the major elements of the OS involved in the scheduling</a:t>
            </a:r>
          </a:p>
          <a:p>
            <a:r>
              <a:rPr lang="en-US" sz="1200" kern="1200" baseline="0" dirty="0">
                <a:solidFill>
                  <a:schemeClr val="tx1"/>
                </a:solidFill>
                <a:latin typeface="+mn-lt"/>
                <a:ea typeface="+mn-ea"/>
                <a:cs typeface="+mn-cs"/>
              </a:rPr>
              <a:t>of processes and the allocation of resources in a multiprogramming environment.</a:t>
            </a:r>
          </a:p>
          <a:p>
            <a:r>
              <a:rPr lang="en-US" sz="1200" kern="1200" baseline="0" dirty="0">
                <a:solidFill>
                  <a:schemeClr val="tx1"/>
                </a:solidFill>
                <a:latin typeface="+mn-lt"/>
                <a:ea typeface="+mn-ea"/>
                <a:cs typeface="+mn-cs"/>
              </a:rPr>
              <a:t>The OS maintains a number of queues, each of which is simply a list of processes</a:t>
            </a:r>
          </a:p>
          <a:p>
            <a:r>
              <a:rPr lang="en-US" sz="1200" kern="1200" baseline="0" dirty="0">
                <a:solidFill>
                  <a:schemeClr val="tx1"/>
                </a:solidFill>
                <a:latin typeface="+mn-lt"/>
                <a:ea typeface="+mn-ea"/>
                <a:cs typeface="+mn-cs"/>
              </a:rPr>
              <a:t>waiting for some resource. The short-term queue consists of processes that are in</a:t>
            </a:r>
          </a:p>
          <a:p>
            <a:r>
              <a:rPr lang="en-US" sz="1200" kern="1200" baseline="0" dirty="0">
                <a:solidFill>
                  <a:schemeClr val="tx1"/>
                </a:solidFill>
                <a:latin typeface="+mn-lt"/>
                <a:ea typeface="+mn-ea"/>
                <a:cs typeface="+mn-cs"/>
              </a:rPr>
              <a:t>main memory (or at least an essential minimum portion of each is in main memory)</a:t>
            </a:r>
          </a:p>
          <a:p>
            <a:r>
              <a:rPr lang="en-US" sz="1200" kern="1200" baseline="0" dirty="0">
                <a:solidFill>
                  <a:schemeClr val="tx1"/>
                </a:solidFill>
                <a:latin typeface="+mn-lt"/>
                <a:ea typeface="+mn-ea"/>
                <a:cs typeface="+mn-cs"/>
              </a:rPr>
              <a:t>and are ready to run as soon as the processor is made available. Any one of these</a:t>
            </a:r>
          </a:p>
          <a:p>
            <a:r>
              <a:rPr lang="en-US" sz="1200" kern="1200" baseline="0" dirty="0">
                <a:solidFill>
                  <a:schemeClr val="tx1"/>
                </a:solidFill>
                <a:latin typeface="+mn-lt"/>
                <a:ea typeface="+mn-ea"/>
                <a:cs typeface="+mn-cs"/>
              </a:rPr>
              <a:t>processes could use the processor next. It is up to the short-term scheduler, or</a:t>
            </a:r>
          </a:p>
          <a:p>
            <a:r>
              <a:rPr lang="en-US" sz="1200" kern="1200" baseline="0" dirty="0">
                <a:solidFill>
                  <a:schemeClr val="tx1"/>
                </a:solidFill>
                <a:latin typeface="+mn-lt"/>
                <a:ea typeface="+mn-ea"/>
                <a:cs typeface="+mn-cs"/>
              </a:rPr>
              <a:t>dispatcher, to pick one. A common strategy is to give each process in the queue</a:t>
            </a:r>
          </a:p>
          <a:p>
            <a:r>
              <a:rPr lang="en-US" sz="1200" kern="1200" baseline="0" dirty="0">
                <a:solidFill>
                  <a:schemeClr val="tx1"/>
                </a:solidFill>
                <a:latin typeface="+mn-lt"/>
                <a:ea typeface="+mn-ea"/>
                <a:cs typeface="+mn-cs"/>
              </a:rPr>
              <a:t>some time in turn; this is referred to as a </a:t>
            </a:r>
            <a:r>
              <a:rPr lang="en-US" sz="1200" b="1" kern="1200" baseline="0" dirty="0">
                <a:solidFill>
                  <a:schemeClr val="tx1"/>
                </a:solidFill>
                <a:latin typeface="+mn-lt"/>
                <a:ea typeface="+mn-ea"/>
                <a:cs typeface="+mn-cs"/>
              </a:rPr>
              <a:t>round-robin technique. In effect, the</a:t>
            </a:r>
          </a:p>
          <a:p>
            <a:r>
              <a:rPr lang="en-US" sz="1200" kern="1200" baseline="0" dirty="0">
                <a:solidFill>
                  <a:schemeClr val="tx1"/>
                </a:solidFill>
                <a:latin typeface="+mn-lt"/>
                <a:ea typeface="+mn-ea"/>
                <a:cs typeface="+mn-cs"/>
              </a:rPr>
              <a:t>round-robin technique employs a circular queue. Another strategy is to assign</a:t>
            </a:r>
          </a:p>
          <a:p>
            <a:r>
              <a:rPr lang="en-US" sz="1200" kern="1200" baseline="0" dirty="0">
                <a:solidFill>
                  <a:schemeClr val="tx1"/>
                </a:solidFill>
                <a:latin typeface="+mn-lt"/>
                <a:ea typeface="+mn-ea"/>
                <a:cs typeface="+mn-cs"/>
              </a:rPr>
              <a:t>priority levels to the various processes, with the scheduler selecting processes in</a:t>
            </a:r>
          </a:p>
          <a:p>
            <a:r>
              <a:rPr lang="en-US" sz="1200" kern="1200" baseline="0" dirty="0">
                <a:solidFill>
                  <a:schemeClr val="tx1"/>
                </a:solidFill>
                <a:latin typeface="+mn-lt"/>
                <a:ea typeface="+mn-ea"/>
                <a:cs typeface="+mn-cs"/>
              </a:rPr>
              <a:t>priority order.</a:t>
            </a:r>
          </a:p>
          <a:p>
            <a:r>
              <a:rPr lang="en-US" sz="1200" kern="1200" baseline="0" dirty="0">
                <a:solidFill>
                  <a:schemeClr val="tx1"/>
                </a:solidFill>
                <a:latin typeface="+mn-lt"/>
                <a:ea typeface="+mn-ea"/>
                <a:cs typeface="+mn-cs"/>
              </a:rPr>
              <a:t>The long-term queue is a list of new jobs waiting to use the processor. The</a:t>
            </a:r>
          </a:p>
          <a:p>
            <a:r>
              <a:rPr lang="en-US" sz="1200" kern="1200" baseline="0" dirty="0">
                <a:solidFill>
                  <a:schemeClr val="tx1"/>
                </a:solidFill>
                <a:latin typeface="+mn-lt"/>
                <a:ea typeface="+mn-ea"/>
                <a:cs typeface="+mn-cs"/>
              </a:rPr>
              <a:t>OS adds jobs to the system by transferring a process from the long-term queue to</a:t>
            </a:r>
          </a:p>
          <a:p>
            <a:r>
              <a:rPr lang="en-US" sz="1200" kern="1200" baseline="0" dirty="0">
                <a:solidFill>
                  <a:schemeClr val="tx1"/>
                </a:solidFill>
                <a:latin typeface="+mn-lt"/>
                <a:ea typeface="+mn-ea"/>
                <a:cs typeface="+mn-cs"/>
              </a:rPr>
              <a:t>the short-term queue. At that time, a portion of main memory must be allocated</a:t>
            </a:r>
          </a:p>
          <a:p>
            <a:r>
              <a:rPr lang="en-US" sz="1200" kern="1200" baseline="0" dirty="0">
                <a:solidFill>
                  <a:schemeClr val="tx1"/>
                </a:solidFill>
                <a:latin typeface="+mn-lt"/>
                <a:ea typeface="+mn-ea"/>
                <a:cs typeface="+mn-cs"/>
              </a:rPr>
              <a:t>to the incoming process. Thus, the OS must be sure that it does not overcommit</a:t>
            </a:r>
          </a:p>
          <a:p>
            <a:r>
              <a:rPr lang="en-US" sz="1200" kern="1200" baseline="0" dirty="0">
                <a:solidFill>
                  <a:schemeClr val="tx1"/>
                </a:solidFill>
                <a:latin typeface="+mn-lt"/>
                <a:ea typeface="+mn-ea"/>
                <a:cs typeface="+mn-cs"/>
              </a:rPr>
              <a:t>memory or processing time by admitting too many processes to the system. There</a:t>
            </a:r>
          </a:p>
          <a:p>
            <a:r>
              <a:rPr lang="en-US" sz="1200" kern="1200" baseline="0" dirty="0">
                <a:solidFill>
                  <a:schemeClr val="tx1"/>
                </a:solidFill>
                <a:latin typeface="+mn-lt"/>
                <a:ea typeface="+mn-ea"/>
                <a:cs typeface="+mn-cs"/>
              </a:rPr>
              <a:t>is an I/O queue for each I/O device. More than one process may request the use of</a:t>
            </a:r>
          </a:p>
          <a:p>
            <a:r>
              <a:rPr lang="en-US" sz="1200" kern="1200" baseline="0" dirty="0">
                <a:solidFill>
                  <a:schemeClr val="tx1"/>
                </a:solidFill>
                <a:latin typeface="+mn-lt"/>
                <a:ea typeface="+mn-ea"/>
                <a:cs typeface="+mn-cs"/>
              </a:rPr>
              <a:t>the same I/O device. All processes waiting to use each device are lined up in that</a:t>
            </a:r>
          </a:p>
          <a:p>
            <a:r>
              <a:rPr lang="en-US" sz="1200" kern="1200" baseline="0" dirty="0">
                <a:solidFill>
                  <a:schemeClr val="tx1"/>
                </a:solidFill>
                <a:latin typeface="+mn-lt"/>
                <a:ea typeface="+mn-ea"/>
                <a:cs typeface="+mn-cs"/>
              </a:rPr>
              <a:t>device’s queue. Again, the OS must determine which process to assign to an available</a:t>
            </a:r>
          </a:p>
          <a:p>
            <a:r>
              <a:rPr lang="en-US" sz="1200" kern="1200" baseline="0" dirty="0">
                <a:solidFill>
                  <a:schemeClr val="tx1"/>
                </a:solidFill>
                <a:latin typeface="+mn-lt"/>
                <a:ea typeface="+mn-ea"/>
                <a:cs typeface="+mn-cs"/>
              </a:rPr>
              <a:t>I/O device.</a:t>
            </a:r>
          </a:p>
          <a:p>
            <a:r>
              <a:rPr lang="en-US" sz="1200" kern="1200" baseline="0" dirty="0">
                <a:solidFill>
                  <a:schemeClr val="tx1"/>
                </a:solidFill>
                <a:latin typeface="+mn-lt"/>
                <a:ea typeface="+mn-ea"/>
                <a:cs typeface="+mn-cs"/>
              </a:rPr>
              <a:t>The OS receives control of the processor at the interrupt handler if an interrupt</a:t>
            </a:r>
          </a:p>
          <a:p>
            <a:r>
              <a:rPr lang="en-US" sz="1200" kern="1200" baseline="0" dirty="0">
                <a:solidFill>
                  <a:schemeClr val="tx1"/>
                </a:solidFill>
                <a:latin typeface="+mn-lt"/>
                <a:ea typeface="+mn-ea"/>
                <a:cs typeface="+mn-cs"/>
              </a:rPr>
              <a:t>occurs. A process may specifically invoke some OS service, such as an I/O</a:t>
            </a:r>
          </a:p>
          <a:p>
            <a:r>
              <a:rPr lang="en-US" sz="1200" kern="1200" baseline="0" dirty="0">
                <a:solidFill>
                  <a:schemeClr val="tx1"/>
                </a:solidFill>
                <a:latin typeface="+mn-lt"/>
                <a:ea typeface="+mn-ea"/>
                <a:cs typeface="+mn-cs"/>
              </a:rPr>
              <a:t>device handler by means of a service call. In this case, a service call handler is the</a:t>
            </a:r>
          </a:p>
          <a:p>
            <a:r>
              <a:rPr lang="en-US" sz="1200" kern="1200" baseline="0" dirty="0">
                <a:solidFill>
                  <a:schemeClr val="tx1"/>
                </a:solidFill>
                <a:latin typeface="+mn-lt"/>
                <a:ea typeface="+mn-ea"/>
                <a:cs typeface="+mn-cs"/>
              </a:rPr>
              <a:t>entry point into the OS. In any case, once the interrupt or service call is handled, the</a:t>
            </a:r>
          </a:p>
          <a:p>
            <a:r>
              <a:rPr lang="en-US" sz="1200" kern="1200" baseline="0" dirty="0">
                <a:solidFill>
                  <a:schemeClr val="tx1"/>
                </a:solidFill>
                <a:latin typeface="+mn-lt"/>
                <a:ea typeface="+mn-ea"/>
                <a:cs typeface="+mn-cs"/>
              </a:rPr>
              <a:t>short-term scheduler is invoked to pick a process for execution.</a:t>
            </a:r>
          </a:p>
          <a:p>
            <a:r>
              <a:rPr lang="en-US" sz="1200" kern="1200" baseline="0" dirty="0">
                <a:solidFill>
                  <a:schemeClr val="tx1"/>
                </a:solidFill>
                <a:latin typeface="+mn-lt"/>
                <a:ea typeface="+mn-ea"/>
                <a:cs typeface="+mn-cs"/>
              </a:rPr>
              <a:t>The foregoing is a functional description; details and modular design of this</a:t>
            </a:r>
          </a:p>
          <a:p>
            <a:r>
              <a:rPr lang="en-US" sz="1200" kern="1200" baseline="0" dirty="0">
                <a:solidFill>
                  <a:schemeClr val="tx1"/>
                </a:solidFill>
                <a:latin typeface="+mn-lt"/>
                <a:ea typeface="+mn-ea"/>
                <a:cs typeface="+mn-cs"/>
              </a:rPr>
              <a:t>portion of the OS will differ in various systems. Much of the research and development</a:t>
            </a:r>
          </a:p>
          <a:p>
            <a:r>
              <a:rPr lang="en-US" sz="1200" kern="1200" baseline="0" dirty="0">
                <a:solidFill>
                  <a:schemeClr val="tx1"/>
                </a:solidFill>
                <a:latin typeface="+mn-lt"/>
                <a:ea typeface="+mn-ea"/>
                <a:cs typeface="+mn-cs"/>
              </a:rPr>
              <a:t>effort in operating systems has been directed at picking algorithms and data</a:t>
            </a:r>
          </a:p>
          <a:p>
            <a:r>
              <a:rPr lang="en-US" sz="1200" kern="1200" baseline="0" dirty="0">
                <a:solidFill>
                  <a:schemeClr val="tx1"/>
                </a:solidFill>
                <a:latin typeface="+mn-lt"/>
                <a:ea typeface="+mn-ea"/>
                <a:cs typeface="+mn-cs"/>
              </a:rPr>
              <a:t>structures for this function that provide fairness, differential responsiveness, and</a:t>
            </a:r>
          </a:p>
          <a:p>
            <a:r>
              <a:rPr lang="en-US" sz="1200" kern="1200" baseline="0" dirty="0">
                <a:solidFill>
                  <a:schemeClr val="tx1"/>
                </a:solidFill>
                <a:latin typeface="+mn-lt"/>
                <a:ea typeface="+mn-ea"/>
                <a:cs typeface="+mn-cs"/>
              </a:rPr>
              <a:t>efficiency.</a:t>
            </a:r>
            <a:endParaRPr lang="en-NZ" dirty="0"/>
          </a:p>
        </p:txBody>
      </p:sp>
      <p:sp>
        <p:nvSpPr>
          <p:cNvPr id="4" name="Slide Number Placeholder 3">
            <a:extLst>
              <a:ext uri="{FF2B5EF4-FFF2-40B4-BE49-F238E27FC236}">
                <a16:creationId xmlns:a16="http://schemas.microsoft.com/office/drawing/2014/main" id="{94BD5AA4-C554-D3F7-DFE2-40271832D241}"/>
              </a:ext>
            </a:extLst>
          </p:cNvPr>
          <p:cNvSpPr>
            <a:spLocks noGrp="1"/>
          </p:cNvSpPr>
          <p:nvPr>
            <p:ph type="sldNum" sz="quarter" idx="10"/>
          </p:nvPr>
        </p:nvSpPr>
        <p:spPr/>
        <p:txBody>
          <a:bodyPr/>
          <a:lstStyle/>
          <a:p>
            <a:pPr>
              <a:defRPr/>
            </a:pPr>
            <a:fld id="{B1F781F4-099F-4112-9B1E-8A4E4163911A}" type="slidenum">
              <a:rPr lang="en-US" smtClean="0"/>
              <a:pPr>
                <a:defRPr/>
              </a:pPr>
              <a:t>54</a:t>
            </a:fld>
            <a:endParaRPr lang="en-US" dirty="0"/>
          </a:p>
        </p:txBody>
      </p:sp>
    </p:spTree>
    <p:extLst>
      <p:ext uri="{BB962C8B-B14F-4D97-AF65-F5344CB8AC3E}">
        <p14:creationId xmlns:p14="http://schemas.microsoft.com/office/powerpoint/2010/main" val="2886661700"/>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fontScale="55000" lnSpcReduction="20000"/>
          </a:bodyPr>
          <a:lstStyle/>
          <a:p>
            <a:r>
              <a:rPr lang="en-US" sz="1200" kern="1200" baseline="0" dirty="0">
                <a:solidFill>
                  <a:schemeClr val="tx1"/>
                </a:solidFill>
                <a:latin typeface="+mn-lt"/>
                <a:ea typeface="+mn-ea"/>
                <a:cs typeface="+mn-cs"/>
              </a:rPr>
              <a:t>Figure 2.11 suggests the major elements of the OS involved in the scheduling</a:t>
            </a:r>
          </a:p>
          <a:p>
            <a:r>
              <a:rPr lang="en-US" sz="1200" kern="1200" baseline="0" dirty="0">
                <a:solidFill>
                  <a:schemeClr val="tx1"/>
                </a:solidFill>
                <a:latin typeface="+mn-lt"/>
                <a:ea typeface="+mn-ea"/>
                <a:cs typeface="+mn-cs"/>
              </a:rPr>
              <a:t>of processes and the allocation of resources in a multiprogramming environment.</a:t>
            </a:r>
          </a:p>
          <a:p>
            <a:r>
              <a:rPr lang="en-US" sz="1200" kern="1200" baseline="0" dirty="0">
                <a:solidFill>
                  <a:schemeClr val="tx1"/>
                </a:solidFill>
                <a:latin typeface="+mn-lt"/>
                <a:ea typeface="+mn-ea"/>
                <a:cs typeface="+mn-cs"/>
              </a:rPr>
              <a:t>The OS maintains a number of queues, each of which is simply a list of processes</a:t>
            </a:r>
          </a:p>
          <a:p>
            <a:r>
              <a:rPr lang="en-US" sz="1200" kern="1200" baseline="0" dirty="0">
                <a:solidFill>
                  <a:schemeClr val="tx1"/>
                </a:solidFill>
                <a:latin typeface="+mn-lt"/>
                <a:ea typeface="+mn-ea"/>
                <a:cs typeface="+mn-cs"/>
              </a:rPr>
              <a:t>waiting for some resource. The short-term queue consists of processes that are in</a:t>
            </a:r>
          </a:p>
          <a:p>
            <a:r>
              <a:rPr lang="en-US" sz="1200" kern="1200" baseline="0" dirty="0">
                <a:solidFill>
                  <a:schemeClr val="tx1"/>
                </a:solidFill>
                <a:latin typeface="+mn-lt"/>
                <a:ea typeface="+mn-ea"/>
                <a:cs typeface="+mn-cs"/>
              </a:rPr>
              <a:t>main memory (or at least an essential minimum portion of each is in main memory)</a:t>
            </a:r>
          </a:p>
          <a:p>
            <a:r>
              <a:rPr lang="en-US" sz="1200" kern="1200" baseline="0" dirty="0">
                <a:solidFill>
                  <a:schemeClr val="tx1"/>
                </a:solidFill>
                <a:latin typeface="+mn-lt"/>
                <a:ea typeface="+mn-ea"/>
                <a:cs typeface="+mn-cs"/>
              </a:rPr>
              <a:t>and are ready to run as soon as the processor is made available. Any one of these</a:t>
            </a:r>
          </a:p>
          <a:p>
            <a:r>
              <a:rPr lang="en-US" sz="1200" kern="1200" baseline="0" dirty="0">
                <a:solidFill>
                  <a:schemeClr val="tx1"/>
                </a:solidFill>
                <a:latin typeface="+mn-lt"/>
                <a:ea typeface="+mn-ea"/>
                <a:cs typeface="+mn-cs"/>
              </a:rPr>
              <a:t>processes could use the processor next. It is up to the short-term scheduler, or</a:t>
            </a:r>
          </a:p>
          <a:p>
            <a:r>
              <a:rPr lang="en-US" sz="1200" kern="1200" baseline="0" dirty="0">
                <a:solidFill>
                  <a:schemeClr val="tx1"/>
                </a:solidFill>
                <a:latin typeface="+mn-lt"/>
                <a:ea typeface="+mn-ea"/>
                <a:cs typeface="+mn-cs"/>
              </a:rPr>
              <a:t>dispatcher, to pick one. A common strategy is to give each process in the queue</a:t>
            </a:r>
          </a:p>
          <a:p>
            <a:r>
              <a:rPr lang="en-US" sz="1200" kern="1200" baseline="0" dirty="0">
                <a:solidFill>
                  <a:schemeClr val="tx1"/>
                </a:solidFill>
                <a:latin typeface="+mn-lt"/>
                <a:ea typeface="+mn-ea"/>
                <a:cs typeface="+mn-cs"/>
              </a:rPr>
              <a:t>some time in turn; this is referred to as a </a:t>
            </a:r>
            <a:r>
              <a:rPr lang="en-US" sz="1200" b="1" kern="1200" baseline="0" dirty="0">
                <a:solidFill>
                  <a:schemeClr val="tx1"/>
                </a:solidFill>
                <a:latin typeface="+mn-lt"/>
                <a:ea typeface="+mn-ea"/>
                <a:cs typeface="+mn-cs"/>
              </a:rPr>
              <a:t>round-robin technique. In effect, the</a:t>
            </a:r>
          </a:p>
          <a:p>
            <a:r>
              <a:rPr lang="en-US" sz="1200" kern="1200" baseline="0" dirty="0">
                <a:solidFill>
                  <a:schemeClr val="tx1"/>
                </a:solidFill>
                <a:latin typeface="+mn-lt"/>
                <a:ea typeface="+mn-ea"/>
                <a:cs typeface="+mn-cs"/>
              </a:rPr>
              <a:t>round-robin technique employs a circular queue. Another strategy is to assign</a:t>
            </a:r>
          </a:p>
          <a:p>
            <a:r>
              <a:rPr lang="en-US" sz="1200" kern="1200" baseline="0" dirty="0">
                <a:solidFill>
                  <a:schemeClr val="tx1"/>
                </a:solidFill>
                <a:latin typeface="+mn-lt"/>
                <a:ea typeface="+mn-ea"/>
                <a:cs typeface="+mn-cs"/>
              </a:rPr>
              <a:t>priority levels to the various processes, with the scheduler selecting processes in</a:t>
            </a:r>
          </a:p>
          <a:p>
            <a:r>
              <a:rPr lang="en-US" sz="1200" kern="1200" baseline="0" dirty="0">
                <a:solidFill>
                  <a:schemeClr val="tx1"/>
                </a:solidFill>
                <a:latin typeface="+mn-lt"/>
                <a:ea typeface="+mn-ea"/>
                <a:cs typeface="+mn-cs"/>
              </a:rPr>
              <a:t>priority order.</a:t>
            </a:r>
          </a:p>
          <a:p>
            <a:r>
              <a:rPr lang="en-US" sz="1200" kern="1200" baseline="0" dirty="0">
                <a:solidFill>
                  <a:schemeClr val="tx1"/>
                </a:solidFill>
                <a:latin typeface="+mn-lt"/>
                <a:ea typeface="+mn-ea"/>
                <a:cs typeface="+mn-cs"/>
              </a:rPr>
              <a:t>The long-term queue is a list of new jobs waiting to use the processor. The</a:t>
            </a:r>
          </a:p>
          <a:p>
            <a:r>
              <a:rPr lang="en-US" sz="1200" kern="1200" baseline="0" dirty="0">
                <a:solidFill>
                  <a:schemeClr val="tx1"/>
                </a:solidFill>
                <a:latin typeface="+mn-lt"/>
                <a:ea typeface="+mn-ea"/>
                <a:cs typeface="+mn-cs"/>
              </a:rPr>
              <a:t>OS adds jobs to the system by transferring a process from the long-term queue to</a:t>
            </a:r>
          </a:p>
          <a:p>
            <a:r>
              <a:rPr lang="en-US" sz="1200" kern="1200" baseline="0" dirty="0">
                <a:solidFill>
                  <a:schemeClr val="tx1"/>
                </a:solidFill>
                <a:latin typeface="+mn-lt"/>
                <a:ea typeface="+mn-ea"/>
                <a:cs typeface="+mn-cs"/>
              </a:rPr>
              <a:t>the short-term queue. At that time, a portion of main memory must be allocated</a:t>
            </a:r>
          </a:p>
          <a:p>
            <a:r>
              <a:rPr lang="en-US" sz="1200" kern="1200" baseline="0" dirty="0">
                <a:solidFill>
                  <a:schemeClr val="tx1"/>
                </a:solidFill>
                <a:latin typeface="+mn-lt"/>
                <a:ea typeface="+mn-ea"/>
                <a:cs typeface="+mn-cs"/>
              </a:rPr>
              <a:t>to the incoming process. Thus, the OS must be sure that it does not overcommit</a:t>
            </a:r>
          </a:p>
          <a:p>
            <a:r>
              <a:rPr lang="en-US" sz="1200" kern="1200" baseline="0" dirty="0">
                <a:solidFill>
                  <a:schemeClr val="tx1"/>
                </a:solidFill>
                <a:latin typeface="+mn-lt"/>
                <a:ea typeface="+mn-ea"/>
                <a:cs typeface="+mn-cs"/>
              </a:rPr>
              <a:t>memory or processing time by admitting too many processes to the system. There</a:t>
            </a:r>
          </a:p>
          <a:p>
            <a:r>
              <a:rPr lang="en-US" sz="1200" kern="1200" baseline="0" dirty="0">
                <a:solidFill>
                  <a:schemeClr val="tx1"/>
                </a:solidFill>
                <a:latin typeface="+mn-lt"/>
                <a:ea typeface="+mn-ea"/>
                <a:cs typeface="+mn-cs"/>
              </a:rPr>
              <a:t>is an I/O queue for each I/O device. More than one process may request the use of</a:t>
            </a:r>
          </a:p>
          <a:p>
            <a:r>
              <a:rPr lang="en-US" sz="1200" kern="1200" baseline="0" dirty="0">
                <a:solidFill>
                  <a:schemeClr val="tx1"/>
                </a:solidFill>
                <a:latin typeface="+mn-lt"/>
                <a:ea typeface="+mn-ea"/>
                <a:cs typeface="+mn-cs"/>
              </a:rPr>
              <a:t>the same I/O device. All processes waiting to use each device are lined up in that</a:t>
            </a:r>
          </a:p>
          <a:p>
            <a:r>
              <a:rPr lang="en-US" sz="1200" kern="1200" baseline="0" dirty="0">
                <a:solidFill>
                  <a:schemeClr val="tx1"/>
                </a:solidFill>
                <a:latin typeface="+mn-lt"/>
                <a:ea typeface="+mn-ea"/>
                <a:cs typeface="+mn-cs"/>
              </a:rPr>
              <a:t>device’s queue. Again, the OS must determine which process to assign to an available</a:t>
            </a:r>
          </a:p>
          <a:p>
            <a:r>
              <a:rPr lang="en-US" sz="1200" kern="1200" baseline="0" dirty="0">
                <a:solidFill>
                  <a:schemeClr val="tx1"/>
                </a:solidFill>
                <a:latin typeface="+mn-lt"/>
                <a:ea typeface="+mn-ea"/>
                <a:cs typeface="+mn-cs"/>
              </a:rPr>
              <a:t>I/O device.</a:t>
            </a:r>
          </a:p>
          <a:p>
            <a:r>
              <a:rPr lang="en-US" sz="1200" kern="1200" baseline="0" dirty="0">
                <a:solidFill>
                  <a:schemeClr val="tx1"/>
                </a:solidFill>
                <a:latin typeface="+mn-lt"/>
                <a:ea typeface="+mn-ea"/>
                <a:cs typeface="+mn-cs"/>
              </a:rPr>
              <a:t>The OS receives control of the processor at the interrupt handler if an interrupt</a:t>
            </a:r>
          </a:p>
          <a:p>
            <a:r>
              <a:rPr lang="en-US" sz="1200" kern="1200" baseline="0" dirty="0">
                <a:solidFill>
                  <a:schemeClr val="tx1"/>
                </a:solidFill>
                <a:latin typeface="+mn-lt"/>
                <a:ea typeface="+mn-ea"/>
                <a:cs typeface="+mn-cs"/>
              </a:rPr>
              <a:t>occurs. A process may specifically invoke some OS service, such as an I/O</a:t>
            </a:r>
          </a:p>
          <a:p>
            <a:r>
              <a:rPr lang="en-US" sz="1200" kern="1200" baseline="0" dirty="0">
                <a:solidFill>
                  <a:schemeClr val="tx1"/>
                </a:solidFill>
                <a:latin typeface="+mn-lt"/>
                <a:ea typeface="+mn-ea"/>
                <a:cs typeface="+mn-cs"/>
              </a:rPr>
              <a:t>device handler by means of a service call. In this case, a service call handler is the</a:t>
            </a:r>
          </a:p>
          <a:p>
            <a:r>
              <a:rPr lang="en-US" sz="1200" kern="1200" baseline="0" dirty="0">
                <a:solidFill>
                  <a:schemeClr val="tx1"/>
                </a:solidFill>
                <a:latin typeface="+mn-lt"/>
                <a:ea typeface="+mn-ea"/>
                <a:cs typeface="+mn-cs"/>
              </a:rPr>
              <a:t>entry point into the OS. In any case, once the interrupt or service call is handled, the</a:t>
            </a:r>
          </a:p>
          <a:p>
            <a:r>
              <a:rPr lang="en-US" sz="1200" kern="1200" baseline="0" dirty="0">
                <a:solidFill>
                  <a:schemeClr val="tx1"/>
                </a:solidFill>
                <a:latin typeface="+mn-lt"/>
                <a:ea typeface="+mn-ea"/>
                <a:cs typeface="+mn-cs"/>
              </a:rPr>
              <a:t>short-term scheduler is invoked to pick a process for execution.</a:t>
            </a:r>
          </a:p>
          <a:p>
            <a:r>
              <a:rPr lang="en-US" sz="1200" kern="1200" baseline="0" dirty="0">
                <a:solidFill>
                  <a:schemeClr val="tx1"/>
                </a:solidFill>
                <a:latin typeface="+mn-lt"/>
                <a:ea typeface="+mn-ea"/>
                <a:cs typeface="+mn-cs"/>
              </a:rPr>
              <a:t>The foregoing is a functional description; details and modular design of this</a:t>
            </a:r>
          </a:p>
          <a:p>
            <a:r>
              <a:rPr lang="en-US" sz="1200" kern="1200" baseline="0" dirty="0">
                <a:solidFill>
                  <a:schemeClr val="tx1"/>
                </a:solidFill>
                <a:latin typeface="+mn-lt"/>
                <a:ea typeface="+mn-ea"/>
                <a:cs typeface="+mn-cs"/>
              </a:rPr>
              <a:t>portion of the OS will differ in various systems. Much of the research and development</a:t>
            </a:r>
          </a:p>
          <a:p>
            <a:r>
              <a:rPr lang="en-US" sz="1200" kern="1200" baseline="0" dirty="0">
                <a:solidFill>
                  <a:schemeClr val="tx1"/>
                </a:solidFill>
                <a:latin typeface="+mn-lt"/>
                <a:ea typeface="+mn-ea"/>
                <a:cs typeface="+mn-cs"/>
              </a:rPr>
              <a:t>effort in operating systems has been directed at picking algorithms and data</a:t>
            </a:r>
          </a:p>
          <a:p>
            <a:r>
              <a:rPr lang="en-US" sz="1200" kern="1200" baseline="0" dirty="0">
                <a:solidFill>
                  <a:schemeClr val="tx1"/>
                </a:solidFill>
                <a:latin typeface="+mn-lt"/>
                <a:ea typeface="+mn-ea"/>
                <a:cs typeface="+mn-cs"/>
              </a:rPr>
              <a:t>structures for this function that provide fairness, differential responsiveness, and</a:t>
            </a:r>
          </a:p>
          <a:p>
            <a:r>
              <a:rPr lang="en-US" sz="1200" kern="1200" baseline="0" dirty="0">
                <a:solidFill>
                  <a:schemeClr val="tx1"/>
                </a:solidFill>
                <a:latin typeface="+mn-lt"/>
                <a:ea typeface="+mn-ea"/>
                <a:cs typeface="+mn-cs"/>
              </a:rPr>
              <a:t>efficiency.</a:t>
            </a:r>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55</a:t>
            </a:fld>
            <a:endParaRPr lang="en-US" dirty="0"/>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fontScale="55000" lnSpcReduction="20000"/>
          </a:bodyPr>
          <a:lstStyle/>
          <a:p>
            <a:r>
              <a:rPr lang="en-NZ" dirty="0"/>
              <a:t>Efforts to design a system were vulnerable to subtle programming errors whose effects could be observed only when certain relatively rare sequences of actions occurred.</a:t>
            </a:r>
          </a:p>
          <a:p>
            <a:pPr lvl="1">
              <a:buFont typeface="Arial" pitchFamily="34" charset="0"/>
              <a:buChar char="•"/>
            </a:pPr>
            <a:r>
              <a:rPr lang="en-NZ" dirty="0"/>
              <a:t> These errors were difficult to diagnose because they needed to be distinguished from application software errors and hardware errors. </a:t>
            </a:r>
          </a:p>
          <a:p>
            <a:pPr lvl="1">
              <a:buFont typeface="Arial" pitchFamily="34" charset="0"/>
              <a:buChar char="•"/>
            </a:pPr>
            <a:r>
              <a:rPr lang="en-NZ" dirty="0"/>
              <a:t> Even when the error was detected, it was difficult to determine the cause, because the precise conditions under which the errors appeared were very hard to reproduce. </a:t>
            </a:r>
          </a:p>
          <a:p>
            <a:pPr lvl="1">
              <a:buFont typeface="Arial" pitchFamily="34" charset="0"/>
              <a:buChar char="•"/>
            </a:pPr>
            <a:endParaRPr lang="en-NZ" dirty="0"/>
          </a:p>
          <a:p>
            <a:pPr lvl="0">
              <a:buFont typeface="Arial" pitchFamily="34" charset="0"/>
              <a:buNone/>
            </a:pPr>
            <a:r>
              <a:rPr lang="en-NZ" dirty="0"/>
              <a:t>In general terms, there are four main causes of such errors:</a:t>
            </a:r>
          </a:p>
          <a:p>
            <a:pPr lvl="0"/>
            <a:endParaRPr lang="en-NZ" b="1" dirty="0"/>
          </a:p>
          <a:p>
            <a:pPr lvl="0"/>
            <a:r>
              <a:rPr lang="en-NZ" b="1" dirty="0"/>
              <a:t>Improper synchronization:</a:t>
            </a:r>
          </a:p>
          <a:p>
            <a:pPr lvl="1">
              <a:buFont typeface="Arial" pitchFamily="34" charset="0"/>
              <a:buChar char="•"/>
            </a:pPr>
            <a:r>
              <a:rPr lang="en-NZ" dirty="0"/>
              <a:t>Often a routine must be suspended awaiting an event elsewhere in the system. </a:t>
            </a:r>
          </a:p>
          <a:p>
            <a:pPr lvl="2">
              <a:buFont typeface="Arial" pitchFamily="34" charset="0"/>
              <a:buChar char="•"/>
            </a:pPr>
            <a:r>
              <a:rPr lang="en-NZ" dirty="0"/>
              <a:t> e.g. a program that initiates an I/O read must wait until the data are available in a buffer before proceeding. </a:t>
            </a:r>
          </a:p>
          <a:p>
            <a:pPr lvl="1">
              <a:buFont typeface="Arial" pitchFamily="34" charset="0"/>
              <a:buChar char="•"/>
            </a:pPr>
            <a:r>
              <a:rPr lang="en-NZ" dirty="0"/>
              <a:t> In such cases, a signal from some other routine is required.</a:t>
            </a:r>
          </a:p>
          <a:p>
            <a:pPr lvl="1">
              <a:buFont typeface="Arial" pitchFamily="34" charset="0"/>
              <a:buChar char="•"/>
            </a:pPr>
            <a:r>
              <a:rPr lang="en-NZ" dirty="0"/>
              <a:t>Improper design of the signalling mechanism can result in signals being lost or duplicate signals being received.</a:t>
            </a:r>
          </a:p>
          <a:p>
            <a:pPr lvl="1">
              <a:buFont typeface="Arial" pitchFamily="34" charset="0"/>
              <a:buChar char="•"/>
            </a:pPr>
            <a:endParaRPr lang="en-NZ" dirty="0"/>
          </a:p>
          <a:p>
            <a:r>
              <a:rPr lang="en-NZ" b="1" dirty="0"/>
              <a:t>Failed mutual exclusion: </a:t>
            </a:r>
          </a:p>
          <a:p>
            <a:pPr lvl="1">
              <a:buFont typeface="Arial" pitchFamily="34" charset="0"/>
              <a:buChar char="•"/>
            </a:pPr>
            <a:r>
              <a:rPr lang="en-NZ" b="1" dirty="0"/>
              <a:t> </a:t>
            </a:r>
            <a:r>
              <a:rPr lang="en-NZ" dirty="0"/>
              <a:t>Often more than one user or program will attempt to make use of a shared resource at the same time.</a:t>
            </a:r>
          </a:p>
          <a:p>
            <a:pPr lvl="2">
              <a:buFont typeface="Arial" pitchFamily="34" charset="0"/>
              <a:buChar char="•"/>
            </a:pPr>
            <a:r>
              <a:rPr lang="en-NZ" dirty="0"/>
              <a:t> e.g. two users may attempt to edit the same file at the same time. </a:t>
            </a:r>
          </a:p>
          <a:p>
            <a:pPr lvl="1">
              <a:buFont typeface="Arial" pitchFamily="34" charset="0"/>
              <a:buChar char="•"/>
            </a:pPr>
            <a:r>
              <a:rPr lang="en-NZ" dirty="0"/>
              <a:t> If these accesses are not controlled, an error can occur.</a:t>
            </a:r>
          </a:p>
          <a:p>
            <a:pPr lvl="1">
              <a:buFont typeface="Arial" pitchFamily="34" charset="0"/>
              <a:buChar char="•"/>
            </a:pPr>
            <a:r>
              <a:rPr lang="en-NZ" dirty="0"/>
              <a:t> There must be some sort of mutual exclusion mechanism that permits only one routine at a time to perform an update against the file.</a:t>
            </a:r>
          </a:p>
          <a:p>
            <a:endParaRPr lang="en-NZ" dirty="0"/>
          </a:p>
          <a:p>
            <a:r>
              <a:rPr lang="en-NZ" b="1" dirty="0"/>
              <a:t>Nondeterminate program operation: </a:t>
            </a:r>
          </a:p>
          <a:p>
            <a:pPr lvl="1">
              <a:buFont typeface="Arial" pitchFamily="34" charset="0"/>
              <a:buChar char="•"/>
            </a:pPr>
            <a:r>
              <a:rPr lang="en-NZ" b="1" dirty="0"/>
              <a:t> </a:t>
            </a:r>
            <a:r>
              <a:rPr lang="en-NZ" dirty="0"/>
              <a:t>The results of a particular program normally should depend only on the input to that program and not on the activities of other programs in a shared system. </a:t>
            </a:r>
          </a:p>
          <a:p>
            <a:pPr lvl="1">
              <a:buFont typeface="Arial" pitchFamily="34" charset="0"/>
              <a:buChar char="•"/>
            </a:pPr>
            <a:r>
              <a:rPr lang="en-NZ" dirty="0"/>
              <a:t> But when programs share memory, and their execution is interleaved by the processor, they may interfere with each other by overwriting common memory areas in unpredictable ways.</a:t>
            </a:r>
          </a:p>
          <a:p>
            <a:pPr lvl="1">
              <a:buFont typeface="Arial" pitchFamily="34" charset="0"/>
              <a:buChar char="•"/>
            </a:pPr>
            <a:r>
              <a:rPr lang="en-NZ" dirty="0"/>
              <a:t> Thus, the order in which various programs are scheduled may affect the outcome of any particular program.</a:t>
            </a:r>
          </a:p>
          <a:p>
            <a:pPr lvl="1">
              <a:buFont typeface="Arial" pitchFamily="34" charset="0"/>
              <a:buChar char="•"/>
            </a:pPr>
            <a:endParaRPr lang="en-NZ" dirty="0"/>
          </a:p>
          <a:p>
            <a:r>
              <a:rPr lang="en-NZ" b="1" dirty="0"/>
              <a:t>Deadlocks: </a:t>
            </a:r>
          </a:p>
          <a:p>
            <a:pPr lvl="1">
              <a:buFont typeface="Arial" pitchFamily="34" charset="0"/>
              <a:buChar char="•"/>
            </a:pPr>
            <a:r>
              <a:rPr lang="en-NZ" b="1" dirty="0"/>
              <a:t> </a:t>
            </a:r>
            <a:r>
              <a:rPr lang="en-NZ" dirty="0"/>
              <a:t>It is possible for two or more programs to be hung up waiting for each other. </a:t>
            </a:r>
          </a:p>
          <a:p>
            <a:pPr lvl="2">
              <a:buFont typeface="Arial" pitchFamily="34" charset="0"/>
              <a:buChar char="•"/>
            </a:pPr>
            <a:r>
              <a:rPr lang="en-NZ" dirty="0"/>
              <a:t> e.g. two programs may each require two I/O devices to perform some operation (e.g., disk to tape copy). </a:t>
            </a:r>
          </a:p>
          <a:p>
            <a:pPr lvl="2">
              <a:buFont typeface="Arial" pitchFamily="34" charset="0"/>
              <a:buChar char="•"/>
            </a:pPr>
            <a:r>
              <a:rPr lang="en-NZ" dirty="0"/>
              <a:t> One of the programs has seized control of one of the devices and the other program has control of the other device. </a:t>
            </a:r>
          </a:p>
          <a:p>
            <a:pPr lvl="2">
              <a:buFont typeface="Arial" pitchFamily="34" charset="0"/>
              <a:buChar char="•"/>
            </a:pPr>
            <a:r>
              <a:rPr lang="en-NZ" dirty="0"/>
              <a:t> Each is waiting for the other program to release the desired resource. </a:t>
            </a:r>
          </a:p>
          <a:p>
            <a:pPr lvl="1">
              <a:buFont typeface="Arial" pitchFamily="34" charset="0"/>
              <a:buChar char="•"/>
            </a:pPr>
            <a:r>
              <a:rPr lang="en-NZ" dirty="0"/>
              <a:t> Such a deadlock may depend on the chance timing of resource allocation and release.</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56</a:t>
            </a:fld>
            <a:endParaRPr lang="en-US" dirty="0"/>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NZ" dirty="0"/>
              <a:t>The rate of change in the demands on operating systems requires not just modifications and enhancements to existing architectures but new ways of organizing the OS. </a:t>
            </a:r>
          </a:p>
          <a:p>
            <a:endParaRPr lang="en-NZ" dirty="0"/>
          </a:p>
          <a:p>
            <a:r>
              <a:rPr lang="en-NZ" dirty="0"/>
              <a:t>A wide range of different approaches and design elements has been tried in both experimental and commercial operating systems, but much of the work fits into the following categories:</a:t>
            </a:r>
          </a:p>
          <a:p>
            <a:pPr lvl="1"/>
            <a:r>
              <a:rPr lang="en-NZ" dirty="0"/>
              <a:t>• Microkernel architecture</a:t>
            </a:r>
          </a:p>
          <a:p>
            <a:pPr lvl="1"/>
            <a:r>
              <a:rPr lang="en-NZ" dirty="0"/>
              <a:t>• Multithreading</a:t>
            </a:r>
          </a:p>
          <a:p>
            <a:pPr lvl="1"/>
            <a:r>
              <a:rPr lang="en-NZ" dirty="0"/>
              <a:t>• Symmetric multiprocessing</a:t>
            </a:r>
          </a:p>
          <a:p>
            <a:pPr lvl="1"/>
            <a:r>
              <a:rPr lang="en-NZ" dirty="0"/>
              <a:t>• Distributed operating systems</a:t>
            </a:r>
          </a:p>
          <a:p>
            <a:pPr lvl="1"/>
            <a:r>
              <a:rPr lang="en-NZ" dirty="0"/>
              <a:t>• Object-oriented design</a:t>
            </a:r>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57</a:t>
            </a:fld>
            <a:endParaRPr lang="en-US" dirty="0"/>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Most operating systems, until recently, featured a large </a:t>
            </a:r>
            <a:r>
              <a:rPr lang="en-US" sz="1200" b="1" kern="1200" baseline="0" dirty="0">
                <a:solidFill>
                  <a:schemeClr val="tx1"/>
                </a:solidFill>
                <a:latin typeface="+mn-lt"/>
                <a:ea typeface="+mn-ea"/>
                <a:cs typeface="+mn-cs"/>
              </a:rPr>
              <a:t>monolithic kernel .</a:t>
            </a:r>
          </a:p>
          <a:p>
            <a:r>
              <a:rPr lang="en-US" sz="1200" kern="1200" baseline="0" dirty="0">
                <a:solidFill>
                  <a:schemeClr val="tx1"/>
                </a:solidFill>
                <a:latin typeface="+mn-lt"/>
                <a:ea typeface="+mn-ea"/>
                <a:cs typeface="+mn-cs"/>
              </a:rPr>
              <a:t>Most of what is thought of as OS functionality is provided in these large kernels,</a:t>
            </a:r>
          </a:p>
          <a:p>
            <a:r>
              <a:rPr lang="en-US" sz="1200" kern="1200" baseline="0" dirty="0">
                <a:solidFill>
                  <a:schemeClr val="tx1"/>
                </a:solidFill>
                <a:latin typeface="+mn-lt"/>
                <a:ea typeface="+mn-ea"/>
                <a:cs typeface="+mn-cs"/>
              </a:rPr>
              <a:t>including scheduling, file system, networking, device drivers, memory management,</a:t>
            </a:r>
          </a:p>
          <a:p>
            <a:r>
              <a:rPr lang="en-US" sz="1200" kern="1200" baseline="0" dirty="0">
                <a:solidFill>
                  <a:schemeClr val="tx1"/>
                </a:solidFill>
                <a:latin typeface="+mn-lt"/>
                <a:ea typeface="+mn-ea"/>
                <a:cs typeface="+mn-cs"/>
              </a:rPr>
              <a:t>and more. Typically, a monolithic kernel is implemented as a single process, with</a:t>
            </a:r>
          </a:p>
          <a:p>
            <a:r>
              <a:rPr lang="en-US" sz="1200" kern="1200" baseline="0" dirty="0">
                <a:solidFill>
                  <a:schemeClr val="tx1"/>
                </a:solidFill>
                <a:latin typeface="+mn-lt"/>
                <a:ea typeface="+mn-ea"/>
                <a:cs typeface="+mn-cs"/>
              </a:rPr>
              <a:t>all elements sharing the same address space. A </a:t>
            </a:r>
            <a:r>
              <a:rPr lang="en-US" sz="1200" b="1" kern="1200" baseline="0" dirty="0">
                <a:solidFill>
                  <a:schemeClr val="tx1"/>
                </a:solidFill>
                <a:latin typeface="+mn-lt"/>
                <a:ea typeface="+mn-ea"/>
                <a:cs typeface="+mn-cs"/>
              </a:rPr>
              <a:t>microkernel architecture assigns</a:t>
            </a:r>
          </a:p>
          <a:p>
            <a:r>
              <a:rPr lang="en-US" sz="1200" kern="1200" baseline="0" dirty="0">
                <a:solidFill>
                  <a:schemeClr val="tx1"/>
                </a:solidFill>
                <a:latin typeface="+mn-lt"/>
                <a:ea typeface="+mn-ea"/>
                <a:cs typeface="+mn-cs"/>
              </a:rPr>
              <a:t>only a few essential functions to the kernel, including address spaces, interprocess</a:t>
            </a:r>
          </a:p>
          <a:p>
            <a:r>
              <a:rPr lang="en-US" sz="1200" kern="1200" baseline="0" dirty="0">
                <a:solidFill>
                  <a:schemeClr val="tx1"/>
                </a:solidFill>
                <a:latin typeface="+mn-lt"/>
                <a:ea typeface="+mn-ea"/>
                <a:cs typeface="+mn-cs"/>
              </a:rPr>
              <a:t>communication (IPC), and basic scheduling. Other OS services are provided by</a:t>
            </a:r>
          </a:p>
          <a:p>
            <a:r>
              <a:rPr lang="en-US" sz="1200" kern="1200" baseline="0" dirty="0">
                <a:solidFill>
                  <a:schemeClr val="tx1"/>
                </a:solidFill>
                <a:latin typeface="+mn-lt"/>
                <a:ea typeface="+mn-ea"/>
                <a:cs typeface="+mn-cs"/>
              </a:rPr>
              <a:t>processes, sometimes called servers, that run in user mode and are treated like any</a:t>
            </a:r>
          </a:p>
          <a:p>
            <a:r>
              <a:rPr lang="en-US" sz="1200" kern="1200" baseline="0" dirty="0">
                <a:solidFill>
                  <a:schemeClr val="tx1"/>
                </a:solidFill>
                <a:latin typeface="+mn-lt"/>
                <a:ea typeface="+mn-ea"/>
                <a:cs typeface="+mn-cs"/>
              </a:rPr>
              <a:t>other application by the microkernel. This approach decouples kernel and server</a:t>
            </a:r>
          </a:p>
          <a:p>
            <a:r>
              <a:rPr lang="en-US" sz="1200" kern="1200" baseline="0" dirty="0">
                <a:solidFill>
                  <a:schemeClr val="tx1"/>
                </a:solidFill>
                <a:latin typeface="+mn-lt"/>
                <a:ea typeface="+mn-ea"/>
                <a:cs typeface="+mn-cs"/>
              </a:rPr>
              <a:t>development. Servers may be customized to specific application or environment</a:t>
            </a:r>
          </a:p>
          <a:p>
            <a:r>
              <a:rPr lang="en-US" sz="1200" kern="1200" baseline="0" dirty="0">
                <a:solidFill>
                  <a:schemeClr val="tx1"/>
                </a:solidFill>
                <a:latin typeface="+mn-lt"/>
                <a:ea typeface="+mn-ea"/>
                <a:cs typeface="+mn-cs"/>
              </a:rPr>
              <a:t>requirements. The microkernel approach simplifies implementation, provides flexibility,</a:t>
            </a:r>
          </a:p>
          <a:p>
            <a:r>
              <a:rPr lang="en-US" sz="1200" kern="1200" baseline="0" dirty="0">
                <a:solidFill>
                  <a:schemeClr val="tx1"/>
                </a:solidFill>
                <a:latin typeface="+mn-lt"/>
                <a:ea typeface="+mn-ea"/>
                <a:cs typeface="+mn-cs"/>
              </a:rPr>
              <a:t>and is well suited to a distributed environment. In essence, a microkernel</a:t>
            </a:r>
          </a:p>
          <a:p>
            <a:r>
              <a:rPr lang="en-US" sz="1200" kern="1200" baseline="0" dirty="0">
                <a:solidFill>
                  <a:schemeClr val="tx1"/>
                </a:solidFill>
                <a:latin typeface="+mn-lt"/>
                <a:ea typeface="+mn-ea"/>
                <a:cs typeface="+mn-cs"/>
              </a:rPr>
              <a:t>interacts with local and remote server processes in the same way, facilitating construction</a:t>
            </a:r>
          </a:p>
          <a:p>
            <a:r>
              <a:rPr lang="en-US" sz="1200" kern="1200" baseline="0" dirty="0">
                <a:solidFill>
                  <a:schemeClr val="tx1"/>
                </a:solidFill>
                <a:latin typeface="+mn-lt"/>
                <a:ea typeface="+mn-ea"/>
                <a:cs typeface="+mn-cs"/>
              </a:rPr>
              <a:t>of distributed systems.</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58</a:t>
            </a:fld>
            <a:endParaRPr lang="en-US" dirty="0"/>
          </a:p>
        </p:txBody>
      </p:sp>
    </p:spTree>
    <p:extLst>
      <p:ext uri="{BB962C8B-B14F-4D97-AF65-F5344CB8AC3E}">
        <p14:creationId xmlns:p14="http://schemas.microsoft.com/office/powerpoint/2010/main" val="3893895164"/>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Most operating systems, until recently, featured a large </a:t>
            </a:r>
            <a:r>
              <a:rPr lang="en-US" sz="1200" b="1" kern="1200" baseline="0" dirty="0">
                <a:solidFill>
                  <a:schemeClr val="tx1"/>
                </a:solidFill>
                <a:latin typeface="+mn-lt"/>
                <a:ea typeface="+mn-ea"/>
                <a:cs typeface="+mn-cs"/>
              </a:rPr>
              <a:t>monolithic kernel .</a:t>
            </a:r>
          </a:p>
          <a:p>
            <a:r>
              <a:rPr lang="en-US" sz="1200" kern="1200" baseline="0" dirty="0">
                <a:solidFill>
                  <a:schemeClr val="tx1"/>
                </a:solidFill>
                <a:latin typeface="+mn-lt"/>
                <a:ea typeface="+mn-ea"/>
                <a:cs typeface="+mn-cs"/>
              </a:rPr>
              <a:t>Most of what is thought of as OS functionality is provided in these large kernels,</a:t>
            </a:r>
          </a:p>
          <a:p>
            <a:r>
              <a:rPr lang="en-US" sz="1200" kern="1200" baseline="0" dirty="0">
                <a:solidFill>
                  <a:schemeClr val="tx1"/>
                </a:solidFill>
                <a:latin typeface="+mn-lt"/>
                <a:ea typeface="+mn-ea"/>
                <a:cs typeface="+mn-cs"/>
              </a:rPr>
              <a:t>including scheduling, file system, networking, device drivers, memory management,</a:t>
            </a:r>
          </a:p>
          <a:p>
            <a:r>
              <a:rPr lang="en-US" sz="1200" kern="1200" baseline="0" dirty="0">
                <a:solidFill>
                  <a:schemeClr val="tx1"/>
                </a:solidFill>
                <a:latin typeface="+mn-lt"/>
                <a:ea typeface="+mn-ea"/>
                <a:cs typeface="+mn-cs"/>
              </a:rPr>
              <a:t>and more. Typically, a monolithic kernel is implemented as a single process, with</a:t>
            </a:r>
          </a:p>
          <a:p>
            <a:r>
              <a:rPr lang="en-US" sz="1200" kern="1200" baseline="0" dirty="0">
                <a:solidFill>
                  <a:schemeClr val="tx1"/>
                </a:solidFill>
                <a:latin typeface="+mn-lt"/>
                <a:ea typeface="+mn-ea"/>
                <a:cs typeface="+mn-cs"/>
              </a:rPr>
              <a:t>all elements sharing the same address space. A </a:t>
            </a:r>
            <a:r>
              <a:rPr lang="en-US" sz="1200" b="1" kern="1200" baseline="0" dirty="0">
                <a:solidFill>
                  <a:schemeClr val="tx1"/>
                </a:solidFill>
                <a:latin typeface="+mn-lt"/>
                <a:ea typeface="+mn-ea"/>
                <a:cs typeface="+mn-cs"/>
              </a:rPr>
              <a:t>microkernel architecture assigns</a:t>
            </a:r>
          </a:p>
          <a:p>
            <a:r>
              <a:rPr lang="en-US" sz="1200" kern="1200" baseline="0" dirty="0">
                <a:solidFill>
                  <a:schemeClr val="tx1"/>
                </a:solidFill>
                <a:latin typeface="+mn-lt"/>
                <a:ea typeface="+mn-ea"/>
                <a:cs typeface="+mn-cs"/>
              </a:rPr>
              <a:t>only a few essential functions to the kernel, including address spaces, interprocess</a:t>
            </a:r>
          </a:p>
          <a:p>
            <a:r>
              <a:rPr lang="en-US" sz="1200" kern="1200" baseline="0" dirty="0">
                <a:solidFill>
                  <a:schemeClr val="tx1"/>
                </a:solidFill>
                <a:latin typeface="+mn-lt"/>
                <a:ea typeface="+mn-ea"/>
                <a:cs typeface="+mn-cs"/>
              </a:rPr>
              <a:t>communication (IPC), and basic scheduling. Other OS services are provided by</a:t>
            </a:r>
          </a:p>
          <a:p>
            <a:r>
              <a:rPr lang="en-US" sz="1200" kern="1200" baseline="0" dirty="0">
                <a:solidFill>
                  <a:schemeClr val="tx1"/>
                </a:solidFill>
                <a:latin typeface="+mn-lt"/>
                <a:ea typeface="+mn-ea"/>
                <a:cs typeface="+mn-cs"/>
              </a:rPr>
              <a:t>processes, sometimes called servers, that run in user mode and are treated like any</a:t>
            </a:r>
          </a:p>
          <a:p>
            <a:r>
              <a:rPr lang="en-US" sz="1200" kern="1200" baseline="0" dirty="0">
                <a:solidFill>
                  <a:schemeClr val="tx1"/>
                </a:solidFill>
                <a:latin typeface="+mn-lt"/>
                <a:ea typeface="+mn-ea"/>
                <a:cs typeface="+mn-cs"/>
              </a:rPr>
              <a:t>other application by the microkernel. This approach decouples kernel and server</a:t>
            </a:r>
          </a:p>
          <a:p>
            <a:r>
              <a:rPr lang="en-US" sz="1200" kern="1200" baseline="0" dirty="0">
                <a:solidFill>
                  <a:schemeClr val="tx1"/>
                </a:solidFill>
                <a:latin typeface="+mn-lt"/>
                <a:ea typeface="+mn-ea"/>
                <a:cs typeface="+mn-cs"/>
              </a:rPr>
              <a:t>development. Servers may be customized to specific application or environment</a:t>
            </a:r>
          </a:p>
          <a:p>
            <a:r>
              <a:rPr lang="en-US" sz="1200" kern="1200" baseline="0" dirty="0">
                <a:solidFill>
                  <a:schemeClr val="tx1"/>
                </a:solidFill>
                <a:latin typeface="+mn-lt"/>
                <a:ea typeface="+mn-ea"/>
                <a:cs typeface="+mn-cs"/>
              </a:rPr>
              <a:t>requirements. The microkernel approach simplifies implementation, provides flexibility,</a:t>
            </a:r>
          </a:p>
          <a:p>
            <a:r>
              <a:rPr lang="en-US" sz="1200" kern="1200" baseline="0" dirty="0">
                <a:solidFill>
                  <a:schemeClr val="tx1"/>
                </a:solidFill>
                <a:latin typeface="+mn-lt"/>
                <a:ea typeface="+mn-ea"/>
                <a:cs typeface="+mn-cs"/>
              </a:rPr>
              <a:t>and is well suited to a distributed environment. In essence, a microkernel</a:t>
            </a:r>
          </a:p>
          <a:p>
            <a:r>
              <a:rPr lang="en-US" sz="1200" kern="1200" baseline="0" dirty="0">
                <a:solidFill>
                  <a:schemeClr val="tx1"/>
                </a:solidFill>
                <a:latin typeface="+mn-lt"/>
                <a:ea typeface="+mn-ea"/>
                <a:cs typeface="+mn-cs"/>
              </a:rPr>
              <a:t>interacts with local and remote server processes in the same way, facilitating construction</a:t>
            </a:r>
          </a:p>
          <a:p>
            <a:r>
              <a:rPr lang="en-US" sz="1200" kern="1200" baseline="0" dirty="0">
                <a:solidFill>
                  <a:schemeClr val="tx1"/>
                </a:solidFill>
                <a:latin typeface="+mn-lt"/>
                <a:ea typeface="+mn-ea"/>
                <a:cs typeface="+mn-cs"/>
              </a:rPr>
              <a:t>of distributed systems.</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59</a:t>
            </a:fld>
            <a:endParaRPr lang="en-US" dirty="0"/>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lnSpcReduction="10000"/>
          </a:bodyPr>
          <a:lstStyle/>
          <a:p>
            <a:r>
              <a:rPr lang="en-US" sz="1200" kern="1200" baseline="0" dirty="0">
                <a:solidFill>
                  <a:schemeClr val="tx1"/>
                </a:solidFill>
                <a:latin typeface="+mn-lt"/>
                <a:ea typeface="+mn-ea"/>
                <a:cs typeface="+mn-cs"/>
              </a:rPr>
              <a:t>A different problem is to provide the appearance of a single</a:t>
            </a:r>
          </a:p>
          <a:p>
            <a:r>
              <a:rPr lang="en-US" sz="1200" kern="1200" baseline="0" dirty="0">
                <a:solidFill>
                  <a:schemeClr val="tx1"/>
                </a:solidFill>
                <a:latin typeface="+mn-lt"/>
                <a:ea typeface="+mn-ea"/>
                <a:cs typeface="+mn-cs"/>
              </a:rPr>
              <a:t>system for a cluster of separate computers—a multicomputer system. In this</a:t>
            </a:r>
          </a:p>
          <a:p>
            <a:r>
              <a:rPr lang="en-US" sz="1200" kern="1200" baseline="0" dirty="0">
                <a:solidFill>
                  <a:schemeClr val="tx1"/>
                </a:solidFill>
                <a:latin typeface="+mn-lt"/>
                <a:ea typeface="+mn-ea"/>
                <a:cs typeface="+mn-cs"/>
              </a:rPr>
              <a:t>case, we are dealing with a collection of entities (computers), each with its own</a:t>
            </a:r>
          </a:p>
          <a:p>
            <a:r>
              <a:rPr lang="en-US" sz="1200" kern="1200" baseline="0" dirty="0">
                <a:solidFill>
                  <a:schemeClr val="tx1"/>
                </a:solidFill>
                <a:latin typeface="+mn-lt"/>
                <a:ea typeface="+mn-ea"/>
                <a:cs typeface="+mn-cs"/>
              </a:rPr>
              <a:t>main memory, secondary memory, and other I/O modules. A </a:t>
            </a:r>
            <a:r>
              <a:rPr lang="en-US" sz="1200" b="1" kern="1200" baseline="0" dirty="0">
                <a:solidFill>
                  <a:schemeClr val="tx1"/>
                </a:solidFill>
                <a:latin typeface="+mn-lt"/>
                <a:ea typeface="+mn-ea"/>
                <a:cs typeface="+mn-cs"/>
              </a:rPr>
              <a:t>distributed operating</a:t>
            </a:r>
          </a:p>
          <a:p>
            <a:r>
              <a:rPr lang="en-US" sz="1200" b="1" kern="1200" baseline="0" dirty="0">
                <a:solidFill>
                  <a:schemeClr val="tx1"/>
                </a:solidFill>
                <a:latin typeface="+mn-lt"/>
                <a:ea typeface="+mn-ea"/>
                <a:cs typeface="+mn-cs"/>
              </a:rPr>
              <a:t>system provides the illusion of a single main memory space and a single secondary</a:t>
            </a:r>
          </a:p>
          <a:p>
            <a:r>
              <a:rPr lang="en-US" sz="1200" kern="1200" baseline="0" dirty="0">
                <a:solidFill>
                  <a:schemeClr val="tx1"/>
                </a:solidFill>
                <a:latin typeface="+mn-lt"/>
                <a:ea typeface="+mn-ea"/>
                <a:cs typeface="+mn-cs"/>
              </a:rPr>
              <a:t>memory space, plus other unified access facilities, such as a distributed file system.</a:t>
            </a:r>
          </a:p>
          <a:p>
            <a:r>
              <a:rPr lang="en-US" sz="1200" kern="1200" baseline="0" dirty="0">
                <a:solidFill>
                  <a:schemeClr val="tx1"/>
                </a:solidFill>
                <a:latin typeface="+mn-lt"/>
                <a:ea typeface="+mn-ea"/>
                <a:cs typeface="+mn-cs"/>
              </a:rPr>
              <a:t>Although clusters are becoming increasingly popular, and there are many cluster</a:t>
            </a:r>
          </a:p>
          <a:p>
            <a:r>
              <a:rPr lang="en-US" sz="1200" kern="1200" baseline="0" dirty="0">
                <a:solidFill>
                  <a:schemeClr val="tx1"/>
                </a:solidFill>
                <a:latin typeface="+mn-lt"/>
                <a:ea typeface="+mn-ea"/>
                <a:cs typeface="+mn-cs"/>
              </a:rPr>
              <a:t>products on the market, the state of the art for distributed operating systems lags</a:t>
            </a:r>
          </a:p>
          <a:p>
            <a:r>
              <a:rPr lang="en-US" sz="1200" kern="1200" baseline="0" dirty="0">
                <a:solidFill>
                  <a:schemeClr val="tx1"/>
                </a:solidFill>
                <a:latin typeface="+mn-lt"/>
                <a:ea typeface="+mn-ea"/>
                <a:cs typeface="+mn-cs"/>
              </a:rPr>
              <a:t>that of uniprocessor and SMP operating systems. We examine such systems in</a:t>
            </a:r>
          </a:p>
          <a:p>
            <a:r>
              <a:rPr lang="en-US" sz="1200" kern="1200" baseline="0" dirty="0">
                <a:solidFill>
                  <a:schemeClr val="tx1"/>
                </a:solidFill>
                <a:latin typeface="+mn-lt"/>
                <a:ea typeface="+mn-ea"/>
                <a:cs typeface="+mn-cs"/>
              </a:rPr>
              <a:t>Part Eight.</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Another innovation in OS design is the use of object-oriented technologies.</a:t>
            </a:r>
          </a:p>
          <a:p>
            <a:r>
              <a:rPr lang="en-US" sz="1200" b="1" kern="1200" baseline="0" dirty="0">
                <a:solidFill>
                  <a:schemeClr val="tx1"/>
                </a:solidFill>
                <a:latin typeface="+mn-lt"/>
                <a:ea typeface="+mn-ea"/>
                <a:cs typeface="+mn-cs"/>
              </a:rPr>
              <a:t>Object-oriented design lends discipline to the process of adding modular extensions</a:t>
            </a:r>
          </a:p>
          <a:p>
            <a:r>
              <a:rPr lang="en-US" sz="1200" kern="1200" baseline="0" dirty="0">
                <a:solidFill>
                  <a:schemeClr val="tx1"/>
                </a:solidFill>
                <a:latin typeface="+mn-lt"/>
                <a:ea typeface="+mn-ea"/>
                <a:cs typeface="+mn-cs"/>
              </a:rPr>
              <a:t>to a small kernel. At the OS level, an object-based structure enables programmers</a:t>
            </a:r>
          </a:p>
          <a:p>
            <a:r>
              <a:rPr lang="en-US" sz="1200" kern="1200" baseline="0" dirty="0">
                <a:solidFill>
                  <a:schemeClr val="tx1"/>
                </a:solidFill>
                <a:latin typeface="+mn-lt"/>
                <a:ea typeface="+mn-ea"/>
                <a:cs typeface="+mn-cs"/>
              </a:rPr>
              <a:t>to customize an OS without disrupting system integrity. Object orientation also</a:t>
            </a:r>
          </a:p>
          <a:p>
            <a:r>
              <a:rPr lang="en-US" sz="1200" kern="1200" baseline="0" dirty="0">
                <a:solidFill>
                  <a:schemeClr val="tx1"/>
                </a:solidFill>
                <a:latin typeface="+mn-lt"/>
                <a:ea typeface="+mn-ea"/>
                <a:cs typeface="+mn-cs"/>
              </a:rPr>
              <a:t>eases the development of distributed tools and full-blown distributed operating</a:t>
            </a:r>
          </a:p>
          <a:p>
            <a:r>
              <a:rPr lang="en-US" sz="1200" kern="1200" baseline="0" dirty="0">
                <a:solidFill>
                  <a:schemeClr val="tx1"/>
                </a:solidFill>
                <a:latin typeface="+mn-lt"/>
                <a:ea typeface="+mn-ea"/>
                <a:cs typeface="+mn-cs"/>
              </a:rPr>
              <a:t>systems.</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60</a:t>
            </a:fld>
            <a:endParaRPr lang="en-US" dirty="0"/>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sz="1200" b="1" kern="1200" baseline="0" dirty="0">
                <a:solidFill>
                  <a:schemeClr val="tx1"/>
                </a:solidFill>
                <a:latin typeface="+mn-lt"/>
                <a:ea typeface="+mn-ea"/>
                <a:cs typeface="+mn-cs"/>
              </a:rPr>
              <a:t>Symmetric multiprocessing (SMP) is a term that refers to a computer hardware</a:t>
            </a:r>
          </a:p>
          <a:p>
            <a:r>
              <a:rPr lang="en-US" sz="1200" kern="1200" baseline="0" dirty="0">
                <a:solidFill>
                  <a:schemeClr val="tx1"/>
                </a:solidFill>
                <a:latin typeface="+mn-lt"/>
                <a:ea typeface="+mn-ea"/>
                <a:cs typeface="+mn-cs"/>
              </a:rPr>
              <a:t>architecture (described in Chapter 1 ) and also to the OS behavior that exploits</a:t>
            </a:r>
          </a:p>
          <a:p>
            <a:r>
              <a:rPr lang="en-US" sz="1200" kern="1200" baseline="0" dirty="0">
                <a:solidFill>
                  <a:schemeClr val="tx1"/>
                </a:solidFill>
                <a:latin typeface="+mn-lt"/>
                <a:ea typeface="+mn-ea"/>
                <a:cs typeface="+mn-cs"/>
              </a:rPr>
              <a:t>that architecture. The OS of an SMP schedules processes or threads across all of the</a:t>
            </a:r>
          </a:p>
          <a:p>
            <a:r>
              <a:rPr lang="en-US" sz="1200" kern="1200" baseline="0" dirty="0">
                <a:solidFill>
                  <a:schemeClr val="tx1"/>
                </a:solidFill>
                <a:latin typeface="+mn-lt"/>
                <a:ea typeface="+mn-ea"/>
                <a:cs typeface="+mn-cs"/>
              </a:rPr>
              <a:t>processors.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Multithreading and SMP are often discussed together, but the two are</a:t>
            </a:r>
          </a:p>
          <a:p>
            <a:r>
              <a:rPr lang="en-US" sz="1200" kern="1200" baseline="0" dirty="0">
                <a:solidFill>
                  <a:schemeClr val="tx1"/>
                </a:solidFill>
                <a:latin typeface="+mn-lt"/>
                <a:ea typeface="+mn-ea"/>
                <a:cs typeface="+mn-cs"/>
              </a:rPr>
              <a:t>independent facilities. Even on a uniprocessor system, multithreading is useful for</a:t>
            </a:r>
          </a:p>
          <a:p>
            <a:r>
              <a:rPr lang="en-US" sz="1200" kern="1200" baseline="0" dirty="0">
                <a:solidFill>
                  <a:schemeClr val="tx1"/>
                </a:solidFill>
                <a:latin typeface="+mn-lt"/>
                <a:ea typeface="+mn-ea"/>
                <a:cs typeface="+mn-cs"/>
              </a:rPr>
              <a:t>structuring applications and kernel processes. An SMP system is useful even for</a:t>
            </a:r>
          </a:p>
          <a:p>
            <a:r>
              <a:rPr lang="en-US" sz="1200" kern="1200" baseline="0" dirty="0">
                <a:solidFill>
                  <a:schemeClr val="tx1"/>
                </a:solidFill>
                <a:latin typeface="+mn-lt"/>
                <a:ea typeface="+mn-ea"/>
                <a:cs typeface="+mn-cs"/>
              </a:rPr>
              <a:t>nonthreaded processes, because several processes can run in parallel. However, the</a:t>
            </a:r>
          </a:p>
          <a:p>
            <a:r>
              <a:rPr lang="en-US" sz="1200" kern="1200" baseline="0" dirty="0">
                <a:solidFill>
                  <a:schemeClr val="tx1"/>
                </a:solidFill>
                <a:latin typeface="+mn-lt"/>
                <a:ea typeface="+mn-ea"/>
                <a:cs typeface="+mn-cs"/>
              </a:rPr>
              <a:t>two facilities complement each other and can be used effectively together.</a:t>
            </a:r>
          </a:p>
          <a:p>
            <a:r>
              <a:rPr lang="en-US" sz="1200" kern="1200" baseline="0" dirty="0">
                <a:solidFill>
                  <a:schemeClr val="tx1"/>
                </a:solidFill>
                <a:latin typeface="+mn-lt"/>
                <a:ea typeface="+mn-ea"/>
                <a:cs typeface="+mn-cs"/>
              </a:rPr>
              <a:t>An attractive feature of an SMP is that the existence of multiple processors is</a:t>
            </a:r>
          </a:p>
          <a:p>
            <a:r>
              <a:rPr lang="en-US" sz="1200" kern="1200" baseline="0" dirty="0">
                <a:solidFill>
                  <a:schemeClr val="tx1"/>
                </a:solidFill>
                <a:latin typeface="+mn-lt"/>
                <a:ea typeface="+mn-ea"/>
                <a:cs typeface="+mn-cs"/>
              </a:rPr>
              <a:t>transparent to the user. The OS takes care of scheduling of threads or processes on</a:t>
            </a:r>
          </a:p>
          <a:p>
            <a:r>
              <a:rPr lang="en-US" sz="1200" kern="1200" baseline="0" dirty="0">
                <a:solidFill>
                  <a:schemeClr val="tx1"/>
                </a:solidFill>
                <a:latin typeface="+mn-lt"/>
                <a:ea typeface="+mn-ea"/>
                <a:cs typeface="+mn-cs"/>
              </a:rPr>
              <a:t>individual processors and of synchronization among processors.</a:t>
            </a:r>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61</a:t>
            </a:fld>
            <a:endParaRPr lang="en-US" dirty="0"/>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If the work to be done by a computer can be organized so that</a:t>
            </a:r>
          </a:p>
          <a:p>
            <a:r>
              <a:rPr lang="en-US" sz="1200" kern="1200" baseline="0" dirty="0">
                <a:solidFill>
                  <a:schemeClr val="tx1"/>
                </a:solidFill>
                <a:latin typeface="+mn-lt"/>
                <a:ea typeface="+mn-ea"/>
                <a:cs typeface="+mn-cs"/>
              </a:rPr>
              <a:t>some portions of the work can be done in parallel, then a system with multiple</a:t>
            </a:r>
          </a:p>
          <a:p>
            <a:r>
              <a:rPr lang="en-US" sz="1200" kern="1200" baseline="0" dirty="0">
                <a:solidFill>
                  <a:schemeClr val="tx1"/>
                </a:solidFill>
                <a:latin typeface="+mn-lt"/>
                <a:ea typeface="+mn-ea"/>
                <a:cs typeface="+mn-cs"/>
              </a:rPr>
              <a:t>processors will yield greater performance than one with a single processor of</a:t>
            </a:r>
          </a:p>
          <a:p>
            <a:r>
              <a:rPr lang="en-US" sz="1200" kern="1200" baseline="0" dirty="0">
                <a:solidFill>
                  <a:schemeClr val="tx1"/>
                </a:solidFill>
                <a:latin typeface="+mn-lt"/>
                <a:ea typeface="+mn-ea"/>
                <a:cs typeface="+mn-cs"/>
              </a:rPr>
              <a:t>the same type. This is illustrated in Figure 2.12 . With multiprogramming, only</a:t>
            </a:r>
          </a:p>
          <a:p>
            <a:r>
              <a:rPr lang="en-US" sz="1200" kern="1200" baseline="0" dirty="0">
                <a:solidFill>
                  <a:schemeClr val="tx1"/>
                </a:solidFill>
                <a:latin typeface="+mn-lt"/>
                <a:ea typeface="+mn-ea"/>
                <a:cs typeface="+mn-cs"/>
              </a:rPr>
              <a:t>one process can execute at a time; meanwhile all other processes are waiting</a:t>
            </a:r>
          </a:p>
          <a:p>
            <a:r>
              <a:rPr lang="en-US" sz="1200" kern="1200" baseline="0" dirty="0">
                <a:solidFill>
                  <a:schemeClr val="tx1"/>
                </a:solidFill>
                <a:latin typeface="+mn-lt"/>
                <a:ea typeface="+mn-ea"/>
                <a:cs typeface="+mn-cs"/>
              </a:rPr>
              <a:t>for the processor. With multiprocessing, more than one process can be running</a:t>
            </a:r>
          </a:p>
          <a:p>
            <a:r>
              <a:rPr lang="en-US" sz="1200" kern="1200" baseline="0" dirty="0">
                <a:solidFill>
                  <a:schemeClr val="tx1"/>
                </a:solidFill>
                <a:latin typeface="+mn-lt"/>
                <a:ea typeface="+mn-ea"/>
                <a:cs typeface="+mn-cs"/>
              </a:rPr>
              <a:t>simultaneously, each on a different processor.</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62</a:t>
            </a:fld>
            <a:endParaRPr lang="en-US" dirty="0"/>
          </a:p>
        </p:txBody>
      </p:sp>
    </p:spTree>
    <p:extLst>
      <p:ext uri="{BB962C8B-B14F-4D97-AF65-F5344CB8AC3E}">
        <p14:creationId xmlns:p14="http://schemas.microsoft.com/office/powerpoint/2010/main" val="310421654"/>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fontScale="85000" lnSpcReduction="20000"/>
          </a:bodyPr>
          <a:lstStyle/>
          <a:p>
            <a:r>
              <a:rPr lang="en-US" sz="1200" kern="1200" baseline="0" dirty="0">
                <a:solidFill>
                  <a:schemeClr val="tx1"/>
                </a:solidFill>
                <a:latin typeface="+mn-lt"/>
                <a:ea typeface="+mn-ea"/>
                <a:cs typeface="+mn-cs"/>
              </a:rPr>
              <a:t>SMP has a number of potential advantages over uniprocessor architecture,</a:t>
            </a:r>
          </a:p>
          <a:p>
            <a:r>
              <a:rPr lang="en-US" sz="1200" kern="1200" baseline="0" dirty="0">
                <a:solidFill>
                  <a:schemeClr val="tx1"/>
                </a:solidFill>
                <a:latin typeface="+mn-lt"/>
                <a:ea typeface="+mn-ea"/>
                <a:cs typeface="+mn-cs"/>
              </a:rPr>
              <a:t>including the following:</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t>
            </a:r>
            <a:r>
              <a:rPr lang="en-US" sz="1200" b="1" kern="1200" baseline="0" dirty="0">
                <a:solidFill>
                  <a:schemeClr val="tx1"/>
                </a:solidFill>
                <a:latin typeface="+mn-lt"/>
                <a:ea typeface="+mn-ea"/>
                <a:cs typeface="+mn-cs"/>
              </a:rPr>
              <a:t>Performance: If the work to be done by a computer can be organized so that</a:t>
            </a:r>
          </a:p>
          <a:p>
            <a:r>
              <a:rPr lang="en-US" sz="1200" kern="1200" baseline="0" dirty="0">
                <a:solidFill>
                  <a:schemeClr val="tx1"/>
                </a:solidFill>
                <a:latin typeface="+mn-lt"/>
                <a:ea typeface="+mn-ea"/>
                <a:cs typeface="+mn-cs"/>
              </a:rPr>
              <a:t>some portions of the work can be done in parallel, then a system with multiple</a:t>
            </a:r>
          </a:p>
          <a:p>
            <a:r>
              <a:rPr lang="en-US" sz="1200" kern="1200" baseline="0" dirty="0">
                <a:solidFill>
                  <a:schemeClr val="tx1"/>
                </a:solidFill>
                <a:latin typeface="+mn-lt"/>
                <a:ea typeface="+mn-ea"/>
                <a:cs typeface="+mn-cs"/>
              </a:rPr>
              <a:t>processors will yield greater performance than one with a single processor of</a:t>
            </a:r>
          </a:p>
          <a:p>
            <a:r>
              <a:rPr lang="en-US" sz="1200" kern="1200" baseline="0" dirty="0">
                <a:solidFill>
                  <a:schemeClr val="tx1"/>
                </a:solidFill>
                <a:latin typeface="+mn-lt"/>
                <a:ea typeface="+mn-ea"/>
                <a:cs typeface="+mn-cs"/>
              </a:rPr>
              <a:t>the same type. This is illustrated in Figure 2.12 . With multiprogramming, only</a:t>
            </a:r>
          </a:p>
          <a:p>
            <a:r>
              <a:rPr lang="en-US" sz="1200" kern="1200" baseline="0" dirty="0">
                <a:solidFill>
                  <a:schemeClr val="tx1"/>
                </a:solidFill>
                <a:latin typeface="+mn-lt"/>
                <a:ea typeface="+mn-ea"/>
                <a:cs typeface="+mn-cs"/>
              </a:rPr>
              <a:t>one process can execute at a time; meanwhile all other processes are waiting</a:t>
            </a:r>
          </a:p>
          <a:p>
            <a:r>
              <a:rPr lang="en-US" sz="1200" kern="1200" baseline="0" dirty="0">
                <a:solidFill>
                  <a:schemeClr val="tx1"/>
                </a:solidFill>
                <a:latin typeface="+mn-lt"/>
                <a:ea typeface="+mn-ea"/>
                <a:cs typeface="+mn-cs"/>
              </a:rPr>
              <a:t>for the processor. With multiprocessing, more than one process can be running</a:t>
            </a:r>
          </a:p>
          <a:p>
            <a:r>
              <a:rPr lang="en-US" sz="1200" kern="1200" baseline="0" dirty="0">
                <a:solidFill>
                  <a:schemeClr val="tx1"/>
                </a:solidFill>
                <a:latin typeface="+mn-lt"/>
                <a:ea typeface="+mn-ea"/>
                <a:cs typeface="+mn-cs"/>
              </a:rPr>
              <a:t>simultaneously, each on a different processor.</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t>
            </a:r>
            <a:r>
              <a:rPr lang="en-US" sz="1200" b="1" kern="1200" baseline="0" dirty="0">
                <a:solidFill>
                  <a:schemeClr val="tx1"/>
                </a:solidFill>
                <a:latin typeface="+mn-lt"/>
                <a:ea typeface="+mn-ea"/>
                <a:cs typeface="+mn-cs"/>
              </a:rPr>
              <a:t>Availability: In a symmetric multiprocessor, because all processors can perform</a:t>
            </a:r>
          </a:p>
          <a:p>
            <a:r>
              <a:rPr lang="en-US" sz="1200" kern="1200" baseline="0" dirty="0">
                <a:solidFill>
                  <a:schemeClr val="tx1"/>
                </a:solidFill>
                <a:latin typeface="+mn-lt"/>
                <a:ea typeface="+mn-ea"/>
                <a:cs typeface="+mn-cs"/>
              </a:rPr>
              <a:t>the same functions, the failure of a single processor does not halt the</a:t>
            </a:r>
          </a:p>
          <a:p>
            <a:r>
              <a:rPr lang="en-US" sz="1200" kern="1200" baseline="0" dirty="0">
                <a:solidFill>
                  <a:schemeClr val="tx1"/>
                </a:solidFill>
                <a:latin typeface="+mn-lt"/>
                <a:ea typeface="+mn-ea"/>
                <a:cs typeface="+mn-cs"/>
              </a:rPr>
              <a:t>system. Instead, the system can continue to function at reduced performance.</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t>
            </a:r>
            <a:r>
              <a:rPr lang="en-US" sz="1200" b="1" kern="1200" baseline="0" dirty="0">
                <a:solidFill>
                  <a:schemeClr val="tx1"/>
                </a:solidFill>
                <a:latin typeface="+mn-lt"/>
                <a:ea typeface="+mn-ea"/>
                <a:cs typeface="+mn-cs"/>
              </a:rPr>
              <a:t>Incremental growth: A user can enhance the performance of a system by adding</a:t>
            </a:r>
          </a:p>
          <a:p>
            <a:r>
              <a:rPr lang="en-US" sz="1200" kern="1200" baseline="0" dirty="0">
                <a:solidFill>
                  <a:schemeClr val="tx1"/>
                </a:solidFill>
                <a:latin typeface="+mn-lt"/>
                <a:ea typeface="+mn-ea"/>
                <a:cs typeface="+mn-cs"/>
              </a:rPr>
              <a:t>an additional processor.</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t>
            </a:r>
            <a:r>
              <a:rPr lang="en-US" sz="1200" b="1" kern="1200" baseline="0" dirty="0">
                <a:solidFill>
                  <a:schemeClr val="tx1"/>
                </a:solidFill>
                <a:latin typeface="+mn-lt"/>
                <a:ea typeface="+mn-ea"/>
                <a:cs typeface="+mn-cs"/>
              </a:rPr>
              <a:t>Scaling: Vendors can offer a range of products with different price and performance</a:t>
            </a:r>
          </a:p>
          <a:p>
            <a:r>
              <a:rPr lang="en-US" sz="1200" kern="1200" baseline="0" dirty="0">
                <a:solidFill>
                  <a:schemeClr val="tx1"/>
                </a:solidFill>
                <a:latin typeface="+mn-lt"/>
                <a:ea typeface="+mn-ea"/>
                <a:cs typeface="+mn-cs"/>
              </a:rPr>
              <a:t>characteristics based on the number of processors configured in the</a:t>
            </a:r>
          </a:p>
          <a:p>
            <a:r>
              <a:rPr lang="en-US" sz="1200" kern="1200" baseline="0" dirty="0">
                <a:solidFill>
                  <a:schemeClr val="tx1"/>
                </a:solidFill>
                <a:latin typeface="+mn-lt"/>
                <a:ea typeface="+mn-ea"/>
                <a:cs typeface="+mn-cs"/>
              </a:rPr>
              <a:t>system.</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It is important to note that these are potential, rather than guaranteed, benefits. The</a:t>
            </a:r>
          </a:p>
          <a:p>
            <a:r>
              <a:rPr lang="en-US" sz="1200" kern="1200" baseline="0" dirty="0">
                <a:solidFill>
                  <a:schemeClr val="tx1"/>
                </a:solidFill>
                <a:latin typeface="+mn-lt"/>
                <a:ea typeface="+mn-ea"/>
                <a:cs typeface="+mn-cs"/>
              </a:rPr>
              <a:t>OS must provide tools and functions to exploit the parallelism in an SMP system.</a:t>
            </a:r>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63</a:t>
            </a:fld>
            <a:endParaRPr lang="en-US" dirty="0"/>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fontScale="92500" lnSpcReduction="20000"/>
          </a:bodyPr>
          <a:lstStyle/>
          <a:p>
            <a:r>
              <a:rPr lang="en-US" sz="1200" b="1" kern="1200" baseline="0" dirty="0">
                <a:solidFill>
                  <a:schemeClr val="tx1"/>
                </a:solidFill>
                <a:latin typeface="+mn-lt"/>
                <a:ea typeface="+mn-ea"/>
                <a:cs typeface="+mn-cs"/>
              </a:rPr>
              <a:t>Multithreading is a technique in which a process, executing an application, is</a:t>
            </a:r>
          </a:p>
          <a:p>
            <a:r>
              <a:rPr lang="en-US" sz="1200" kern="1200" baseline="0" dirty="0">
                <a:solidFill>
                  <a:schemeClr val="tx1"/>
                </a:solidFill>
                <a:latin typeface="+mn-lt"/>
                <a:ea typeface="+mn-ea"/>
                <a:cs typeface="+mn-cs"/>
              </a:rPr>
              <a:t>divided into threads that can run concurrently. We can make the following distinction:</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t>
            </a:r>
            <a:r>
              <a:rPr lang="en-US" sz="1200" b="1" kern="1200" baseline="0" dirty="0">
                <a:solidFill>
                  <a:schemeClr val="tx1"/>
                </a:solidFill>
                <a:latin typeface="+mn-lt"/>
                <a:ea typeface="+mn-ea"/>
                <a:cs typeface="+mn-cs"/>
              </a:rPr>
              <a:t>Thread: A dispatchable unit of work. It includes a processor context (which</a:t>
            </a:r>
          </a:p>
          <a:p>
            <a:r>
              <a:rPr lang="en-US" sz="1200" kern="1200" baseline="0" dirty="0">
                <a:solidFill>
                  <a:schemeClr val="tx1"/>
                </a:solidFill>
                <a:latin typeface="+mn-lt"/>
                <a:ea typeface="+mn-ea"/>
                <a:cs typeface="+mn-cs"/>
              </a:rPr>
              <a:t>includes the program counter and stack pointer) and its own data area for a</a:t>
            </a:r>
          </a:p>
          <a:p>
            <a:r>
              <a:rPr lang="en-US" sz="1200" kern="1200" baseline="0" dirty="0">
                <a:solidFill>
                  <a:schemeClr val="tx1"/>
                </a:solidFill>
                <a:latin typeface="+mn-lt"/>
                <a:ea typeface="+mn-ea"/>
                <a:cs typeface="+mn-cs"/>
              </a:rPr>
              <a:t>stack (to enable subroutine branching). A thread executes sequentially and is</a:t>
            </a:r>
          </a:p>
          <a:p>
            <a:r>
              <a:rPr lang="en-US" sz="1200" kern="1200" baseline="0" dirty="0">
                <a:solidFill>
                  <a:schemeClr val="tx1"/>
                </a:solidFill>
                <a:latin typeface="+mn-lt"/>
                <a:ea typeface="+mn-ea"/>
                <a:cs typeface="+mn-cs"/>
              </a:rPr>
              <a:t>interruptible so that the processor can turn to another thread.</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t>
            </a:r>
            <a:r>
              <a:rPr lang="en-US" sz="1200" b="1" kern="1200" baseline="0" dirty="0">
                <a:solidFill>
                  <a:schemeClr val="tx1"/>
                </a:solidFill>
                <a:latin typeface="+mn-lt"/>
                <a:ea typeface="+mn-ea"/>
                <a:cs typeface="+mn-cs"/>
              </a:rPr>
              <a:t>Process : A collection of one or more threads and associated system resources</a:t>
            </a:r>
          </a:p>
          <a:p>
            <a:r>
              <a:rPr lang="en-US" sz="1200" kern="1200" baseline="0" dirty="0">
                <a:solidFill>
                  <a:schemeClr val="tx1"/>
                </a:solidFill>
                <a:latin typeface="+mn-lt"/>
                <a:ea typeface="+mn-ea"/>
                <a:cs typeface="+mn-cs"/>
              </a:rPr>
              <a:t>(such as memory containing both code and data, open files, and devices). This</a:t>
            </a:r>
          </a:p>
          <a:p>
            <a:r>
              <a:rPr lang="en-US" sz="1200" kern="1200" baseline="0" dirty="0">
                <a:solidFill>
                  <a:schemeClr val="tx1"/>
                </a:solidFill>
                <a:latin typeface="+mn-lt"/>
                <a:ea typeface="+mn-ea"/>
                <a:cs typeface="+mn-cs"/>
              </a:rPr>
              <a:t>corresponds closely to the concept of a program in execution. By breaking</a:t>
            </a:r>
          </a:p>
          <a:p>
            <a:r>
              <a:rPr lang="en-US" sz="1200" kern="1200" baseline="0" dirty="0">
                <a:solidFill>
                  <a:schemeClr val="tx1"/>
                </a:solidFill>
                <a:latin typeface="+mn-lt"/>
                <a:ea typeface="+mn-ea"/>
                <a:cs typeface="+mn-cs"/>
              </a:rPr>
              <a:t>a single application into multiple threads, the programmer has great control</a:t>
            </a:r>
          </a:p>
          <a:p>
            <a:r>
              <a:rPr lang="en-US" sz="1200" kern="1200" baseline="0" dirty="0">
                <a:solidFill>
                  <a:schemeClr val="tx1"/>
                </a:solidFill>
                <a:latin typeface="+mn-lt"/>
                <a:ea typeface="+mn-ea"/>
                <a:cs typeface="+mn-cs"/>
              </a:rPr>
              <a:t>over the modularity of the application and the timing of application-related</a:t>
            </a:r>
          </a:p>
          <a:p>
            <a:r>
              <a:rPr lang="en-US" sz="1200" kern="1200" baseline="0" dirty="0">
                <a:solidFill>
                  <a:schemeClr val="tx1"/>
                </a:solidFill>
                <a:latin typeface="+mn-lt"/>
                <a:ea typeface="+mn-ea"/>
                <a:cs typeface="+mn-cs"/>
              </a:rPr>
              <a:t>events.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Multithreading is useful for applications that perform a number of essentially</a:t>
            </a:r>
          </a:p>
          <a:p>
            <a:r>
              <a:rPr lang="en-US" sz="1200" kern="1200" baseline="0" dirty="0">
                <a:solidFill>
                  <a:schemeClr val="tx1"/>
                </a:solidFill>
                <a:latin typeface="+mn-lt"/>
                <a:ea typeface="+mn-ea"/>
                <a:cs typeface="+mn-cs"/>
              </a:rPr>
              <a:t>independent tasks that do not need to be serialized. An example is a database server</a:t>
            </a:r>
          </a:p>
          <a:p>
            <a:r>
              <a:rPr lang="en-US" sz="1200" kern="1200" baseline="0" dirty="0">
                <a:solidFill>
                  <a:schemeClr val="tx1"/>
                </a:solidFill>
                <a:latin typeface="+mn-lt"/>
                <a:ea typeface="+mn-ea"/>
                <a:cs typeface="+mn-cs"/>
              </a:rPr>
              <a:t>that listens for and processes numerous client requests. With multiple threads running</a:t>
            </a:r>
          </a:p>
          <a:p>
            <a:r>
              <a:rPr lang="en-US" sz="1200" kern="1200" baseline="0" dirty="0">
                <a:solidFill>
                  <a:schemeClr val="tx1"/>
                </a:solidFill>
                <a:latin typeface="+mn-lt"/>
                <a:ea typeface="+mn-ea"/>
                <a:cs typeface="+mn-cs"/>
              </a:rPr>
              <a:t>within the same process, switching back and forth among threads involves</a:t>
            </a:r>
          </a:p>
          <a:p>
            <a:r>
              <a:rPr lang="en-US" sz="1200" kern="1200" baseline="0" dirty="0">
                <a:solidFill>
                  <a:schemeClr val="tx1"/>
                </a:solidFill>
                <a:latin typeface="+mn-lt"/>
                <a:ea typeface="+mn-ea"/>
                <a:cs typeface="+mn-cs"/>
              </a:rPr>
              <a:t>less processor overhead than a major process switch between different processes.</a:t>
            </a:r>
          </a:p>
          <a:p>
            <a:r>
              <a:rPr lang="en-US" sz="1200" kern="1200" baseline="0" dirty="0">
                <a:solidFill>
                  <a:schemeClr val="tx1"/>
                </a:solidFill>
                <a:latin typeface="+mn-lt"/>
                <a:ea typeface="+mn-ea"/>
                <a:cs typeface="+mn-cs"/>
              </a:rPr>
              <a:t>Threads are also useful for structuring processes that are part of the OS kernel as</a:t>
            </a:r>
          </a:p>
          <a:p>
            <a:r>
              <a:rPr lang="en-US" sz="1200" kern="1200" baseline="0" dirty="0">
                <a:solidFill>
                  <a:schemeClr val="tx1"/>
                </a:solidFill>
                <a:latin typeface="+mn-lt"/>
                <a:ea typeface="+mn-ea"/>
                <a:cs typeface="+mn-cs"/>
              </a:rPr>
              <a:t>described in subsequent chapters.</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64</a:t>
            </a:fld>
            <a:endParaRPr lang="en-US" dirty="0"/>
          </a:p>
        </p:txBody>
      </p:sp>
    </p:spTree>
    <p:extLst>
      <p:ext uri="{BB962C8B-B14F-4D97-AF65-F5344CB8AC3E}">
        <p14:creationId xmlns:p14="http://schemas.microsoft.com/office/powerpoint/2010/main" val="1693306073"/>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fontScale="47500" lnSpcReduction="20000"/>
          </a:bodyPr>
          <a:lstStyle/>
          <a:p>
            <a:r>
              <a:rPr lang="en-US" sz="1200" kern="1200" baseline="0" dirty="0">
                <a:solidFill>
                  <a:schemeClr val="tx1"/>
                </a:solidFill>
                <a:latin typeface="+mn-lt"/>
                <a:ea typeface="+mn-ea"/>
                <a:cs typeface="+mn-cs"/>
              </a:rPr>
              <a:t>Most applications can, in principle, be</a:t>
            </a:r>
          </a:p>
          <a:p>
            <a:r>
              <a:rPr lang="en-US" sz="1200" kern="1200" baseline="0" dirty="0">
                <a:solidFill>
                  <a:schemeClr val="tx1"/>
                </a:solidFill>
                <a:latin typeface="+mn-lt"/>
                <a:ea typeface="+mn-ea"/>
                <a:cs typeface="+mn-cs"/>
              </a:rPr>
              <a:t>subdivided into multiple tasks that can execute in parallel, with these tasks then</a:t>
            </a:r>
          </a:p>
          <a:p>
            <a:r>
              <a:rPr lang="en-US" sz="1200" kern="1200" baseline="0" dirty="0">
                <a:solidFill>
                  <a:schemeClr val="tx1"/>
                </a:solidFill>
                <a:latin typeface="+mn-lt"/>
                <a:ea typeface="+mn-ea"/>
                <a:cs typeface="+mn-cs"/>
              </a:rPr>
              <a:t>being implemented as multiple processes, perhaps each with multiple threads. The</a:t>
            </a:r>
          </a:p>
          <a:p>
            <a:r>
              <a:rPr lang="en-US" sz="1200" kern="1200" baseline="0" dirty="0">
                <a:solidFill>
                  <a:schemeClr val="tx1"/>
                </a:solidFill>
                <a:latin typeface="+mn-lt"/>
                <a:ea typeface="+mn-ea"/>
                <a:cs typeface="+mn-cs"/>
              </a:rPr>
              <a:t>difficulty is that the developer must decide how to split up the application work into</a:t>
            </a:r>
          </a:p>
          <a:p>
            <a:r>
              <a:rPr lang="en-US" sz="1200" kern="1200" baseline="0" dirty="0">
                <a:solidFill>
                  <a:schemeClr val="tx1"/>
                </a:solidFill>
                <a:latin typeface="+mn-lt"/>
                <a:ea typeface="+mn-ea"/>
                <a:cs typeface="+mn-cs"/>
              </a:rPr>
              <a:t>independently executable tasks. That is, the developer must decide what pieces can</a:t>
            </a:r>
          </a:p>
          <a:p>
            <a:r>
              <a:rPr lang="en-US" sz="1200" kern="1200" baseline="0" dirty="0">
                <a:solidFill>
                  <a:schemeClr val="tx1"/>
                </a:solidFill>
                <a:latin typeface="+mn-lt"/>
                <a:ea typeface="+mn-ea"/>
                <a:cs typeface="+mn-cs"/>
              </a:rPr>
              <a:t>or should be executed asynchronously or in parallel. It is primarily the compiler and</a:t>
            </a:r>
          </a:p>
          <a:p>
            <a:r>
              <a:rPr lang="en-US" sz="1200" kern="1200" baseline="0" dirty="0">
                <a:solidFill>
                  <a:schemeClr val="tx1"/>
                </a:solidFill>
                <a:latin typeface="+mn-lt"/>
                <a:ea typeface="+mn-ea"/>
                <a:cs typeface="+mn-cs"/>
              </a:rPr>
              <a:t>the programming language features that support the parallel programming design</a:t>
            </a:r>
          </a:p>
          <a:p>
            <a:r>
              <a:rPr lang="en-US" sz="1200" kern="1200" baseline="0" dirty="0">
                <a:solidFill>
                  <a:schemeClr val="tx1"/>
                </a:solidFill>
                <a:latin typeface="+mn-lt"/>
                <a:ea typeface="+mn-ea"/>
                <a:cs typeface="+mn-cs"/>
              </a:rPr>
              <a:t>process. But, the OS can support this design process, at minimum, by efficiently</a:t>
            </a:r>
          </a:p>
          <a:p>
            <a:r>
              <a:rPr lang="en-US" sz="1200" kern="1200" baseline="0" dirty="0">
                <a:solidFill>
                  <a:schemeClr val="tx1"/>
                </a:solidFill>
                <a:latin typeface="+mn-lt"/>
                <a:ea typeface="+mn-ea"/>
                <a:cs typeface="+mn-cs"/>
              </a:rPr>
              <a:t>allocating resources among parallel tasks as defined by the developer.</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Perhaps the most effective initiative to support developers is implemented in</a:t>
            </a:r>
          </a:p>
          <a:p>
            <a:r>
              <a:rPr lang="en-US" sz="1200" kern="1200" baseline="0" dirty="0">
                <a:solidFill>
                  <a:schemeClr val="tx1"/>
                </a:solidFill>
                <a:latin typeface="+mn-lt"/>
                <a:ea typeface="+mn-ea"/>
                <a:cs typeface="+mn-cs"/>
              </a:rPr>
              <a:t>the latest release of the UNIX-based Mac OS X operating system. Mac OS X 10.6</a:t>
            </a:r>
          </a:p>
          <a:p>
            <a:r>
              <a:rPr lang="en-US" sz="1200" kern="1200" baseline="0" dirty="0">
                <a:solidFill>
                  <a:schemeClr val="tx1"/>
                </a:solidFill>
                <a:latin typeface="+mn-lt"/>
                <a:ea typeface="+mn-ea"/>
                <a:cs typeface="+mn-cs"/>
              </a:rPr>
              <a:t>includes a multicore support capability known as Grand Central Dispatch (GCD).</a:t>
            </a:r>
          </a:p>
          <a:p>
            <a:r>
              <a:rPr lang="en-US" sz="1200" kern="1200" baseline="0" dirty="0">
                <a:solidFill>
                  <a:schemeClr val="tx1"/>
                </a:solidFill>
                <a:latin typeface="+mn-lt"/>
                <a:ea typeface="+mn-ea"/>
                <a:cs typeface="+mn-cs"/>
              </a:rPr>
              <a:t>GCD does not help the developer decide how to break up a task or application into</a:t>
            </a:r>
          </a:p>
          <a:p>
            <a:r>
              <a:rPr lang="en-US" sz="1200" kern="1200" baseline="0" dirty="0">
                <a:solidFill>
                  <a:schemeClr val="tx1"/>
                </a:solidFill>
                <a:latin typeface="+mn-lt"/>
                <a:ea typeface="+mn-ea"/>
                <a:cs typeface="+mn-cs"/>
              </a:rPr>
              <a:t>separate concurrent parts. But once a developer has identified something that can</a:t>
            </a:r>
          </a:p>
          <a:p>
            <a:r>
              <a:rPr lang="en-US" sz="1200" kern="1200" baseline="0" dirty="0">
                <a:solidFill>
                  <a:schemeClr val="tx1"/>
                </a:solidFill>
                <a:latin typeface="+mn-lt"/>
                <a:ea typeface="+mn-ea"/>
                <a:cs typeface="+mn-cs"/>
              </a:rPr>
              <a:t>be split off into a separate task, GCD makes it as easy and noninvasive as possible</a:t>
            </a:r>
          </a:p>
          <a:p>
            <a:r>
              <a:rPr lang="en-US" sz="1200" kern="1200" baseline="0" dirty="0">
                <a:solidFill>
                  <a:schemeClr val="tx1"/>
                </a:solidFill>
                <a:latin typeface="+mn-lt"/>
                <a:ea typeface="+mn-ea"/>
                <a:cs typeface="+mn-cs"/>
              </a:rPr>
              <a:t>to actually do so.</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In essence, GCD is a thread pool mechanism, in which the OS maps tasks onto</a:t>
            </a:r>
          </a:p>
          <a:p>
            <a:r>
              <a:rPr lang="en-US" sz="1200" kern="1200" baseline="0" dirty="0">
                <a:solidFill>
                  <a:schemeClr val="tx1"/>
                </a:solidFill>
                <a:latin typeface="+mn-lt"/>
                <a:ea typeface="+mn-ea"/>
                <a:cs typeface="+mn-cs"/>
              </a:rPr>
              <a:t>threads representing an available degree of concurrency (plus threads for blocking</a:t>
            </a:r>
          </a:p>
          <a:p>
            <a:r>
              <a:rPr lang="en-US" sz="1200" kern="1200" baseline="0" dirty="0">
                <a:solidFill>
                  <a:schemeClr val="tx1"/>
                </a:solidFill>
                <a:latin typeface="+mn-lt"/>
                <a:ea typeface="+mn-ea"/>
                <a:cs typeface="+mn-cs"/>
              </a:rPr>
              <a:t>on I/O). Windows also has a thread pool mechanism (since 2000), and thread</a:t>
            </a:r>
          </a:p>
          <a:p>
            <a:r>
              <a:rPr lang="en-US" sz="1200" kern="1200" baseline="0" dirty="0">
                <a:solidFill>
                  <a:schemeClr val="tx1"/>
                </a:solidFill>
                <a:latin typeface="+mn-lt"/>
                <a:ea typeface="+mn-ea"/>
                <a:cs typeface="+mn-cs"/>
              </a:rPr>
              <a:t>pools have been heavily used in server applications for years. What is new in GCD</a:t>
            </a:r>
          </a:p>
          <a:p>
            <a:r>
              <a:rPr lang="en-US" sz="1200" kern="1200" baseline="0" dirty="0">
                <a:solidFill>
                  <a:schemeClr val="tx1"/>
                </a:solidFill>
                <a:latin typeface="+mn-lt"/>
                <a:ea typeface="+mn-ea"/>
                <a:cs typeface="+mn-cs"/>
              </a:rPr>
              <a:t>is the extension to programming languages to allow anonymous functions (called</a:t>
            </a:r>
          </a:p>
          <a:p>
            <a:r>
              <a:rPr lang="en-US" sz="1200" kern="1200" baseline="0" dirty="0">
                <a:solidFill>
                  <a:schemeClr val="tx1"/>
                </a:solidFill>
                <a:latin typeface="+mn-lt"/>
                <a:ea typeface="+mn-ea"/>
                <a:cs typeface="+mn-cs"/>
              </a:rPr>
              <a:t>blocks) as a way of specifying tasks. GCD is hence not a major evolutionary step.</a:t>
            </a:r>
          </a:p>
          <a:p>
            <a:r>
              <a:rPr lang="en-US" sz="1200" kern="1200" baseline="0" dirty="0">
                <a:solidFill>
                  <a:schemeClr val="tx1"/>
                </a:solidFill>
                <a:latin typeface="+mn-lt"/>
                <a:ea typeface="+mn-ea"/>
                <a:cs typeface="+mn-cs"/>
              </a:rPr>
              <a:t>Nevertheless, it is a new and valuable tool for exploiting the available parallelism of</a:t>
            </a:r>
          </a:p>
          <a:p>
            <a:r>
              <a:rPr lang="en-US" sz="1200" kern="1200" baseline="0" dirty="0">
                <a:solidFill>
                  <a:schemeClr val="tx1"/>
                </a:solidFill>
                <a:latin typeface="+mn-lt"/>
                <a:ea typeface="+mn-ea"/>
                <a:cs typeface="+mn-cs"/>
              </a:rPr>
              <a:t>a multicore system.</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One of Apple’s slogans for GCD is “islands of serialization in a sea of concurrency.”</a:t>
            </a:r>
          </a:p>
          <a:p>
            <a:r>
              <a:rPr lang="en-US" sz="1200" kern="1200" baseline="0" dirty="0">
                <a:solidFill>
                  <a:schemeClr val="tx1"/>
                </a:solidFill>
                <a:latin typeface="+mn-lt"/>
                <a:ea typeface="+mn-ea"/>
                <a:cs typeface="+mn-cs"/>
              </a:rPr>
              <a:t>That captures the practical reality of adding more concurrency to run-of-the-mill</a:t>
            </a:r>
          </a:p>
          <a:p>
            <a:r>
              <a:rPr lang="en-US" sz="1200" kern="1200" baseline="0" dirty="0">
                <a:solidFill>
                  <a:schemeClr val="tx1"/>
                </a:solidFill>
                <a:latin typeface="+mn-lt"/>
                <a:ea typeface="+mn-ea"/>
                <a:cs typeface="+mn-cs"/>
              </a:rPr>
              <a:t>desktop applications. Those islands are what isolate developers from the thorny</a:t>
            </a:r>
          </a:p>
          <a:p>
            <a:r>
              <a:rPr lang="en-US" sz="1200" kern="1200" baseline="0" dirty="0">
                <a:solidFill>
                  <a:schemeClr val="tx1"/>
                </a:solidFill>
                <a:latin typeface="+mn-lt"/>
                <a:ea typeface="+mn-ea"/>
                <a:cs typeface="+mn-cs"/>
              </a:rPr>
              <a:t>problems of simultaneous data access, deadlock, and other pitfalls of multithreading.</a:t>
            </a:r>
          </a:p>
          <a:p>
            <a:r>
              <a:rPr lang="en-US" sz="1200" kern="1200" baseline="0" dirty="0">
                <a:solidFill>
                  <a:schemeClr val="tx1"/>
                </a:solidFill>
                <a:latin typeface="+mn-lt"/>
                <a:ea typeface="+mn-ea"/>
                <a:cs typeface="+mn-cs"/>
              </a:rPr>
              <a:t>Developers are encouraged to identify functions of their applications that would be</a:t>
            </a:r>
          </a:p>
          <a:p>
            <a:r>
              <a:rPr lang="en-US" sz="1200" kern="1200" baseline="0" dirty="0">
                <a:solidFill>
                  <a:schemeClr val="tx1"/>
                </a:solidFill>
                <a:latin typeface="+mn-lt"/>
                <a:ea typeface="+mn-ea"/>
                <a:cs typeface="+mn-cs"/>
              </a:rPr>
              <a:t>better executed off the main thread, even if they are made up of several sequential or</a:t>
            </a:r>
          </a:p>
          <a:p>
            <a:r>
              <a:rPr lang="en-US" sz="1200" kern="1200" baseline="0" dirty="0">
                <a:solidFill>
                  <a:schemeClr val="tx1"/>
                </a:solidFill>
                <a:latin typeface="+mn-lt"/>
                <a:ea typeface="+mn-ea"/>
                <a:cs typeface="+mn-cs"/>
              </a:rPr>
              <a:t>otherwise partially interdependent tasks. GCD makes it easy to break off the entire</a:t>
            </a:r>
          </a:p>
          <a:p>
            <a:r>
              <a:rPr lang="en-US" sz="1200" kern="1200" baseline="0" dirty="0">
                <a:solidFill>
                  <a:schemeClr val="tx1"/>
                </a:solidFill>
                <a:latin typeface="+mn-lt"/>
                <a:ea typeface="+mn-ea"/>
                <a:cs typeface="+mn-cs"/>
              </a:rPr>
              <a:t>unit of work while maintaining the existing order and dependencies between subtasks.</a:t>
            </a:r>
          </a:p>
          <a:p>
            <a:r>
              <a:rPr lang="en-US" sz="1200" kern="1200" baseline="0" dirty="0">
                <a:solidFill>
                  <a:schemeClr val="tx1"/>
                </a:solidFill>
                <a:latin typeface="+mn-lt"/>
                <a:ea typeface="+mn-ea"/>
                <a:cs typeface="+mn-cs"/>
              </a:rPr>
              <a:t>In later chapters, we look at some of the details of GCD.</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65</a:t>
            </a:fld>
            <a:endParaRPr lang="en-US" dirty="0"/>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B1F781F4-099F-4112-9B1E-8A4E4163911A}" type="slidenum">
              <a:rPr lang="en-US" smtClean="0"/>
              <a:pPr>
                <a:defRPr/>
              </a:pPr>
              <a:t>66</a:t>
            </a:fld>
            <a:endParaRPr lang="en-US" dirty="0"/>
          </a:p>
        </p:txBody>
      </p:sp>
    </p:spTree>
    <p:extLst>
      <p:ext uri="{BB962C8B-B14F-4D97-AF65-F5344CB8AC3E}">
        <p14:creationId xmlns:p14="http://schemas.microsoft.com/office/powerpoint/2010/main" val="3022841378"/>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fontScale="40000" lnSpcReduction="20000"/>
          </a:bodyPr>
          <a:lstStyle/>
          <a:p>
            <a:r>
              <a:rPr lang="en-US" sz="1200" kern="1200" baseline="0" dirty="0">
                <a:solidFill>
                  <a:schemeClr val="tx1"/>
                </a:solidFill>
                <a:latin typeface="+mn-lt"/>
                <a:ea typeface="+mn-ea"/>
                <a:cs typeface="+mn-cs"/>
              </a:rPr>
              <a:t> The history of UNIX is an oft-told tale and will not be repeated in great detail here.</a:t>
            </a:r>
          </a:p>
          <a:p>
            <a:r>
              <a:rPr lang="en-US" sz="1200" kern="1200" baseline="0" dirty="0">
                <a:solidFill>
                  <a:schemeClr val="tx1"/>
                </a:solidFill>
                <a:latin typeface="+mn-lt"/>
                <a:ea typeface="+mn-ea"/>
                <a:cs typeface="+mn-cs"/>
              </a:rPr>
              <a:t>Instead, we provide a brief summary.</a:t>
            </a:r>
          </a:p>
          <a:p>
            <a:r>
              <a:rPr lang="en-US" sz="1200" kern="1200" baseline="0" dirty="0">
                <a:solidFill>
                  <a:schemeClr val="tx1"/>
                </a:solidFill>
                <a:latin typeface="+mn-lt"/>
                <a:ea typeface="+mn-ea"/>
                <a:cs typeface="+mn-cs"/>
              </a:rPr>
              <a:t>UNIX was initially developed at Bell Labs and became operational on a</a:t>
            </a:r>
          </a:p>
          <a:p>
            <a:r>
              <a:rPr lang="en-US" sz="1200" kern="1200" baseline="0" dirty="0">
                <a:solidFill>
                  <a:schemeClr val="tx1"/>
                </a:solidFill>
                <a:latin typeface="+mn-lt"/>
                <a:ea typeface="+mn-ea"/>
                <a:cs typeface="+mn-cs"/>
              </a:rPr>
              <a:t>PDP-7 in 1970. Some of the people involved at Bell Labs had also participated in</a:t>
            </a:r>
          </a:p>
          <a:p>
            <a:r>
              <a:rPr lang="en-US" sz="1200" kern="1200" baseline="0" dirty="0">
                <a:solidFill>
                  <a:schemeClr val="tx1"/>
                </a:solidFill>
                <a:latin typeface="+mn-lt"/>
                <a:ea typeface="+mn-ea"/>
                <a:cs typeface="+mn-cs"/>
              </a:rPr>
              <a:t>the time-sharing work being done at MIT’s Project MAC. That project led to the</a:t>
            </a:r>
          </a:p>
          <a:p>
            <a:r>
              <a:rPr lang="en-US" sz="1200" kern="1200" baseline="0" dirty="0">
                <a:solidFill>
                  <a:schemeClr val="tx1"/>
                </a:solidFill>
                <a:latin typeface="+mn-lt"/>
                <a:ea typeface="+mn-ea"/>
                <a:cs typeface="+mn-cs"/>
              </a:rPr>
              <a:t>development of first CTSS and then </a:t>
            </a:r>
            <a:r>
              <a:rPr lang="en-US" sz="1200" kern="1200" baseline="0" dirty="0" err="1">
                <a:solidFill>
                  <a:schemeClr val="tx1"/>
                </a:solidFill>
                <a:latin typeface="+mn-lt"/>
                <a:ea typeface="+mn-ea"/>
                <a:cs typeface="+mn-cs"/>
              </a:rPr>
              <a:t>Multics</a:t>
            </a:r>
            <a:r>
              <a:rPr lang="en-US" sz="1200" kern="1200" baseline="0" dirty="0">
                <a:solidFill>
                  <a:schemeClr val="tx1"/>
                </a:solidFill>
                <a:latin typeface="+mn-lt"/>
                <a:ea typeface="+mn-ea"/>
                <a:cs typeface="+mn-cs"/>
              </a:rPr>
              <a:t>. Although it is common to say that</a:t>
            </a:r>
          </a:p>
          <a:p>
            <a:r>
              <a:rPr lang="en-US" sz="1200" kern="1200" baseline="0" dirty="0">
                <a:solidFill>
                  <a:schemeClr val="tx1"/>
                </a:solidFill>
                <a:latin typeface="+mn-lt"/>
                <a:ea typeface="+mn-ea"/>
                <a:cs typeface="+mn-cs"/>
              </a:rPr>
              <a:t>the original UNIX was a scaled-down version of </a:t>
            </a:r>
            <a:r>
              <a:rPr lang="en-US" sz="1200" kern="1200" baseline="0" dirty="0" err="1">
                <a:solidFill>
                  <a:schemeClr val="tx1"/>
                </a:solidFill>
                <a:latin typeface="+mn-lt"/>
                <a:ea typeface="+mn-ea"/>
                <a:cs typeface="+mn-cs"/>
              </a:rPr>
              <a:t>Multics</a:t>
            </a:r>
            <a:r>
              <a:rPr lang="en-US" sz="1200" kern="1200" baseline="0" dirty="0">
                <a:solidFill>
                  <a:schemeClr val="tx1"/>
                </a:solidFill>
                <a:latin typeface="+mn-lt"/>
                <a:ea typeface="+mn-ea"/>
                <a:cs typeface="+mn-cs"/>
              </a:rPr>
              <a:t>, the developers of UNIX</a:t>
            </a:r>
          </a:p>
          <a:p>
            <a:r>
              <a:rPr lang="en-US" sz="1200" kern="1200" baseline="0" dirty="0">
                <a:solidFill>
                  <a:schemeClr val="tx1"/>
                </a:solidFill>
                <a:latin typeface="+mn-lt"/>
                <a:ea typeface="+mn-ea"/>
                <a:cs typeface="+mn-cs"/>
              </a:rPr>
              <a:t>actually claimed to be more influenced by CTSS [RITC78]. Nevertheless, UNIX</a:t>
            </a:r>
          </a:p>
          <a:p>
            <a:r>
              <a:rPr lang="en-US" sz="1200" kern="1200" baseline="0" dirty="0">
                <a:solidFill>
                  <a:schemeClr val="tx1"/>
                </a:solidFill>
                <a:latin typeface="+mn-lt"/>
                <a:ea typeface="+mn-ea"/>
                <a:cs typeface="+mn-cs"/>
              </a:rPr>
              <a:t>incorporated many ideas from </a:t>
            </a:r>
            <a:r>
              <a:rPr lang="en-US" sz="1200" kern="1200" baseline="0" dirty="0" err="1">
                <a:solidFill>
                  <a:schemeClr val="tx1"/>
                </a:solidFill>
                <a:latin typeface="+mn-lt"/>
                <a:ea typeface="+mn-ea"/>
                <a:cs typeface="+mn-cs"/>
              </a:rPr>
              <a:t>Multics</a:t>
            </a:r>
            <a:r>
              <a:rPr lang="en-US" sz="1200" kern="1200" baseline="0" dirty="0">
                <a:solidFill>
                  <a:schemeClr val="tx1"/>
                </a:solidFill>
                <a:latin typeface="+mn-lt"/>
                <a:ea typeface="+mn-ea"/>
                <a:cs typeface="+mn-cs"/>
              </a:rPr>
              <a:t>.</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Work on UNIX at Bell Labs, and later elsewhere, produced a series of versions</a:t>
            </a:r>
          </a:p>
          <a:p>
            <a:r>
              <a:rPr lang="en-US" sz="1200" kern="1200" baseline="0" dirty="0">
                <a:solidFill>
                  <a:schemeClr val="tx1"/>
                </a:solidFill>
                <a:latin typeface="+mn-lt"/>
                <a:ea typeface="+mn-ea"/>
                <a:cs typeface="+mn-cs"/>
              </a:rPr>
              <a:t>of UNIX. The first notable milestone was porting the UNIX system from the PDP-7 to</a:t>
            </a:r>
          </a:p>
          <a:p>
            <a:r>
              <a:rPr lang="en-US" sz="1200" kern="1200" baseline="0" dirty="0">
                <a:solidFill>
                  <a:schemeClr val="tx1"/>
                </a:solidFill>
                <a:latin typeface="+mn-lt"/>
                <a:ea typeface="+mn-ea"/>
                <a:cs typeface="+mn-cs"/>
              </a:rPr>
              <a:t>the PDP-11. This was the first hint that UNIX would be an OS for all computers. The</a:t>
            </a:r>
          </a:p>
          <a:p>
            <a:r>
              <a:rPr lang="en-US" sz="1200" kern="1200" baseline="0" dirty="0">
                <a:solidFill>
                  <a:schemeClr val="tx1"/>
                </a:solidFill>
                <a:latin typeface="+mn-lt"/>
                <a:ea typeface="+mn-ea"/>
                <a:cs typeface="+mn-cs"/>
              </a:rPr>
              <a:t>next important milestone was the rewriting of UNIX in the programming language</a:t>
            </a:r>
          </a:p>
          <a:p>
            <a:r>
              <a:rPr lang="en-US" sz="1200" kern="1200" baseline="0" dirty="0">
                <a:solidFill>
                  <a:schemeClr val="tx1"/>
                </a:solidFill>
                <a:latin typeface="+mn-lt"/>
                <a:ea typeface="+mn-ea"/>
                <a:cs typeface="+mn-cs"/>
              </a:rPr>
              <a:t>C. This was an unheard-of strategy at the time. It was generally felt that something as</a:t>
            </a:r>
          </a:p>
          <a:p>
            <a:r>
              <a:rPr lang="en-US" sz="1200" kern="1200" baseline="0" dirty="0">
                <a:solidFill>
                  <a:schemeClr val="tx1"/>
                </a:solidFill>
                <a:latin typeface="+mn-lt"/>
                <a:ea typeface="+mn-ea"/>
                <a:cs typeface="+mn-cs"/>
              </a:rPr>
              <a:t>complex as an OS, which must deal with time-critical events, had to be written exclusively</a:t>
            </a:r>
          </a:p>
          <a:p>
            <a:r>
              <a:rPr lang="en-US" sz="1200" kern="1200" baseline="0" dirty="0">
                <a:solidFill>
                  <a:schemeClr val="tx1"/>
                </a:solidFill>
                <a:latin typeface="+mn-lt"/>
                <a:ea typeface="+mn-ea"/>
                <a:cs typeface="+mn-cs"/>
              </a:rPr>
              <a:t>in assembly language. Reasons for this attitude include the following:</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Memory (both RAM and secondary store) was small and expensive by today’s</a:t>
            </a:r>
          </a:p>
          <a:p>
            <a:r>
              <a:rPr lang="en-US" sz="1200" kern="1200" baseline="0" dirty="0">
                <a:solidFill>
                  <a:schemeClr val="tx1"/>
                </a:solidFill>
                <a:latin typeface="+mn-lt"/>
                <a:ea typeface="+mn-ea"/>
                <a:cs typeface="+mn-cs"/>
              </a:rPr>
              <a:t>standards, so effective use was important. This included various techniques for</a:t>
            </a:r>
          </a:p>
          <a:p>
            <a:r>
              <a:rPr lang="en-US" sz="1200" kern="1200" baseline="0" dirty="0">
                <a:solidFill>
                  <a:schemeClr val="tx1"/>
                </a:solidFill>
                <a:latin typeface="+mn-lt"/>
                <a:ea typeface="+mn-ea"/>
                <a:cs typeface="+mn-cs"/>
              </a:rPr>
              <a:t>overlaying memory with different code and data segments, and self-modifying</a:t>
            </a:r>
          </a:p>
          <a:p>
            <a:r>
              <a:rPr lang="en-US" sz="1200" kern="1200" baseline="0" dirty="0">
                <a:solidFill>
                  <a:schemeClr val="tx1"/>
                </a:solidFill>
                <a:latin typeface="+mn-lt"/>
                <a:ea typeface="+mn-ea"/>
                <a:cs typeface="+mn-cs"/>
              </a:rPr>
              <a:t>code.</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Even though compilers had been available since the 1950s, the computer</a:t>
            </a:r>
          </a:p>
          <a:p>
            <a:r>
              <a:rPr lang="en-US" sz="1200" kern="1200" baseline="0" dirty="0">
                <a:solidFill>
                  <a:schemeClr val="tx1"/>
                </a:solidFill>
                <a:latin typeface="+mn-lt"/>
                <a:ea typeface="+mn-ea"/>
                <a:cs typeface="+mn-cs"/>
              </a:rPr>
              <a:t>industry was generally skeptical of the quality of automatically generated</a:t>
            </a:r>
          </a:p>
          <a:p>
            <a:r>
              <a:rPr lang="en-US" sz="1200" kern="1200" baseline="0" dirty="0">
                <a:solidFill>
                  <a:schemeClr val="tx1"/>
                </a:solidFill>
                <a:latin typeface="+mn-lt"/>
                <a:ea typeface="+mn-ea"/>
                <a:cs typeface="+mn-cs"/>
              </a:rPr>
              <a:t>code. With resource capacity small, efficient code, both in terms of time and</a:t>
            </a:r>
          </a:p>
          <a:p>
            <a:r>
              <a:rPr lang="en-US" sz="1200" kern="1200" baseline="0" dirty="0">
                <a:solidFill>
                  <a:schemeClr val="tx1"/>
                </a:solidFill>
                <a:latin typeface="+mn-lt"/>
                <a:ea typeface="+mn-ea"/>
                <a:cs typeface="+mn-cs"/>
              </a:rPr>
              <a:t>space, was essential.</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Processor and bus speeds were relatively slow, so saving clock cycles could</a:t>
            </a:r>
          </a:p>
          <a:p>
            <a:r>
              <a:rPr lang="en-US" sz="1200" kern="1200" baseline="0" dirty="0">
                <a:solidFill>
                  <a:schemeClr val="tx1"/>
                </a:solidFill>
                <a:latin typeface="+mn-lt"/>
                <a:ea typeface="+mn-ea"/>
                <a:cs typeface="+mn-cs"/>
              </a:rPr>
              <a:t>make a substantial difference in execution time.</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The C implementation demonstrated the advantages of using a high-level</a:t>
            </a:r>
          </a:p>
          <a:p>
            <a:r>
              <a:rPr lang="en-US" sz="1200" kern="1200" baseline="0" dirty="0">
                <a:solidFill>
                  <a:schemeClr val="tx1"/>
                </a:solidFill>
                <a:latin typeface="+mn-lt"/>
                <a:ea typeface="+mn-ea"/>
                <a:cs typeface="+mn-cs"/>
              </a:rPr>
              <a:t>language for most if not all of the system code. Today, virtually all UNIX implementations</a:t>
            </a:r>
          </a:p>
          <a:p>
            <a:r>
              <a:rPr lang="en-US" sz="1200" kern="1200" baseline="0" dirty="0">
                <a:solidFill>
                  <a:schemeClr val="tx1"/>
                </a:solidFill>
                <a:latin typeface="+mn-lt"/>
                <a:ea typeface="+mn-ea"/>
                <a:cs typeface="+mn-cs"/>
              </a:rPr>
              <a:t>are written in C.</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These early versions of UNIX were popular within Bell Labs. In 1974, the</a:t>
            </a:r>
          </a:p>
          <a:p>
            <a:r>
              <a:rPr lang="en-US" sz="1200" kern="1200" baseline="0" dirty="0">
                <a:solidFill>
                  <a:schemeClr val="tx1"/>
                </a:solidFill>
                <a:latin typeface="+mn-lt"/>
                <a:ea typeface="+mn-ea"/>
                <a:cs typeface="+mn-cs"/>
              </a:rPr>
              <a:t>UNIX system was described in a technical journal for the first time [RITC74]. This</a:t>
            </a:r>
          </a:p>
          <a:p>
            <a:r>
              <a:rPr lang="en-US" sz="1200" kern="1200" baseline="0" dirty="0">
                <a:solidFill>
                  <a:schemeClr val="tx1"/>
                </a:solidFill>
                <a:latin typeface="+mn-lt"/>
                <a:ea typeface="+mn-ea"/>
                <a:cs typeface="+mn-cs"/>
              </a:rPr>
              <a:t>spurred great interest in the system. Licenses for UNIX were provided to commercial</a:t>
            </a:r>
          </a:p>
          <a:p>
            <a:r>
              <a:rPr lang="en-US" sz="1200" kern="1200" baseline="0" dirty="0">
                <a:solidFill>
                  <a:schemeClr val="tx1"/>
                </a:solidFill>
                <a:latin typeface="+mn-lt"/>
                <a:ea typeface="+mn-ea"/>
                <a:cs typeface="+mn-cs"/>
              </a:rPr>
              <a:t>institutions as well as universities. The first widely available version outside Bell</a:t>
            </a:r>
          </a:p>
          <a:p>
            <a:r>
              <a:rPr lang="en-US" sz="1200" kern="1200" baseline="0" dirty="0">
                <a:solidFill>
                  <a:schemeClr val="tx1"/>
                </a:solidFill>
                <a:latin typeface="+mn-lt"/>
                <a:ea typeface="+mn-ea"/>
                <a:cs typeface="+mn-cs"/>
              </a:rPr>
              <a:t>Labs was Version 6, in 1976. The follow-on Version 7, released in 1978, is the ancestor</a:t>
            </a:r>
          </a:p>
          <a:p>
            <a:r>
              <a:rPr lang="en-US" sz="1200" kern="1200" baseline="0" dirty="0">
                <a:solidFill>
                  <a:schemeClr val="tx1"/>
                </a:solidFill>
                <a:latin typeface="+mn-lt"/>
                <a:ea typeface="+mn-ea"/>
                <a:cs typeface="+mn-cs"/>
              </a:rPr>
              <a:t>of most modern UNIX systems. The most important of the non-AT&amp;T systems</a:t>
            </a:r>
          </a:p>
          <a:p>
            <a:r>
              <a:rPr lang="en-US" sz="1200" kern="1200" baseline="0" dirty="0">
                <a:solidFill>
                  <a:schemeClr val="tx1"/>
                </a:solidFill>
                <a:latin typeface="+mn-lt"/>
                <a:ea typeface="+mn-ea"/>
                <a:cs typeface="+mn-cs"/>
              </a:rPr>
              <a:t>to be developed was done at the University of California at Berkeley, called UNIX</a:t>
            </a:r>
          </a:p>
          <a:p>
            <a:r>
              <a:rPr lang="en-US" sz="1200" kern="1200" baseline="0" dirty="0">
                <a:solidFill>
                  <a:schemeClr val="tx1"/>
                </a:solidFill>
                <a:latin typeface="+mn-lt"/>
                <a:ea typeface="+mn-ea"/>
                <a:cs typeface="+mn-cs"/>
              </a:rPr>
              <a:t>BSD (Berkeley Software Distribution), running first on PDP and then VAX computers.</a:t>
            </a:r>
          </a:p>
          <a:p>
            <a:r>
              <a:rPr lang="en-US" sz="1200" kern="1200" baseline="0" dirty="0">
                <a:solidFill>
                  <a:schemeClr val="tx1"/>
                </a:solidFill>
                <a:latin typeface="+mn-lt"/>
                <a:ea typeface="+mn-ea"/>
                <a:cs typeface="+mn-cs"/>
              </a:rPr>
              <a:t>AT&amp;T continued to develop and refine the system. By 1982, Bell Labs had</a:t>
            </a:r>
          </a:p>
          <a:p>
            <a:r>
              <a:rPr lang="en-US" sz="1200" kern="1200" baseline="0" dirty="0">
                <a:solidFill>
                  <a:schemeClr val="tx1"/>
                </a:solidFill>
                <a:latin typeface="+mn-lt"/>
                <a:ea typeface="+mn-ea"/>
                <a:cs typeface="+mn-cs"/>
              </a:rPr>
              <a:t>combined several AT&amp;T variants of UNIX into a single system, marketed commercially</a:t>
            </a:r>
          </a:p>
          <a:p>
            <a:r>
              <a:rPr lang="en-US" sz="1200" kern="1200" baseline="0" dirty="0">
                <a:solidFill>
                  <a:schemeClr val="tx1"/>
                </a:solidFill>
                <a:latin typeface="+mn-lt"/>
                <a:ea typeface="+mn-ea"/>
                <a:cs typeface="+mn-cs"/>
              </a:rPr>
              <a:t>as UNIX System III. A number of features was later added to the OS to</a:t>
            </a:r>
          </a:p>
          <a:p>
            <a:r>
              <a:rPr lang="en-US" sz="1200" kern="1200" baseline="0" dirty="0">
                <a:solidFill>
                  <a:schemeClr val="tx1"/>
                </a:solidFill>
                <a:latin typeface="+mn-lt"/>
                <a:ea typeface="+mn-ea"/>
                <a:cs typeface="+mn-cs"/>
              </a:rPr>
              <a:t>produce UNIX System V.</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67</a:t>
            </a:fld>
            <a:endParaRPr lang="en-US" dirty="0"/>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Figure 2.15 provides a general description of the classic UNIX architecture. The</a:t>
            </a:r>
          </a:p>
          <a:p>
            <a:r>
              <a:rPr lang="en-US" sz="1200" kern="1200" baseline="0" dirty="0">
                <a:solidFill>
                  <a:schemeClr val="tx1"/>
                </a:solidFill>
                <a:latin typeface="+mn-lt"/>
                <a:ea typeface="+mn-ea"/>
                <a:cs typeface="+mn-cs"/>
              </a:rPr>
              <a:t>underlying hardware is surrounded by the OS software. The OS is often called the</a:t>
            </a:r>
          </a:p>
          <a:p>
            <a:r>
              <a:rPr lang="en-US" sz="1200" kern="1200" baseline="0" dirty="0">
                <a:solidFill>
                  <a:schemeClr val="tx1"/>
                </a:solidFill>
                <a:latin typeface="+mn-lt"/>
                <a:ea typeface="+mn-ea"/>
                <a:cs typeface="+mn-cs"/>
              </a:rPr>
              <a:t>system kernel, or simply the kernel, to emphasize its isolation from the user and applications.</a:t>
            </a:r>
          </a:p>
          <a:p>
            <a:r>
              <a:rPr lang="en-US" sz="1200" kern="1200" baseline="0" dirty="0">
                <a:solidFill>
                  <a:schemeClr val="tx1"/>
                </a:solidFill>
                <a:latin typeface="+mn-lt"/>
                <a:ea typeface="+mn-ea"/>
                <a:cs typeface="+mn-cs"/>
              </a:rPr>
              <a:t>It is the UNIX kernel that we will be concerned with in our use of UNIX as</a:t>
            </a:r>
          </a:p>
          <a:p>
            <a:r>
              <a:rPr lang="en-US" sz="1200" kern="1200" baseline="0" dirty="0">
                <a:solidFill>
                  <a:schemeClr val="tx1"/>
                </a:solidFill>
                <a:latin typeface="+mn-lt"/>
                <a:ea typeface="+mn-ea"/>
                <a:cs typeface="+mn-cs"/>
              </a:rPr>
              <a:t>an example in this book. UNIX also comes equipped with a number of user services</a:t>
            </a:r>
          </a:p>
          <a:p>
            <a:r>
              <a:rPr lang="en-US" sz="1200" kern="1200" baseline="0" dirty="0">
                <a:solidFill>
                  <a:schemeClr val="tx1"/>
                </a:solidFill>
                <a:latin typeface="+mn-lt"/>
                <a:ea typeface="+mn-ea"/>
                <a:cs typeface="+mn-cs"/>
              </a:rPr>
              <a:t>and interfaces that are considered part of the system. These can be grouped into</a:t>
            </a:r>
          </a:p>
          <a:p>
            <a:r>
              <a:rPr lang="en-US" sz="1200" kern="1200" baseline="0" dirty="0">
                <a:solidFill>
                  <a:schemeClr val="tx1"/>
                </a:solidFill>
                <a:latin typeface="+mn-lt"/>
                <a:ea typeface="+mn-ea"/>
                <a:cs typeface="+mn-cs"/>
              </a:rPr>
              <a:t>the shell, other interface software, and the components of the C compiler (compiler,</a:t>
            </a:r>
          </a:p>
          <a:p>
            <a:r>
              <a:rPr lang="en-US" sz="1200" kern="1200" baseline="0" dirty="0">
                <a:solidFill>
                  <a:schemeClr val="tx1"/>
                </a:solidFill>
                <a:latin typeface="+mn-lt"/>
                <a:ea typeface="+mn-ea"/>
                <a:cs typeface="+mn-cs"/>
              </a:rPr>
              <a:t>assembler, loader). The layer outside of this consists of user applications and the user</a:t>
            </a:r>
          </a:p>
          <a:p>
            <a:r>
              <a:rPr lang="en-US" sz="1200" kern="1200" baseline="0" dirty="0">
                <a:solidFill>
                  <a:schemeClr val="tx1"/>
                </a:solidFill>
                <a:latin typeface="+mn-lt"/>
                <a:ea typeface="+mn-ea"/>
                <a:cs typeface="+mn-cs"/>
              </a:rPr>
              <a:t>interface to the C compiler.</a:t>
            </a:r>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68</a:t>
            </a:fld>
            <a:endParaRPr lang="en-US" dirty="0"/>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A closer look at the kernel is provided in Figure 2.16 . User programs can</a:t>
            </a:r>
          </a:p>
          <a:p>
            <a:r>
              <a:rPr lang="en-US" sz="1200" kern="1200" baseline="0" dirty="0">
                <a:solidFill>
                  <a:schemeClr val="tx1"/>
                </a:solidFill>
                <a:latin typeface="+mn-lt"/>
                <a:ea typeface="+mn-ea"/>
                <a:cs typeface="+mn-cs"/>
              </a:rPr>
              <a:t>invoke OS services either directly or through library programs. The system call</a:t>
            </a:r>
          </a:p>
          <a:p>
            <a:r>
              <a:rPr lang="en-US" sz="1200" kern="1200" baseline="0" dirty="0">
                <a:solidFill>
                  <a:schemeClr val="tx1"/>
                </a:solidFill>
                <a:latin typeface="+mn-lt"/>
                <a:ea typeface="+mn-ea"/>
                <a:cs typeface="+mn-cs"/>
              </a:rPr>
              <a:t>interface is the boundary with the user and allows higher-level software to gain</a:t>
            </a:r>
          </a:p>
          <a:p>
            <a:r>
              <a:rPr lang="en-US" sz="1200" kern="1200" baseline="0" dirty="0">
                <a:solidFill>
                  <a:schemeClr val="tx1"/>
                </a:solidFill>
                <a:latin typeface="+mn-lt"/>
                <a:ea typeface="+mn-ea"/>
                <a:cs typeface="+mn-cs"/>
              </a:rPr>
              <a:t>access to specific kernel functions. At the other end, the OS contains primitive routines</a:t>
            </a:r>
          </a:p>
          <a:p>
            <a:r>
              <a:rPr lang="en-US" sz="1200" kern="1200" baseline="0" dirty="0">
                <a:solidFill>
                  <a:schemeClr val="tx1"/>
                </a:solidFill>
                <a:latin typeface="+mn-lt"/>
                <a:ea typeface="+mn-ea"/>
                <a:cs typeface="+mn-cs"/>
              </a:rPr>
              <a:t>that interact directly with the hardware. Between these two interfaces, the</a:t>
            </a:r>
          </a:p>
          <a:p>
            <a:r>
              <a:rPr lang="en-US" sz="1200" kern="1200" baseline="0" dirty="0">
                <a:solidFill>
                  <a:schemeClr val="tx1"/>
                </a:solidFill>
                <a:latin typeface="+mn-lt"/>
                <a:ea typeface="+mn-ea"/>
                <a:cs typeface="+mn-cs"/>
              </a:rPr>
              <a:t>system is divided into two main parts, one concerned with process control and the</a:t>
            </a:r>
          </a:p>
          <a:p>
            <a:r>
              <a:rPr lang="en-US" sz="1200" kern="1200" baseline="0" dirty="0">
                <a:solidFill>
                  <a:schemeClr val="tx1"/>
                </a:solidFill>
                <a:latin typeface="+mn-lt"/>
                <a:ea typeface="+mn-ea"/>
                <a:cs typeface="+mn-cs"/>
              </a:rPr>
              <a:t>other concerned with file management and I/O. The process control subsystem is</a:t>
            </a:r>
          </a:p>
          <a:p>
            <a:r>
              <a:rPr lang="en-US" sz="1200" kern="1200" baseline="0" dirty="0">
                <a:solidFill>
                  <a:schemeClr val="tx1"/>
                </a:solidFill>
                <a:latin typeface="+mn-lt"/>
                <a:ea typeface="+mn-ea"/>
                <a:cs typeface="+mn-cs"/>
              </a:rPr>
              <a:t>responsible for memory management, the scheduling and dispatching of processes,</a:t>
            </a:r>
          </a:p>
          <a:p>
            <a:r>
              <a:rPr lang="en-US" sz="1200" kern="1200" baseline="0" dirty="0">
                <a:solidFill>
                  <a:schemeClr val="tx1"/>
                </a:solidFill>
                <a:latin typeface="+mn-lt"/>
                <a:ea typeface="+mn-ea"/>
                <a:cs typeface="+mn-cs"/>
              </a:rPr>
              <a:t>and the synchronization and interprocess communication of processes. The file system</a:t>
            </a:r>
          </a:p>
          <a:p>
            <a:r>
              <a:rPr lang="en-US" sz="1200" kern="1200" baseline="0" dirty="0">
                <a:solidFill>
                  <a:schemeClr val="tx1"/>
                </a:solidFill>
                <a:latin typeface="+mn-lt"/>
                <a:ea typeface="+mn-ea"/>
                <a:cs typeface="+mn-cs"/>
              </a:rPr>
              <a:t>exchanges data between memory and external devices either as a stream of</a:t>
            </a:r>
          </a:p>
          <a:p>
            <a:r>
              <a:rPr lang="en-US" sz="1200" kern="1200" baseline="0" dirty="0">
                <a:solidFill>
                  <a:schemeClr val="tx1"/>
                </a:solidFill>
                <a:latin typeface="+mn-lt"/>
                <a:ea typeface="+mn-ea"/>
                <a:cs typeface="+mn-cs"/>
              </a:rPr>
              <a:t>characters or in blocks. To achieve this, a variety of device drivers are used. For</a:t>
            </a:r>
          </a:p>
          <a:p>
            <a:r>
              <a:rPr lang="en-US" sz="1200" kern="1200" baseline="0" dirty="0">
                <a:solidFill>
                  <a:schemeClr val="tx1"/>
                </a:solidFill>
                <a:latin typeface="+mn-lt"/>
                <a:ea typeface="+mn-ea"/>
                <a:cs typeface="+mn-cs"/>
              </a:rPr>
              <a:t>block-oriented transfers, a disk cache approach is used: A system buffer in main</a:t>
            </a:r>
          </a:p>
          <a:p>
            <a:r>
              <a:rPr lang="en-US" sz="1200" kern="1200" baseline="0" dirty="0">
                <a:solidFill>
                  <a:schemeClr val="tx1"/>
                </a:solidFill>
                <a:latin typeface="+mn-lt"/>
                <a:ea typeface="+mn-ea"/>
                <a:cs typeface="+mn-cs"/>
              </a:rPr>
              <a:t>memory is interposed between the user address space and the external device.</a:t>
            </a:r>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69</a:t>
            </a:fld>
            <a:endParaRPr lang="en-US" dirty="0"/>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As UNIX evolved, the number of different implementations proliferated, each providing</a:t>
            </a:r>
          </a:p>
          <a:p>
            <a:r>
              <a:rPr lang="en-US" sz="1200" kern="1200" baseline="0" dirty="0">
                <a:solidFill>
                  <a:schemeClr val="tx1"/>
                </a:solidFill>
                <a:latin typeface="+mn-lt"/>
                <a:ea typeface="+mn-ea"/>
                <a:cs typeface="+mn-cs"/>
              </a:rPr>
              <a:t>some useful features. There was a need to produce a new implementation that</a:t>
            </a:r>
          </a:p>
          <a:p>
            <a:r>
              <a:rPr lang="en-US" sz="1200" kern="1200" baseline="0" dirty="0">
                <a:solidFill>
                  <a:schemeClr val="tx1"/>
                </a:solidFill>
                <a:latin typeface="+mn-lt"/>
                <a:ea typeface="+mn-ea"/>
                <a:cs typeface="+mn-cs"/>
              </a:rPr>
              <a:t>unified many of the important innovations, added other modern OS design features,</a:t>
            </a:r>
          </a:p>
          <a:p>
            <a:r>
              <a:rPr lang="en-US" sz="1200" kern="1200" baseline="0" dirty="0">
                <a:solidFill>
                  <a:schemeClr val="tx1"/>
                </a:solidFill>
                <a:latin typeface="+mn-lt"/>
                <a:ea typeface="+mn-ea"/>
                <a:cs typeface="+mn-cs"/>
              </a:rPr>
              <a:t>and produced a more modular architecture. Typical of the modern UNIX kernel is</a:t>
            </a:r>
          </a:p>
          <a:p>
            <a:r>
              <a:rPr lang="en-US" sz="1200" kern="1200" baseline="0" dirty="0">
                <a:solidFill>
                  <a:schemeClr val="tx1"/>
                </a:solidFill>
                <a:latin typeface="+mn-lt"/>
                <a:ea typeface="+mn-ea"/>
                <a:cs typeface="+mn-cs"/>
              </a:rPr>
              <a:t>the architecture depicted in Figure 2.17 . There is a small core of facilities, written in</a:t>
            </a:r>
          </a:p>
          <a:p>
            <a:r>
              <a:rPr lang="en-US" sz="1200" kern="1200" baseline="0" dirty="0">
                <a:solidFill>
                  <a:schemeClr val="tx1"/>
                </a:solidFill>
                <a:latin typeface="+mn-lt"/>
                <a:ea typeface="+mn-ea"/>
                <a:cs typeface="+mn-cs"/>
              </a:rPr>
              <a:t>a modular fashion, that provide functions and services needed by a number of OS</a:t>
            </a:r>
          </a:p>
          <a:p>
            <a:r>
              <a:rPr lang="en-US" sz="1200" kern="1200" baseline="0" dirty="0">
                <a:solidFill>
                  <a:schemeClr val="tx1"/>
                </a:solidFill>
                <a:latin typeface="+mn-lt"/>
                <a:ea typeface="+mn-ea"/>
                <a:cs typeface="+mn-cs"/>
              </a:rPr>
              <a:t>processes. Each of the outer circles represents functions and an interface that may</a:t>
            </a:r>
          </a:p>
          <a:p>
            <a:r>
              <a:rPr lang="en-US" sz="1200" kern="1200" baseline="0" dirty="0">
                <a:solidFill>
                  <a:schemeClr val="tx1"/>
                </a:solidFill>
                <a:latin typeface="+mn-lt"/>
                <a:ea typeface="+mn-ea"/>
                <a:cs typeface="+mn-cs"/>
              </a:rPr>
              <a:t>be implemented in a variety of ways.</a:t>
            </a:r>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70</a:t>
            </a:fld>
            <a:endParaRPr lang="en-US" dirty="0"/>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 SVR4, developed jointly by AT&amp;T and Sun Microsystems, combines features from</a:t>
            </a:r>
          </a:p>
          <a:p>
            <a:r>
              <a:rPr lang="en-US" sz="1200" kern="1200" baseline="0" dirty="0">
                <a:solidFill>
                  <a:schemeClr val="tx1"/>
                </a:solidFill>
                <a:latin typeface="+mn-lt"/>
                <a:ea typeface="+mn-ea"/>
                <a:cs typeface="+mn-cs"/>
              </a:rPr>
              <a:t>SVR3, 4.3BSD, Microsoft </a:t>
            </a:r>
            <a:r>
              <a:rPr lang="en-US" sz="1200" kern="1200" baseline="0" dirty="0" err="1">
                <a:solidFill>
                  <a:schemeClr val="tx1"/>
                </a:solidFill>
                <a:latin typeface="+mn-lt"/>
                <a:ea typeface="+mn-ea"/>
                <a:cs typeface="+mn-cs"/>
              </a:rPr>
              <a:t>Xenix</a:t>
            </a:r>
            <a:r>
              <a:rPr lang="en-US" sz="1200" kern="1200" baseline="0" dirty="0">
                <a:solidFill>
                  <a:schemeClr val="tx1"/>
                </a:solidFill>
                <a:latin typeface="+mn-lt"/>
                <a:ea typeface="+mn-ea"/>
                <a:cs typeface="+mn-cs"/>
              </a:rPr>
              <a:t> System V, and SunOS. It was almost a total rewrite</a:t>
            </a:r>
          </a:p>
          <a:p>
            <a:r>
              <a:rPr lang="en-US" sz="1200" kern="1200" baseline="0" dirty="0">
                <a:solidFill>
                  <a:schemeClr val="tx1"/>
                </a:solidFill>
                <a:latin typeface="+mn-lt"/>
                <a:ea typeface="+mn-ea"/>
                <a:cs typeface="+mn-cs"/>
              </a:rPr>
              <a:t>of the System V kernel and produced a clean, if complex, implementation. New features</a:t>
            </a:r>
          </a:p>
          <a:p>
            <a:r>
              <a:rPr lang="en-US" sz="1200" kern="1200" baseline="0" dirty="0">
                <a:solidFill>
                  <a:schemeClr val="tx1"/>
                </a:solidFill>
                <a:latin typeface="+mn-lt"/>
                <a:ea typeface="+mn-ea"/>
                <a:cs typeface="+mn-cs"/>
              </a:rPr>
              <a:t>in the release include real-time processing support, process scheduling classes,</a:t>
            </a:r>
          </a:p>
          <a:p>
            <a:r>
              <a:rPr lang="en-US" sz="1200" kern="1200" baseline="0" dirty="0">
                <a:solidFill>
                  <a:schemeClr val="tx1"/>
                </a:solidFill>
                <a:latin typeface="+mn-lt"/>
                <a:ea typeface="+mn-ea"/>
                <a:cs typeface="+mn-cs"/>
              </a:rPr>
              <a:t>dynamically allocated data structures, virtual memory management, virtual file system,</a:t>
            </a:r>
          </a:p>
          <a:p>
            <a:r>
              <a:rPr lang="en-US" sz="1200" kern="1200" baseline="0" dirty="0">
                <a:solidFill>
                  <a:schemeClr val="tx1"/>
                </a:solidFill>
                <a:latin typeface="+mn-lt"/>
                <a:ea typeface="+mn-ea"/>
                <a:cs typeface="+mn-cs"/>
              </a:rPr>
              <a:t>and a preemptive kernel.</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SVR4 draws on the efforts of both commercial and academic designers and</a:t>
            </a:r>
          </a:p>
          <a:p>
            <a:r>
              <a:rPr lang="en-US" sz="1200" kern="1200" baseline="0" dirty="0">
                <a:solidFill>
                  <a:schemeClr val="tx1"/>
                </a:solidFill>
                <a:latin typeface="+mn-lt"/>
                <a:ea typeface="+mn-ea"/>
                <a:cs typeface="+mn-cs"/>
              </a:rPr>
              <a:t>was developed to provide a uniform platform for commercial UNIX deployment. It</a:t>
            </a:r>
          </a:p>
          <a:p>
            <a:r>
              <a:rPr lang="en-US" sz="1200" kern="1200" baseline="0" dirty="0">
                <a:solidFill>
                  <a:schemeClr val="tx1"/>
                </a:solidFill>
                <a:latin typeface="+mn-lt"/>
                <a:ea typeface="+mn-ea"/>
                <a:cs typeface="+mn-cs"/>
              </a:rPr>
              <a:t>has succeeded in this objective and is perhaps the most important UNIX variant. It</a:t>
            </a:r>
          </a:p>
          <a:p>
            <a:r>
              <a:rPr lang="en-US" sz="1200" kern="1200" baseline="0" dirty="0">
                <a:solidFill>
                  <a:schemeClr val="tx1"/>
                </a:solidFill>
                <a:latin typeface="+mn-lt"/>
                <a:ea typeface="+mn-ea"/>
                <a:cs typeface="+mn-cs"/>
              </a:rPr>
              <a:t>incorporates most of the important features ever developed on any UNIX system</a:t>
            </a:r>
          </a:p>
          <a:p>
            <a:r>
              <a:rPr lang="en-US" sz="1200" kern="1200" baseline="0" dirty="0">
                <a:solidFill>
                  <a:schemeClr val="tx1"/>
                </a:solidFill>
                <a:latin typeface="+mn-lt"/>
                <a:ea typeface="+mn-ea"/>
                <a:cs typeface="+mn-cs"/>
              </a:rPr>
              <a:t>and does so in an integrated, commercially viable fashion. SVR4 runs on processors</a:t>
            </a:r>
          </a:p>
          <a:p>
            <a:r>
              <a:rPr lang="en-US" sz="1200" kern="1200" baseline="0" dirty="0">
                <a:solidFill>
                  <a:schemeClr val="tx1"/>
                </a:solidFill>
                <a:latin typeface="+mn-lt"/>
                <a:ea typeface="+mn-ea"/>
                <a:cs typeface="+mn-cs"/>
              </a:rPr>
              <a:t>ranging from 32-bit microprocessors up to supercomputers.</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71</a:t>
            </a:fld>
            <a:endParaRPr lang="en-US" dirty="0"/>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The Berkeley Software Distribution (BSD) series of UNIX releases have played</a:t>
            </a:r>
          </a:p>
          <a:p>
            <a:r>
              <a:rPr lang="en-US" sz="1200" kern="1200" baseline="0" dirty="0">
                <a:solidFill>
                  <a:schemeClr val="tx1"/>
                </a:solidFill>
                <a:latin typeface="+mn-lt"/>
                <a:ea typeface="+mn-ea"/>
                <a:cs typeface="+mn-cs"/>
              </a:rPr>
              <a:t>a key role in the development of OS design theory. 4.xBSD is widely used in academic</a:t>
            </a:r>
          </a:p>
          <a:p>
            <a:r>
              <a:rPr lang="en-US" sz="1200" kern="1200" baseline="0" dirty="0">
                <a:solidFill>
                  <a:schemeClr val="tx1"/>
                </a:solidFill>
                <a:latin typeface="+mn-lt"/>
                <a:ea typeface="+mn-ea"/>
                <a:cs typeface="+mn-cs"/>
              </a:rPr>
              <a:t>installations and has served as the basis of a number of commercial UNIX</a:t>
            </a:r>
          </a:p>
          <a:p>
            <a:r>
              <a:rPr lang="en-US" sz="1200" kern="1200" baseline="0" dirty="0">
                <a:solidFill>
                  <a:schemeClr val="tx1"/>
                </a:solidFill>
                <a:latin typeface="+mn-lt"/>
                <a:ea typeface="+mn-ea"/>
                <a:cs typeface="+mn-cs"/>
              </a:rPr>
              <a:t> products. It is probably safe to say that BSD is responsible for much of the popularity</a:t>
            </a:r>
          </a:p>
          <a:p>
            <a:r>
              <a:rPr lang="en-US" sz="1200" kern="1200" baseline="0" dirty="0">
                <a:solidFill>
                  <a:schemeClr val="tx1"/>
                </a:solidFill>
                <a:latin typeface="+mn-lt"/>
                <a:ea typeface="+mn-ea"/>
                <a:cs typeface="+mn-cs"/>
              </a:rPr>
              <a:t>of UNIX and that most enhancements to UNIX first appeared in BSD versions.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4.4BSD was the final version of BSD to be released by Berkeley, with the design</a:t>
            </a:r>
          </a:p>
          <a:p>
            <a:r>
              <a:rPr lang="en-US" sz="1200" kern="1200" baseline="0" dirty="0">
                <a:solidFill>
                  <a:schemeClr val="tx1"/>
                </a:solidFill>
                <a:latin typeface="+mn-lt"/>
                <a:ea typeface="+mn-ea"/>
                <a:cs typeface="+mn-cs"/>
              </a:rPr>
              <a:t>and implementation organization subsequently dissolved. It is a major upgrade</a:t>
            </a:r>
          </a:p>
          <a:p>
            <a:r>
              <a:rPr lang="en-US" sz="1200" kern="1200" baseline="0" dirty="0">
                <a:solidFill>
                  <a:schemeClr val="tx1"/>
                </a:solidFill>
                <a:latin typeface="+mn-lt"/>
                <a:ea typeface="+mn-ea"/>
                <a:cs typeface="+mn-cs"/>
              </a:rPr>
              <a:t>to 4.3BSD and includes a new virtual memory system, changes in the kernel structure,</a:t>
            </a:r>
          </a:p>
          <a:p>
            <a:r>
              <a:rPr lang="en-US" sz="1200" kern="1200" baseline="0" dirty="0">
                <a:solidFill>
                  <a:schemeClr val="tx1"/>
                </a:solidFill>
                <a:latin typeface="+mn-lt"/>
                <a:ea typeface="+mn-ea"/>
                <a:cs typeface="+mn-cs"/>
              </a:rPr>
              <a:t>and a long list of other feature enhancements.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One of the most widely used and best documented versions of BSD is</a:t>
            </a:r>
          </a:p>
          <a:p>
            <a:r>
              <a:rPr lang="en-US" sz="1200" kern="1200" baseline="0" dirty="0">
                <a:solidFill>
                  <a:schemeClr val="tx1"/>
                </a:solidFill>
                <a:latin typeface="+mn-lt"/>
                <a:ea typeface="+mn-ea"/>
                <a:cs typeface="+mn-cs"/>
              </a:rPr>
              <a:t>FreeBSD. FreeBSD is popular for Internet-based servers and firewalls and is used</a:t>
            </a:r>
          </a:p>
          <a:p>
            <a:r>
              <a:rPr lang="en-US" sz="1200" kern="1200" baseline="0" dirty="0">
                <a:solidFill>
                  <a:schemeClr val="tx1"/>
                </a:solidFill>
                <a:latin typeface="+mn-lt"/>
                <a:ea typeface="+mn-ea"/>
                <a:cs typeface="+mn-cs"/>
              </a:rPr>
              <a:t>in a number of embedded systems.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The latest version of the Macintosh OS, Mac OS X, is based on FreeBSD 5.0</a:t>
            </a:r>
          </a:p>
          <a:p>
            <a:r>
              <a:rPr lang="en-US" sz="1200" kern="1200" baseline="0" dirty="0">
                <a:solidFill>
                  <a:schemeClr val="tx1"/>
                </a:solidFill>
                <a:latin typeface="+mn-lt"/>
                <a:ea typeface="+mn-ea"/>
                <a:cs typeface="+mn-cs"/>
              </a:rPr>
              <a:t>and the Mach 3.0 microkernel.</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72</a:t>
            </a:fld>
            <a:endParaRPr lang="en-US" dirty="0"/>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 Solaris is Sun’s SVR4-based UNIX release, with the latest version being 10. Solaris</a:t>
            </a:r>
          </a:p>
          <a:p>
            <a:r>
              <a:rPr lang="en-US" sz="1200" kern="1200" baseline="0" dirty="0">
                <a:solidFill>
                  <a:schemeClr val="tx1"/>
                </a:solidFill>
                <a:latin typeface="+mn-lt"/>
                <a:ea typeface="+mn-ea"/>
                <a:cs typeface="+mn-cs"/>
              </a:rPr>
              <a:t>provides all of the features of SVR4 plus a number of more advanced features, such</a:t>
            </a:r>
          </a:p>
          <a:p>
            <a:r>
              <a:rPr lang="en-US" sz="1200" kern="1200" baseline="0" dirty="0">
                <a:solidFill>
                  <a:schemeClr val="tx1"/>
                </a:solidFill>
                <a:latin typeface="+mn-lt"/>
                <a:ea typeface="+mn-ea"/>
                <a:cs typeface="+mn-cs"/>
              </a:rPr>
              <a:t> as a fully preemptable, multithreaded kernel, full support for SMP, and an object oriented</a:t>
            </a:r>
          </a:p>
          <a:p>
            <a:r>
              <a:rPr lang="en-US" sz="1200" kern="1200" baseline="0" dirty="0">
                <a:solidFill>
                  <a:schemeClr val="tx1"/>
                </a:solidFill>
                <a:latin typeface="+mn-lt"/>
                <a:ea typeface="+mn-ea"/>
                <a:cs typeface="+mn-cs"/>
              </a:rPr>
              <a:t>interface to file systems. Solaris is the most widely used and most successful</a:t>
            </a:r>
          </a:p>
          <a:p>
            <a:r>
              <a:rPr lang="en-US" sz="1200" kern="1200" baseline="0" dirty="0">
                <a:solidFill>
                  <a:schemeClr val="tx1"/>
                </a:solidFill>
                <a:latin typeface="+mn-lt"/>
                <a:ea typeface="+mn-ea"/>
                <a:cs typeface="+mn-cs"/>
              </a:rPr>
              <a:t>commercial UNIX implementation.</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73</a:t>
            </a:fld>
            <a:endParaRPr lang="en-US" dirty="0"/>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fontScale="70000" lnSpcReduction="20000"/>
          </a:bodyPr>
          <a:lstStyle/>
          <a:p>
            <a:r>
              <a:rPr lang="en-US" sz="1200" kern="1200" baseline="0" dirty="0">
                <a:solidFill>
                  <a:schemeClr val="tx1"/>
                </a:solidFill>
                <a:latin typeface="+mn-lt"/>
                <a:ea typeface="+mn-ea"/>
                <a:cs typeface="+mn-cs"/>
              </a:rPr>
              <a:t>Linux started out as a UNIX variant for the IBM PC (Intel 80386) architecture.</a:t>
            </a:r>
          </a:p>
          <a:p>
            <a:r>
              <a:rPr lang="en-US" sz="1200" kern="1200" baseline="0" dirty="0">
                <a:solidFill>
                  <a:schemeClr val="tx1"/>
                </a:solidFill>
                <a:latin typeface="+mn-lt"/>
                <a:ea typeface="+mn-ea"/>
                <a:cs typeface="+mn-cs"/>
              </a:rPr>
              <a:t>Linus Torvalds, a Finnish student of computer science, wrote the initial version.</a:t>
            </a:r>
          </a:p>
          <a:p>
            <a:r>
              <a:rPr lang="en-US" sz="1200" kern="1200" baseline="0" dirty="0">
                <a:solidFill>
                  <a:schemeClr val="tx1"/>
                </a:solidFill>
                <a:latin typeface="+mn-lt"/>
                <a:ea typeface="+mn-ea"/>
                <a:cs typeface="+mn-cs"/>
              </a:rPr>
              <a:t>Torvalds posted an early version of Linux on the Internet in 1991. Since then, a</a:t>
            </a:r>
          </a:p>
          <a:p>
            <a:r>
              <a:rPr lang="en-US" sz="1200" kern="1200" baseline="0" dirty="0">
                <a:solidFill>
                  <a:schemeClr val="tx1"/>
                </a:solidFill>
                <a:latin typeface="+mn-lt"/>
                <a:ea typeface="+mn-ea"/>
                <a:cs typeface="+mn-cs"/>
              </a:rPr>
              <a:t>number of people, collaborating over the Internet, have contributed to the development</a:t>
            </a:r>
          </a:p>
          <a:p>
            <a:r>
              <a:rPr lang="en-US" sz="1200" kern="1200" baseline="0" dirty="0">
                <a:solidFill>
                  <a:schemeClr val="tx1"/>
                </a:solidFill>
                <a:latin typeface="+mn-lt"/>
                <a:ea typeface="+mn-ea"/>
                <a:cs typeface="+mn-cs"/>
              </a:rPr>
              <a:t>of Linux, all under the control of Torvalds. Because Linux is free and the</a:t>
            </a:r>
          </a:p>
          <a:p>
            <a:r>
              <a:rPr lang="en-US" sz="1200" kern="1200" baseline="0" dirty="0">
                <a:solidFill>
                  <a:schemeClr val="tx1"/>
                </a:solidFill>
                <a:latin typeface="+mn-lt"/>
                <a:ea typeface="+mn-ea"/>
                <a:cs typeface="+mn-cs"/>
              </a:rPr>
              <a:t>source code is available, it became an early alternative to other UNIX workstations,</a:t>
            </a:r>
          </a:p>
          <a:p>
            <a:r>
              <a:rPr lang="en-US" sz="1200" kern="1200" baseline="0" dirty="0">
                <a:solidFill>
                  <a:schemeClr val="tx1"/>
                </a:solidFill>
                <a:latin typeface="+mn-lt"/>
                <a:ea typeface="+mn-ea"/>
                <a:cs typeface="+mn-cs"/>
              </a:rPr>
              <a:t>such as those offered by Sun Microsystems and IBM. Today, Linux is a full-featured</a:t>
            </a:r>
          </a:p>
          <a:p>
            <a:r>
              <a:rPr lang="en-US" sz="1200" kern="1200" baseline="0" dirty="0">
                <a:solidFill>
                  <a:schemeClr val="tx1"/>
                </a:solidFill>
                <a:latin typeface="+mn-lt"/>
                <a:ea typeface="+mn-ea"/>
                <a:cs typeface="+mn-cs"/>
              </a:rPr>
              <a:t>UNIX system that runs on all of these platforms and more, including Intel Pentium</a:t>
            </a:r>
          </a:p>
          <a:p>
            <a:r>
              <a:rPr lang="en-US" sz="1200" kern="1200" baseline="0" dirty="0">
                <a:solidFill>
                  <a:schemeClr val="tx1"/>
                </a:solidFill>
                <a:latin typeface="+mn-lt"/>
                <a:ea typeface="+mn-ea"/>
                <a:cs typeface="+mn-cs"/>
              </a:rPr>
              <a:t>and Itanium, and the Motorola/IBM PowerPC.</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Key to the success of Linux has been the availability of free software packages</a:t>
            </a:r>
          </a:p>
          <a:p>
            <a:r>
              <a:rPr lang="en-US" sz="1200" kern="1200" baseline="0" dirty="0">
                <a:solidFill>
                  <a:schemeClr val="tx1"/>
                </a:solidFill>
                <a:latin typeface="+mn-lt"/>
                <a:ea typeface="+mn-ea"/>
                <a:cs typeface="+mn-cs"/>
              </a:rPr>
              <a:t>under the auspices of the Free Software Foundation (FSF). FSF’s goal is stable,</a:t>
            </a:r>
          </a:p>
          <a:p>
            <a:r>
              <a:rPr lang="en-US" sz="1200" kern="1200" baseline="0" dirty="0">
                <a:solidFill>
                  <a:schemeClr val="tx1"/>
                </a:solidFill>
                <a:latin typeface="+mn-lt"/>
                <a:ea typeface="+mn-ea"/>
                <a:cs typeface="+mn-cs"/>
              </a:rPr>
              <a:t>platform-independent software that is free, high quality, and embraced by the user</a:t>
            </a:r>
          </a:p>
          <a:p>
            <a:r>
              <a:rPr lang="en-US" sz="1200" kern="1200" baseline="0" dirty="0">
                <a:solidFill>
                  <a:schemeClr val="tx1"/>
                </a:solidFill>
                <a:latin typeface="+mn-lt"/>
                <a:ea typeface="+mn-ea"/>
                <a:cs typeface="+mn-cs"/>
              </a:rPr>
              <a:t>community. FSF’s GNU project 3 provides tools for software developers, and the</a:t>
            </a:r>
          </a:p>
          <a:p>
            <a:r>
              <a:rPr lang="en-US" sz="1200" kern="1200" baseline="0" dirty="0">
                <a:solidFill>
                  <a:schemeClr val="tx1"/>
                </a:solidFill>
                <a:latin typeface="+mn-lt"/>
                <a:ea typeface="+mn-ea"/>
                <a:cs typeface="+mn-cs"/>
              </a:rPr>
              <a:t>GNU Public License (GPL) is the FSF seal of approval. Torvalds used GNU tools</a:t>
            </a:r>
          </a:p>
          <a:p>
            <a:r>
              <a:rPr lang="en-US" sz="1200" kern="1200" baseline="0" dirty="0">
                <a:solidFill>
                  <a:schemeClr val="tx1"/>
                </a:solidFill>
                <a:latin typeface="+mn-lt"/>
                <a:ea typeface="+mn-ea"/>
                <a:cs typeface="+mn-cs"/>
              </a:rPr>
              <a:t>in developing his kernel, which he then released under the GPL. Thus, the Linux</a:t>
            </a:r>
          </a:p>
          <a:p>
            <a:r>
              <a:rPr lang="en-US" sz="1200" kern="1200" baseline="0" dirty="0">
                <a:solidFill>
                  <a:schemeClr val="tx1"/>
                </a:solidFill>
                <a:latin typeface="+mn-lt"/>
                <a:ea typeface="+mn-ea"/>
                <a:cs typeface="+mn-cs"/>
              </a:rPr>
              <a:t>distributions that you see today are the product of FSF’s GNU project, Torvald’s</a:t>
            </a:r>
          </a:p>
          <a:p>
            <a:r>
              <a:rPr lang="en-US" sz="1200" kern="1200" baseline="0" dirty="0">
                <a:solidFill>
                  <a:schemeClr val="tx1"/>
                </a:solidFill>
                <a:latin typeface="+mn-lt"/>
                <a:ea typeface="+mn-ea"/>
                <a:cs typeface="+mn-cs"/>
              </a:rPr>
              <a:t>individual effort, and the efforts of many collaborators all over the world.</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In addition to its use by many individual programmers, Linux has now made</a:t>
            </a:r>
          </a:p>
          <a:p>
            <a:r>
              <a:rPr lang="en-US" sz="1200" kern="1200" baseline="0" dirty="0">
                <a:solidFill>
                  <a:schemeClr val="tx1"/>
                </a:solidFill>
                <a:latin typeface="+mn-lt"/>
                <a:ea typeface="+mn-ea"/>
                <a:cs typeface="+mn-cs"/>
              </a:rPr>
              <a:t>significant penetration into the corporate world. This is not only because of the</a:t>
            </a:r>
          </a:p>
          <a:p>
            <a:r>
              <a:rPr lang="en-US" sz="1200" kern="1200" baseline="0" dirty="0">
                <a:solidFill>
                  <a:schemeClr val="tx1"/>
                </a:solidFill>
                <a:latin typeface="+mn-lt"/>
                <a:ea typeface="+mn-ea"/>
                <a:cs typeface="+mn-cs"/>
              </a:rPr>
              <a:t>free software, but also because of the quality of the Linux kernel. Many talented</a:t>
            </a:r>
          </a:p>
          <a:p>
            <a:r>
              <a:rPr lang="en-US" sz="1200" kern="1200" baseline="0" dirty="0">
                <a:solidFill>
                  <a:schemeClr val="tx1"/>
                </a:solidFill>
                <a:latin typeface="+mn-lt"/>
                <a:ea typeface="+mn-ea"/>
                <a:cs typeface="+mn-cs"/>
              </a:rPr>
              <a:t>programmers have contributed to the current version, resulting in a technically</a:t>
            </a:r>
          </a:p>
          <a:p>
            <a:r>
              <a:rPr lang="en-US" sz="1200" kern="1200" baseline="0" dirty="0">
                <a:solidFill>
                  <a:schemeClr val="tx1"/>
                </a:solidFill>
                <a:latin typeface="+mn-lt"/>
                <a:ea typeface="+mn-ea"/>
                <a:cs typeface="+mn-cs"/>
              </a:rPr>
              <a:t>impressive product. Moreover, Linux is highly modular and easily configured. This</a:t>
            </a:r>
          </a:p>
          <a:p>
            <a:r>
              <a:rPr lang="en-US" sz="1200" kern="1200" baseline="0" dirty="0">
                <a:solidFill>
                  <a:schemeClr val="tx1"/>
                </a:solidFill>
                <a:latin typeface="+mn-lt"/>
                <a:ea typeface="+mn-ea"/>
                <a:cs typeface="+mn-cs"/>
              </a:rPr>
              <a:t>makes it easy to squeeze optimal performance from a variety of hardware platforms.</a:t>
            </a:r>
          </a:p>
          <a:p>
            <a:r>
              <a:rPr lang="en-US" sz="1200" kern="1200" baseline="0" dirty="0">
                <a:solidFill>
                  <a:schemeClr val="tx1"/>
                </a:solidFill>
                <a:latin typeface="+mn-lt"/>
                <a:ea typeface="+mn-ea"/>
                <a:cs typeface="+mn-cs"/>
              </a:rPr>
              <a:t>Plus, with the source code available, vendors can tweak applications and utilities to</a:t>
            </a:r>
          </a:p>
          <a:p>
            <a:r>
              <a:rPr lang="en-US" sz="1200" kern="1200" baseline="0" dirty="0">
                <a:solidFill>
                  <a:schemeClr val="tx1"/>
                </a:solidFill>
                <a:latin typeface="+mn-lt"/>
                <a:ea typeface="+mn-ea"/>
                <a:cs typeface="+mn-cs"/>
              </a:rPr>
              <a:t>meet specific requirements. Throughout this book, we will provide details of Linux</a:t>
            </a:r>
          </a:p>
          <a:p>
            <a:r>
              <a:rPr lang="en-US" sz="1200" kern="1200" baseline="0" dirty="0">
                <a:solidFill>
                  <a:schemeClr val="tx1"/>
                </a:solidFill>
                <a:latin typeface="+mn-lt"/>
                <a:ea typeface="+mn-ea"/>
                <a:cs typeface="+mn-cs"/>
              </a:rPr>
              <a:t>kernel internals based on the most recent version, Linux 3.10, released in June of 2013.</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74</a:t>
            </a:fld>
            <a:endParaRPr lang="en-US" dirty="0"/>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lnSpcReduction="10000"/>
          </a:bodyPr>
          <a:lstStyle/>
          <a:p>
            <a:r>
              <a:rPr lang="en-NZ" dirty="0"/>
              <a:t>Although Linux does not use a microkernel approach, it achieves many of the potential advantages of this approach by means of its particular modular architecture.</a:t>
            </a:r>
          </a:p>
          <a:p>
            <a:endParaRPr lang="en-NZ" dirty="0"/>
          </a:p>
          <a:p>
            <a:r>
              <a:rPr lang="en-NZ" dirty="0"/>
              <a:t>Linux is structured as a collection of modules, a number of which can be automatically loaded and unloaded on demand.</a:t>
            </a:r>
          </a:p>
          <a:p>
            <a:pPr lvl="1">
              <a:buFont typeface="Arial" pitchFamily="34" charset="0"/>
              <a:buChar char="•"/>
            </a:pPr>
            <a:r>
              <a:rPr lang="en-NZ" dirty="0"/>
              <a:t> These relatively independent blocks are referred to as loadable modules.</a:t>
            </a:r>
          </a:p>
          <a:p>
            <a:pPr lvl="1">
              <a:buFont typeface="Arial" pitchFamily="34" charset="0"/>
              <a:buChar char="•"/>
            </a:pPr>
            <a:r>
              <a:rPr lang="en-NZ" dirty="0"/>
              <a:t> In essence, a module is an object file whose code can be linked to and unlinked from the kernel at runtime.</a:t>
            </a:r>
          </a:p>
          <a:p>
            <a:endParaRPr lang="en-NZ" dirty="0"/>
          </a:p>
          <a:p>
            <a:r>
              <a:rPr lang="en-NZ" dirty="0"/>
              <a:t>The Linux loadable modules have two important characteristics:</a:t>
            </a:r>
          </a:p>
          <a:p>
            <a:r>
              <a:rPr lang="en-NZ" b="1" dirty="0"/>
              <a:t>Dynamic linking:</a:t>
            </a:r>
            <a:r>
              <a:rPr lang="en-NZ" dirty="0"/>
              <a:t> A kernel module can be loaded and linked into the kernel while the kernel is already in memory and executing.</a:t>
            </a:r>
          </a:p>
          <a:p>
            <a:pPr lvl="1">
              <a:buFont typeface="Arial" pitchFamily="34" charset="0"/>
              <a:buChar char="•"/>
            </a:pPr>
            <a:r>
              <a:rPr lang="en-NZ" dirty="0"/>
              <a:t> A module can also be unlinked and removed from memory at any time.</a:t>
            </a:r>
          </a:p>
          <a:p>
            <a:pPr lvl="1">
              <a:buFont typeface="Arial" pitchFamily="34" charset="0"/>
              <a:buChar char="•"/>
            </a:pPr>
            <a:r>
              <a:rPr lang="en-NZ" dirty="0"/>
              <a:t> Saves kernel memory.</a:t>
            </a:r>
          </a:p>
          <a:p>
            <a:pPr lvl="1">
              <a:buFont typeface="Arial" pitchFamily="34" charset="0"/>
              <a:buChar char="•"/>
            </a:pPr>
            <a:endParaRPr lang="en-NZ" dirty="0"/>
          </a:p>
          <a:p>
            <a:r>
              <a:rPr lang="en-NZ" b="1" dirty="0"/>
              <a:t>Stackable modules: </a:t>
            </a:r>
            <a:r>
              <a:rPr lang="en-NZ" dirty="0"/>
              <a:t>The modules are arranged in a hierarchy. </a:t>
            </a:r>
          </a:p>
          <a:p>
            <a:pPr lvl="1">
              <a:buFont typeface="Arial" pitchFamily="34" charset="0"/>
              <a:buChar char="•"/>
            </a:pPr>
            <a:r>
              <a:rPr lang="en-NZ" dirty="0"/>
              <a:t> Individual modules serve as libraries when they are referenced by client modules higher up in the hierarchy, and as clients when they reference modules further down.</a:t>
            </a:r>
          </a:p>
          <a:p>
            <a:pPr lvl="1">
              <a:buFont typeface="Arial" pitchFamily="34" charset="0"/>
              <a:buChar char="•"/>
            </a:pPr>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75</a:t>
            </a:fld>
            <a:endParaRPr lang="en-US" dirty="0"/>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fontScale="77500" lnSpcReduction="20000"/>
          </a:bodyPr>
          <a:lstStyle/>
          <a:p>
            <a:r>
              <a:rPr lang="en-US" sz="1200" kern="1200" baseline="0" dirty="0">
                <a:solidFill>
                  <a:schemeClr val="tx1"/>
                </a:solidFill>
                <a:latin typeface="+mn-lt"/>
                <a:ea typeface="+mn-ea"/>
                <a:cs typeface="+mn-cs"/>
              </a:rPr>
              <a:t>Figure 2.18 is an example that illustrates the structures used by Linux to</a:t>
            </a:r>
          </a:p>
          <a:p>
            <a:r>
              <a:rPr lang="en-US" sz="1200" kern="1200" baseline="0" dirty="0">
                <a:solidFill>
                  <a:schemeClr val="tx1"/>
                </a:solidFill>
                <a:latin typeface="+mn-lt"/>
                <a:ea typeface="+mn-ea"/>
                <a:cs typeface="+mn-cs"/>
              </a:rPr>
              <a:t>manage modules. The figure shows the list of kernel modules after only two modules</a:t>
            </a:r>
          </a:p>
          <a:p>
            <a:r>
              <a:rPr lang="en-US" sz="1200" kern="1200" baseline="0" dirty="0">
                <a:solidFill>
                  <a:schemeClr val="tx1"/>
                </a:solidFill>
                <a:latin typeface="+mn-lt"/>
                <a:ea typeface="+mn-ea"/>
                <a:cs typeface="+mn-cs"/>
              </a:rPr>
              <a:t>have been loaded: FAT and VFAT. Each module is defined by two tables, the module</a:t>
            </a:r>
          </a:p>
          <a:p>
            <a:r>
              <a:rPr lang="en-US" sz="1200" kern="1200" baseline="0" dirty="0">
                <a:solidFill>
                  <a:schemeClr val="tx1"/>
                </a:solidFill>
                <a:latin typeface="+mn-lt"/>
                <a:ea typeface="+mn-ea"/>
                <a:cs typeface="+mn-cs"/>
              </a:rPr>
              <a:t>table and the symbol table. The module table includes the following elements: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 </a:t>
            </a:r>
            <a:r>
              <a:rPr lang="en-US" sz="1200" b="1" kern="1200" baseline="0" dirty="0">
                <a:solidFill>
                  <a:schemeClr val="tx1"/>
                </a:solidFill>
                <a:latin typeface="+mn-lt"/>
                <a:ea typeface="+mn-ea"/>
                <a:cs typeface="+mn-cs"/>
              </a:rPr>
              <a:t>next: Pointer to the following module. All modules are organized into a</a:t>
            </a:r>
          </a:p>
          <a:p>
            <a:r>
              <a:rPr lang="en-US" sz="1200" kern="1200" baseline="0" dirty="0">
                <a:solidFill>
                  <a:schemeClr val="tx1"/>
                </a:solidFill>
                <a:latin typeface="+mn-lt"/>
                <a:ea typeface="+mn-ea"/>
                <a:cs typeface="+mn-cs"/>
              </a:rPr>
              <a:t>linked list. The list begins with a pseudomodule (not shown in Figure 2.19 ).</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 </a:t>
            </a:r>
            <a:r>
              <a:rPr lang="en-US" sz="1200" b="1" kern="1200" baseline="0" dirty="0">
                <a:solidFill>
                  <a:schemeClr val="tx1"/>
                </a:solidFill>
                <a:latin typeface="+mn-lt"/>
                <a:ea typeface="+mn-ea"/>
                <a:cs typeface="+mn-cs"/>
              </a:rPr>
              <a:t>name: Pointer to module name</a:t>
            </a:r>
          </a:p>
          <a:p>
            <a:r>
              <a:rPr lang="en-US" sz="1200" kern="1200" baseline="0" dirty="0">
                <a:solidFill>
                  <a:schemeClr val="tx1"/>
                </a:solidFill>
                <a:latin typeface="+mn-lt"/>
                <a:ea typeface="+mn-ea"/>
                <a:cs typeface="+mn-cs"/>
              </a:rPr>
              <a:t>• </a:t>
            </a:r>
            <a:r>
              <a:rPr lang="en-US" sz="1200" b="1" kern="1200" baseline="0" dirty="0">
                <a:solidFill>
                  <a:schemeClr val="tx1"/>
                </a:solidFill>
                <a:latin typeface="+mn-lt"/>
                <a:ea typeface="+mn-ea"/>
                <a:cs typeface="+mn-cs"/>
              </a:rPr>
              <a:t>size: Module size in memory pages</a:t>
            </a:r>
          </a:p>
          <a:p>
            <a:r>
              <a:rPr lang="en-US" sz="1200" kern="1200" baseline="0" dirty="0">
                <a:solidFill>
                  <a:schemeClr val="tx1"/>
                </a:solidFill>
                <a:latin typeface="+mn-lt"/>
                <a:ea typeface="+mn-ea"/>
                <a:cs typeface="+mn-cs"/>
              </a:rPr>
              <a:t>• </a:t>
            </a:r>
            <a:r>
              <a:rPr lang="en-US" sz="1200" b="1" kern="1200" baseline="0" dirty="0">
                <a:solidFill>
                  <a:schemeClr val="tx1"/>
                </a:solidFill>
                <a:latin typeface="+mn-lt"/>
                <a:ea typeface="+mn-ea"/>
                <a:cs typeface="+mn-cs"/>
              </a:rPr>
              <a:t>usecount: Module usage counter. The counter is incremented when an operation</a:t>
            </a:r>
          </a:p>
          <a:p>
            <a:r>
              <a:rPr lang="en-US" sz="1200" kern="1200" baseline="0" dirty="0">
                <a:solidFill>
                  <a:schemeClr val="tx1"/>
                </a:solidFill>
                <a:latin typeface="+mn-lt"/>
                <a:ea typeface="+mn-ea"/>
                <a:cs typeface="+mn-cs"/>
              </a:rPr>
              <a:t>involving the module’s functions is started and decremented when the</a:t>
            </a:r>
          </a:p>
          <a:p>
            <a:r>
              <a:rPr lang="en-US" sz="1200" kern="1200" baseline="0" dirty="0">
                <a:solidFill>
                  <a:schemeClr val="tx1"/>
                </a:solidFill>
                <a:latin typeface="+mn-lt"/>
                <a:ea typeface="+mn-ea"/>
                <a:cs typeface="+mn-cs"/>
              </a:rPr>
              <a:t>operation terminates.</a:t>
            </a:r>
          </a:p>
          <a:p>
            <a:r>
              <a:rPr lang="en-US" sz="1200" b="1" kern="1200" baseline="0" dirty="0">
                <a:solidFill>
                  <a:schemeClr val="tx1"/>
                </a:solidFill>
                <a:latin typeface="+mn-lt"/>
                <a:ea typeface="+mn-ea"/>
                <a:cs typeface="+mn-cs"/>
              </a:rPr>
              <a:t>flags: Module flags</a:t>
            </a:r>
          </a:p>
          <a:p>
            <a:r>
              <a:rPr lang="en-US" sz="1200" kern="1200" baseline="0" dirty="0">
                <a:solidFill>
                  <a:schemeClr val="tx1"/>
                </a:solidFill>
                <a:latin typeface="+mn-lt"/>
                <a:ea typeface="+mn-ea"/>
                <a:cs typeface="+mn-cs"/>
              </a:rPr>
              <a:t>• </a:t>
            </a:r>
            <a:r>
              <a:rPr lang="en-US" sz="1200" b="1" kern="1200" baseline="0" dirty="0">
                <a:solidFill>
                  <a:schemeClr val="tx1"/>
                </a:solidFill>
                <a:latin typeface="+mn-lt"/>
                <a:ea typeface="+mn-ea"/>
                <a:cs typeface="+mn-cs"/>
              </a:rPr>
              <a:t>nsyms: Number of exported symbols</a:t>
            </a:r>
          </a:p>
          <a:p>
            <a:r>
              <a:rPr lang="en-US" sz="1200" kern="1200" baseline="0" dirty="0">
                <a:solidFill>
                  <a:schemeClr val="tx1"/>
                </a:solidFill>
                <a:latin typeface="+mn-lt"/>
                <a:ea typeface="+mn-ea"/>
                <a:cs typeface="+mn-cs"/>
              </a:rPr>
              <a:t>• </a:t>
            </a:r>
            <a:r>
              <a:rPr lang="en-US" sz="1200" b="1" kern="1200" baseline="0" dirty="0">
                <a:solidFill>
                  <a:schemeClr val="tx1"/>
                </a:solidFill>
                <a:latin typeface="+mn-lt"/>
                <a:ea typeface="+mn-ea"/>
                <a:cs typeface="+mn-cs"/>
              </a:rPr>
              <a:t>ndeps: Number of referenced modules</a:t>
            </a:r>
          </a:p>
          <a:p>
            <a:r>
              <a:rPr lang="en-US" sz="1200" kern="1200" baseline="0" dirty="0">
                <a:solidFill>
                  <a:schemeClr val="tx1"/>
                </a:solidFill>
                <a:latin typeface="+mn-lt"/>
                <a:ea typeface="+mn-ea"/>
                <a:cs typeface="+mn-cs"/>
              </a:rPr>
              <a:t>• * </a:t>
            </a:r>
            <a:r>
              <a:rPr lang="en-US" sz="1200" b="1" kern="1200" baseline="0" dirty="0">
                <a:solidFill>
                  <a:schemeClr val="tx1"/>
                </a:solidFill>
                <a:latin typeface="+mn-lt"/>
                <a:ea typeface="+mn-ea"/>
                <a:cs typeface="+mn-cs"/>
              </a:rPr>
              <a:t>syms: Pointer to this module’s symbol table.</a:t>
            </a:r>
          </a:p>
          <a:p>
            <a:r>
              <a:rPr lang="en-US" sz="1200" kern="1200" baseline="0" dirty="0">
                <a:solidFill>
                  <a:schemeClr val="tx1"/>
                </a:solidFill>
                <a:latin typeface="+mn-lt"/>
                <a:ea typeface="+mn-ea"/>
                <a:cs typeface="+mn-cs"/>
              </a:rPr>
              <a:t>• * </a:t>
            </a:r>
            <a:r>
              <a:rPr lang="en-US" sz="1200" b="1" kern="1200" baseline="0" dirty="0">
                <a:solidFill>
                  <a:schemeClr val="tx1"/>
                </a:solidFill>
                <a:latin typeface="+mn-lt"/>
                <a:ea typeface="+mn-ea"/>
                <a:cs typeface="+mn-cs"/>
              </a:rPr>
              <a:t>deps: Pointer to list of modules that are referenced by this module.</a:t>
            </a:r>
          </a:p>
          <a:p>
            <a:r>
              <a:rPr lang="en-US" sz="1200" kern="1200" baseline="0" dirty="0">
                <a:solidFill>
                  <a:schemeClr val="tx1"/>
                </a:solidFill>
                <a:latin typeface="+mn-lt"/>
                <a:ea typeface="+mn-ea"/>
                <a:cs typeface="+mn-cs"/>
              </a:rPr>
              <a:t>• * </a:t>
            </a:r>
            <a:r>
              <a:rPr lang="en-US" sz="1200" b="1" kern="1200" baseline="0" dirty="0">
                <a:solidFill>
                  <a:schemeClr val="tx1"/>
                </a:solidFill>
                <a:latin typeface="+mn-lt"/>
                <a:ea typeface="+mn-ea"/>
                <a:cs typeface="+mn-cs"/>
              </a:rPr>
              <a:t>refs: Pointer to list of modules that use this module.</a:t>
            </a:r>
          </a:p>
          <a:p>
            <a:endParaRPr lang="en-US" sz="1200" b="1"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The symbol table defines those symbols controlled by this module that are</a:t>
            </a:r>
          </a:p>
          <a:p>
            <a:r>
              <a:rPr lang="en-US" sz="1200" kern="1200" baseline="0" dirty="0">
                <a:solidFill>
                  <a:schemeClr val="tx1"/>
                </a:solidFill>
                <a:latin typeface="+mn-lt"/>
                <a:ea typeface="+mn-ea"/>
                <a:cs typeface="+mn-cs"/>
              </a:rPr>
              <a:t>used elsewhere.</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Figure 2.18 shows that the VFAT module was loaded after the FAT module</a:t>
            </a:r>
          </a:p>
          <a:p>
            <a:r>
              <a:rPr lang="en-US" sz="1200" kern="1200" baseline="0" dirty="0">
                <a:solidFill>
                  <a:schemeClr val="tx1"/>
                </a:solidFill>
                <a:latin typeface="+mn-lt"/>
                <a:ea typeface="+mn-ea"/>
                <a:cs typeface="+mn-cs"/>
              </a:rPr>
              <a:t>and that the VFAT module is dependent on the FAT module.</a:t>
            </a:r>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76</a:t>
            </a:fld>
            <a:endParaRPr lang="en-US" dirty="0"/>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Figure 2.19 , taken from [MOSB02], shows the main components of the Linux kernel</a:t>
            </a:r>
          </a:p>
          <a:p>
            <a:r>
              <a:rPr lang="en-US" sz="1200" kern="1200" baseline="0" dirty="0">
                <a:solidFill>
                  <a:schemeClr val="tx1"/>
                </a:solidFill>
                <a:latin typeface="+mn-lt"/>
                <a:ea typeface="+mn-ea"/>
                <a:cs typeface="+mn-cs"/>
              </a:rPr>
              <a:t>as implemented on an IA-64 architecture (e.g., Intel Itanium). The figure shows</a:t>
            </a:r>
          </a:p>
          <a:p>
            <a:r>
              <a:rPr lang="en-US" sz="1200" kern="1200" baseline="0" dirty="0">
                <a:solidFill>
                  <a:schemeClr val="tx1"/>
                </a:solidFill>
                <a:latin typeface="+mn-lt"/>
                <a:ea typeface="+mn-ea"/>
                <a:cs typeface="+mn-cs"/>
              </a:rPr>
              <a:t>several processes running on top of the kernel. Each box indicates a separate process,</a:t>
            </a:r>
          </a:p>
          <a:p>
            <a:r>
              <a:rPr lang="en-US" sz="1200" kern="1200" baseline="0" dirty="0">
                <a:solidFill>
                  <a:schemeClr val="tx1"/>
                </a:solidFill>
                <a:latin typeface="+mn-lt"/>
                <a:ea typeface="+mn-ea"/>
                <a:cs typeface="+mn-cs"/>
              </a:rPr>
              <a:t>while each squiggly line with an arrowhead represents a thread of execution. 4</a:t>
            </a:r>
          </a:p>
          <a:p>
            <a:r>
              <a:rPr lang="en-US" sz="1200" kern="1200" baseline="0" dirty="0">
                <a:solidFill>
                  <a:schemeClr val="tx1"/>
                </a:solidFill>
                <a:latin typeface="+mn-lt"/>
                <a:ea typeface="+mn-ea"/>
                <a:cs typeface="+mn-cs"/>
              </a:rPr>
              <a:t>The kernel itself consists of an interacting collection of components, with arrows</a:t>
            </a:r>
          </a:p>
          <a:p>
            <a:r>
              <a:rPr lang="en-US" sz="1200" kern="1200" baseline="0" dirty="0">
                <a:solidFill>
                  <a:schemeClr val="tx1"/>
                </a:solidFill>
                <a:latin typeface="+mn-lt"/>
                <a:ea typeface="+mn-ea"/>
                <a:cs typeface="+mn-cs"/>
              </a:rPr>
              <a:t>indicating the main interactions. The underlying hardware is also depicted as a</a:t>
            </a:r>
          </a:p>
          <a:p>
            <a:r>
              <a:rPr lang="en-US" sz="1200" kern="1200" baseline="0" dirty="0">
                <a:solidFill>
                  <a:schemeClr val="tx1"/>
                </a:solidFill>
                <a:latin typeface="+mn-lt"/>
                <a:ea typeface="+mn-ea"/>
                <a:cs typeface="+mn-cs"/>
              </a:rPr>
              <a:t>set of components with arrows indicating which kernel components use or control</a:t>
            </a:r>
          </a:p>
          <a:p>
            <a:r>
              <a:rPr lang="en-US" sz="1200" kern="1200" baseline="0" dirty="0">
                <a:solidFill>
                  <a:schemeClr val="tx1"/>
                </a:solidFill>
                <a:latin typeface="+mn-lt"/>
                <a:ea typeface="+mn-ea"/>
                <a:cs typeface="+mn-cs"/>
              </a:rPr>
              <a:t>which hardware components. All of the kernel components, of course, execute on</a:t>
            </a:r>
          </a:p>
          <a:p>
            <a:r>
              <a:rPr lang="en-US" sz="1200" kern="1200" baseline="0" dirty="0">
                <a:solidFill>
                  <a:schemeClr val="tx1"/>
                </a:solidFill>
                <a:latin typeface="+mn-lt"/>
                <a:ea typeface="+mn-ea"/>
                <a:cs typeface="+mn-cs"/>
              </a:rPr>
              <a:t>the processor but, for simplicity, these relationships are not shown.</a:t>
            </a:r>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77</a:t>
            </a:fld>
            <a:endParaRPr lang="en-US" dirty="0"/>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The kernel uses signals to call into a process. For example, signals are</a:t>
            </a:r>
          </a:p>
          <a:p>
            <a:r>
              <a:rPr lang="en-US" sz="1200" kern="1200" baseline="0" dirty="0">
                <a:solidFill>
                  <a:schemeClr val="tx1"/>
                </a:solidFill>
                <a:latin typeface="+mn-lt"/>
                <a:ea typeface="+mn-ea"/>
                <a:cs typeface="+mn-cs"/>
              </a:rPr>
              <a:t>used to notify a process of certain faults, such as division by zero. Table 2.6</a:t>
            </a:r>
          </a:p>
          <a:p>
            <a:r>
              <a:rPr lang="en-US" sz="1200" kern="1200" baseline="0" dirty="0">
                <a:solidFill>
                  <a:schemeClr val="tx1"/>
                </a:solidFill>
                <a:latin typeface="+mn-lt"/>
                <a:ea typeface="+mn-ea"/>
                <a:cs typeface="+mn-cs"/>
              </a:rPr>
              <a:t>gives a few examples of signals.</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78</a:t>
            </a:fld>
            <a:endParaRPr lang="en-US" dirty="0"/>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fontScale="55000" lnSpcReduction="20000"/>
          </a:bodyPr>
          <a:lstStyle/>
          <a:p>
            <a:r>
              <a:rPr lang="en-US" sz="1200" kern="1200" baseline="0" dirty="0">
                <a:solidFill>
                  <a:schemeClr val="tx1"/>
                </a:solidFill>
                <a:latin typeface="+mn-lt"/>
                <a:ea typeface="+mn-ea"/>
                <a:cs typeface="+mn-cs"/>
              </a:rPr>
              <a:t>System calls: The system call is the means by which a process requests a specific</a:t>
            </a:r>
          </a:p>
          <a:p>
            <a:r>
              <a:rPr lang="en-US" sz="1200" kern="1200" baseline="0" dirty="0">
                <a:solidFill>
                  <a:schemeClr val="tx1"/>
                </a:solidFill>
                <a:latin typeface="+mn-lt"/>
                <a:ea typeface="+mn-ea"/>
                <a:cs typeface="+mn-cs"/>
              </a:rPr>
              <a:t>kernel service. There are several hundred system calls, which can be roughly</a:t>
            </a:r>
          </a:p>
          <a:p>
            <a:r>
              <a:rPr lang="en-US" sz="1200" kern="1200" baseline="0" dirty="0">
                <a:solidFill>
                  <a:schemeClr val="tx1"/>
                </a:solidFill>
                <a:latin typeface="+mn-lt"/>
                <a:ea typeface="+mn-ea"/>
                <a:cs typeface="+mn-cs"/>
              </a:rPr>
              <a:t>grouped into six categories: file system, process, scheduling, </a:t>
            </a:r>
            <a:r>
              <a:rPr lang="en-US" sz="1200" kern="1200" baseline="0" dirty="0" err="1">
                <a:solidFill>
                  <a:schemeClr val="tx1"/>
                </a:solidFill>
                <a:latin typeface="+mn-lt"/>
                <a:ea typeface="+mn-ea"/>
                <a:cs typeface="+mn-cs"/>
              </a:rPr>
              <a:t>interprocess</a:t>
            </a:r>
            <a:r>
              <a:rPr lang="en-US" sz="1200" kern="1200" baseline="0" dirty="0">
                <a:solidFill>
                  <a:schemeClr val="tx1"/>
                </a:solidFill>
                <a:latin typeface="+mn-lt"/>
                <a:ea typeface="+mn-ea"/>
                <a:cs typeface="+mn-cs"/>
              </a:rPr>
              <a:t> communication,</a:t>
            </a:r>
          </a:p>
          <a:p>
            <a:r>
              <a:rPr lang="en-US" sz="1200" kern="1200" baseline="0" dirty="0">
                <a:solidFill>
                  <a:schemeClr val="tx1"/>
                </a:solidFill>
                <a:latin typeface="+mn-lt"/>
                <a:ea typeface="+mn-ea"/>
                <a:cs typeface="+mn-cs"/>
              </a:rPr>
              <a:t>socket (networking), and miscellaneous. Table 2.7 defines a few</a:t>
            </a:r>
          </a:p>
          <a:p>
            <a:r>
              <a:rPr lang="en-US" sz="1200" kern="1200" baseline="0" dirty="0">
                <a:solidFill>
                  <a:schemeClr val="tx1"/>
                </a:solidFill>
                <a:latin typeface="+mn-lt"/>
                <a:ea typeface="+mn-ea"/>
                <a:cs typeface="+mn-cs"/>
              </a:rPr>
              <a:t>examples in each category.</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Processes and scheduler: </a:t>
            </a:r>
            <a:r>
              <a:rPr lang="en-US" sz="1200" kern="1200" baseline="0" dirty="0" err="1">
                <a:solidFill>
                  <a:schemeClr val="tx1"/>
                </a:solidFill>
                <a:latin typeface="+mn-lt"/>
                <a:ea typeface="+mn-ea"/>
                <a:cs typeface="+mn-cs"/>
              </a:rPr>
              <a:t>tes</a:t>
            </a:r>
            <a:r>
              <a:rPr lang="en-US" sz="1200" kern="1200" baseline="0" dirty="0">
                <a:solidFill>
                  <a:schemeClr val="tx1"/>
                </a:solidFill>
                <a:latin typeface="+mn-lt"/>
                <a:ea typeface="+mn-ea"/>
                <a:cs typeface="+mn-cs"/>
              </a:rPr>
              <a:t>, manages, and schedules processes.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 Virtual memory: Allocates and manages virtual memory for processes.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 File systems: Provide a global, hierarchical namespace for files, directories,</a:t>
            </a:r>
          </a:p>
          <a:p>
            <a:r>
              <a:rPr lang="en-US" sz="1200" kern="1200" baseline="0" dirty="0">
                <a:solidFill>
                  <a:schemeClr val="tx1"/>
                </a:solidFill>
                <a:latin typeface="+mn-lt"/>
                <a:ea typeface="+mn-ea"/>
                <a:cs typeface="+mn-cs"/>
              </a:rPr>
              <a:t>and other file-related objects and provide file system functions.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 Network protocols: Support the Sockets interface to users for the TCP/IP protocol</a:t>
            </a:r>
          </a:p>
          <a:p>
            <a:r>
              <a:rPr lang="en-US" sz="1200" kern="1200" baseline="0" dirty="0">
                <a:solidFill>
                  <a:schemeClr val="tx1"/>
                </a:solidFill>
                <a:latin typeface="+mn-lt"/>
                <a:ea typeface="+mn-ea"/>
                <a:cs typeface="+mn-cs"/>
              </a:rPr>
              <a:t>suite.</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 Character device drivers: Manage devices that require the kernel to send or</a:t>
            </a:r>
          </a:p>
          <a:p>
            <a:r>
              <a:rPr lang="en-US" sz="1200" kern="1200" baseline="0" dirty="0">
                <a:solidFill>
                  <a:schemeClr val="tx1"/>
                </a:solidFill>
                <a:latin typeface="+mn-lt"/>
                <a:ea typeface="+mn-ea"/>
                <a:cs typeface="+mn-cs"/>
              </a:rPr>
              <a:t>receive data one byte at a time, such as terminals, modems, and printers.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 Block device drivers: Manage devices that read and write data in blocks, such</a:t>
            </a:r>
          </a:p>
          <a:p>
            <a:r>
              <a:rPr lang="en-US" sz="1200" kern="1200" baseline="0" dirty="0">
                <a:solidFill>
                  <a:schemeClr val="tx1"/>
                </a:solidFill>
                <a:latin typeface="+mn-lt"/>
                <a:ea typeface="+mn-ea"/>
                <a:cs typeface="+mn-cs"/>
              </a:rPr>
              <a:t>as various forms of secondary memory (magnetic disks, CD-ROMs, etc.).</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 Network device drivers: Manage network interface cards and communications</a:t>
            </a:r>
          </a:p>
          <a:p>
            <a:r>
              <a:rPr lang="en-US" sz="1200" kern="1200" baseline="0" dirty="0">
                <a:solidFill>
                  <a:schemeClr val="tx1"/>
                </a:solidFill>
                <a:latin typeface="+mn-lt"/>
                <a:ea typeface="+mn-ea"/>
                <a:cs typeface="+mn-cs"/>
              </a:rPr>
              <a:t>ports that connect to network devices, such as bridges and routers.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 Traps and faults: Handle traps and faults generated by the processor, such as a</a:t>
            </a:r>
          </a:p>
          <a:p>
            <a:r>
              <a:rPr lang="en-US" sz="1200" kern="1200" baseline="0" dirty="0">
                <a:solidFill>
                  <a:schemeClr val="tx1"/>
                </a:solidFill>
                <a:latin typeface="+mn-lt"/>
                <a:ea typeface="+mn-ea"/>
                <a:cs typeface="+mn-cs"/>
              </a:rPr>
              <a:t>memory fault.</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 Physical memory: Manages the pool of page frames in real memory and allocates</a:t>
            </a:r>
          </a:p>
          <a:p>
            <a:r>
              <a:rPr lang="en-US" sz="1200" kern="1200" baseline="0" dirty="0">
                <a:solidFill>
                  <a:schemeClr val="tx1"/>
                </a:solidFill>
                <a:latin typeface="+mn-lt"/>
                <a:ea typeface="+mn-ea"/>
                <a:cs typeface="+mn-cs"/>
              </a:rPr>
              <a:t>pages for virtual memory.</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 Interrupts Handle interrupts from peripheral devices.</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79</a:t>
            </a:fld>
            <a:endParaRPr lang="en-US" dirty="0"/>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80</a:t>
            </a:fld>
            <a:endParaRPr lang="en-US" dirty="0"/>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dirty="0"/>
              <a:t>Summary of</a:t>
            </a:r>
            <a:r>
              <a:rPr lang="en-US" baseline="0" dirty="0"/>
              <a:t> Chapter 2.</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81</a:t>
            </a:fld>
            <a:endParaRPr lang="en-US" dirty="0"/>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b="1" dirty="0">
                <a:solidFill>
                  <a:srgbClr val="000000"/>
                </a:solidFill>
                <a:effectLst/>
                <a:latin typeface="Times New Roman" panose="02020603050405020304" pitchFamily="18" charset="0"/>
              </a:rPr>
              <a:t> max number of jobs = 6, max idle = 15(or 2, depending on if drives are still</a:t>
            </a:r>
            <a:endParaRPr lang="en-US" dirty="0">
              <a:solidFill>
                <a:srgbClr val="000000"/>
              </a:solidFill>
              <a:effectLst/>
              <a:latin typeface="Times New Roman" panose="02020603050405020304" pitchFamily="18" charset="0"/>
            </a:endParaRPr>
          </a:p>
          <a:p>
            <a:r>
              <a:rPr lang="en-US" b="1" dirty="0">
                <a:solidFill>
                  <a:srgbClr val="000000"/>
                </a:solidFill>
                <a:effectLst/>
                <a:latin typeface="Times New Roman" panose="02020603050405020304" pitchFamily="18" charset="0"/>
              </a:rPr>
              <a:t>being utilized while waiting on last 2) min idle = 0</a:t>
            </a:r>
            <a:endParaRPr lang="en-US" dirty="0">
              <a:solidFill>
                <a:srgbClr val="000000"/>
              </a:solidFill>
              <a:effectLst/>
              <a:latin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pPr>
              <a:defRPr/>
            </a:pPr>
            <a:fld id="{B1F781F4-099F-4112-9B1E-8A4E4163911A}" type="slidenum">
              <a:rPr lang="en-US" smtClean="0"/>
              <a:pPr>
                <a:defRPr/>
              </a:pPr>
              <a:t>84</a:t>
            </a:fld>
            <a:endParaRPr lang="en-US" dirty="0"/>
          </a:p>
        </p:txBody>
      </p:sp>
    </p:spTree>
    <p:extLst>
      <p:ext uri="{BB962C8B-B14F-4D97-AF65-F5344CB8AC3E}">
        <p14:creationId xmlns:p14="http://schemas.microsoft.com/office/powerpoint/2010/main" val="22983487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09602" y="2629209"/>
            <a:ext cx="10972799" cy="1237130"/>
          </a:xfrm>
        </p:spPr>
        <p:txBody>
          <a:bodyPr anchor="b" anchorCtr="0"/>
          <a:lstStyle>
            <a:lvl1pPr algn="ctr">
              <a:lnSpc>
                <a:spcPts val="5000"/>
              </a:lnSpc>
              <a:defRPr sz="4600">
                <a:solidFill>
                  <a:schemeClr val="accent1"/>
                </a:solidFill>
                <a:effectLst/>
              </a:defRPr>
            </a:lvl1pPr>
          </a:lstStyle>
          <a:p>
            <a:r>
              <a:rPr lang="en-US"/>
              <a:t>Click to edit Master title style</a:t>
            </a:r>
            <a:endParaRPr dirty="0"/>
          </a:p>
        </p:txBody>
      </p:sp>
      <p:sp>
        <p:nvSpPr>
          <p:cNvPr id="3" name="Subtitle 2"/>
          <p:cNvSpPr>
            <a:spLocks noGrp="1"/>
          </p:cNvSpPr>
          <p:nvPr>
            <p:ph type="subTitle" idx="1"/>
          </p:nvPr>
        </p:nvSpPr>
        <p:spPr>
          <a:xfrm>
            <a:off x="609601" y="3963336"/>
            <a:ext cx="10972800" cy="466165"/>
          </a:xfrm>
        </p:spPr>
        <p:txBody>
          <a:bodyPr/>
          <a:lstStyle>
            <a:lvl1pPr marL="0" indent="0" algn="ctr">
              <a:lnSpc>
                <a:spcPct val="100000"/>
              </a:lnSpc>
              <a:spcBef>
                <a:spcPts val="0"/>
              </a:spcBef>
              <a:buNone/>
              <a:defRPr sz="18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a:p>
        </p:txBody>
      </p:sp>
      <p:sp>
        <p:nvSpPr>
          <p:cNvPr id="4" name="Date Placeholder 3"/>
          <p:cNvSpPr>
            <a:spLocks noGrp="1"/>
          </p:cNvSpPr>
          <p:nvPr>
            <p:ph type="dt" sz="half" idx="10"/>
          </p:nvPr>
        </p:nvSpPr>
        <p:spPr/>
        <p:txBody>
          <a:bodyPr/>
          <a:lstStyle/>
          <a:p>
            <a:pPr>
              <a:defRPr/>
            </a:pPr>
            <a:fld id="{31F29CBB-934E-8A4D-ACEC-B1AEF630B8F9}" type="datetime1">
              <a:rPr lang="en-US" smtClean="0"/>
              <a:t>1/16/2025</a:t>
            </a:fld>
            <a:endParaRPr lang="en-US" dirty="0"/>
          </a:p>
        </p:txBody>
      </p:sp>
      <p:sp>
        <p:nvSpPr>
          <p:cNvPr id="6" name="Slide Number Placeholder 5"/>
          <p:cNvSpPr>
            <a:spLocks noGrp="1"/>
          </p:cNvSpPr>
          <p:nvPr>
            <p:ph type="sldNum" sz="quarter" idx="12"/>
          </p:nvPr>
        </p:nvSpPr>
        <p:spPr>
          <a:xfrm>
            <a:off x="5740400" y="6492876"/>
            <a:ext cx="711200" cy="365125"/>
          </a:xfrm>
        </p:spPr>
        <p:txBody>
          <a:bodyPr vert="horz" lIns="91440" tIns="45720" rIns="91440" bIns="45720" rtlCol="0" anchor="ctr"/>
          <a:lstStyle>
            <a:lvl1pPr marL="0" algn="ctr" defTabSz="914400" rtl="0" eaLnBrk="1" latinLnBrk="0" hangingPunct="1">
              <a:defRPr sz="1100" b="1" kern="1200">
                <a:solidFill>
                  <a:schemeClr val="bg1">
                    <a:lumMod val="65000"/>
                  </a:schemeClr>
                </a:solidFill>
                <a:latin typeface="Calibri" pitchFamily="34" charset="0"/>
                <a:ea typeface="+mn-ea"/>
                <a:cs typeface="+mn-cs"/>
              </a:defRPr>
            </a:lvl1pPr>
          </a:lstStyle>
          <a:p>
            <a:pPr>
              <a:defRPr/>
            </a:pPr>
            <a:fld id="{46FA4F69-47FA-46CC-8030-E13D0EF9E852}" type="slidenum">
              <a:rPr lang="en-US" smtClean="0"/>
              <a:pPr>
                <a:defRPr/>
              </a:pPr>
              <a:t>‹#›</a:t>
            </a:fld>
            <a:endParaRPr lang="en-US" dirty="0"/>
          </a:p>
        </p:txBody>
      </p:sp>
      <p:sp>
        <p:nvSpPr>
          <p:cNvPr id="8" name="Rectangle 7"/>
          <p:cNvSpPr/>
          <p:nvPr/>
        </p:nvSpPr>
        <p:spPr>
          <a:xfrm>
            <a:off x="609600" y="816802"/>
            <a:ext cx="10972800" cy="118872"/>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Footer Placeholder 4"/>
          <p:cNvSpPr>
            <a:spLocks noGrp="1"/>
          </p:cNvSpPr>
          <p:nvPr>
            <p:ph type="ftr" sz="quarter" idx="3"/>
          </p:nvPr>
        </p:nvSpPr>
        <p:spPr>
          <a:xfrm>
            <a:off x="424329" y="6492876"/>
            <a:ext cx="4554072" cy="365125"/>
          </a:xfrm>
          <a:prstGeom prst="rect">
            <a:avLst/>
          </a:prstGeom>
        </p:spPr>
        <p:txBody>
          <a:bodyPr vert="horz" lIns="91440" tIns="45720" rIns="91440" bIns="45720" rtlCol="0" anchor="ctr"/>
          <a:lstStyle>
            <a:lvl1pPr marL="0" algn="l" defTabSz="914400" rtl="0" eaLnBrk="1" latinLnBrk="0" hangingPunct="1">
              <a:defRPr sz="1100" b="1" kern="1200">
                <a:solidFill>
                  <a:schemeClr val="bg1">
                    <a:lumMod val="65000"/>
                  </a:schemeClr>
                </a:solidFill>
                <a:latin typeface="Calibri" pitchFamily="34" charset="0"/>
                <a:ea typeface="+mn-ea"/>
                <a:cs typeface="+mn-cs"/>
              </a:defRPr>
            </a:lvl1pPr>
          </a:lstStyle>
          <a:p>
            <a:pPr>
              <a:defRPr/>
            </a:pPr>
            <a:r>
              <a:rPr lang="en-US"/>
              <a:t>© 2017 Pearson Education, Inc., Hoboken, NJ. All rights reserved.</a:t>
            </a:r>
            <a:endParaRPr lang="en-US" dirty="0"/>
          </a:p>
        </p:txBody>
      </p:sp>
    </p:spTree>
    <p:extLst>
      <p:ext uri="{BB962C8B-B14F-4D97-AF65-F5344CB8AC3E}">
        <p14:creationId xmlns:p14="http://schemas.microsoft.com/office/powerpoint/2010/main" val="15412654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a:xfrm>
            <a:off x="609599" y="1037492"/>
            <a:ext cx="10972799" cy="53633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049DF87B-F54B-5745-9105-D5C899A5E35B}" type="datetime1">
              <a:rPr lang="en-US" smtClean="0"/>
              <a:t>1/16/2025</a:t>
            </a:fld>
            <a:endParaRPr lang="en-US"/>
          </a:p>
        </p:txBody>
      </p:sp>
      <p:sp>
        <p:nvSpPr>
          <p:cNvPr id="6" name="Slide Number Placeholder 5"/>
          <p:cNvSpPr>
            <a:spLocks noGrp="1"/>
          </p:cNvSpPr>
          <p:nvPr>
            <p:ph type="sldNum" sz="quarter" idx="12"/>
          </p:nvPr>
        </p:nvSpPr>
        <p:spPr/>
        <p:txBody>
          <a:bodyPr/>
          <a:lstStyle/>
          <a:p>
            <a:fld id="{3FFF1679-83E0-4571-98D7-4BB535B5F505}" type="slidenum">
              <a:rPr lang="en-US" smtClean="0"/>
              <a:pPr/>
              <a:t>‹#›</a:t>
            </a:fld>
            <a:endParaRPr lang="en-US"/>
          </a:p>
        </p:txBody>
      </p:sp>
    </p:spTree>
    <p:extLst>
      <p:ext uri="{BB962C8B-B14F-4D97-AF65-F5344CB8AC3E}">
        <p14:creationId xmlns:p14="http://schemas.microsoft.com/office/powerpoint/2010/main" val="854153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useBgFill="1">
        <p:nvSpPr>
          <p:cNvPr id="10" name="Rectangle 9"/>
          <p:cNvSpPr/>
          <p:nvPr/>
        </p:nvSpPr>
        <p:spPr>
          <a:xfrm>
            <a:off x="435428" y="362858"/>
            <a:ext cx="11253411" cy="251822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4130722" y="3575713"/>
            <a:ext cx="7195561" cy="1340467"/>
          </a:xfrm>
        </p:spPr>
        <p:txBody>
          <a:bodyPr tIns="0" bIns="0" anchor="b" anchorCtr="0"/>
          <a:lstStyle>
            <a:lvl1pPr algn="r">
              <a:defRPr sz="4600" b="0" cap="none" baseline="0">
                <a:solidFill>
                  <a:schemeClr val="accent1"/>
                </a:solidFill>
                <a:effectLst/>
              </a:defRPr>
            </a:lvl1pPr>
          </a:lstStyle>
          <a:p>
            <a:r>
              <a:rPr lang="en-US"/>
              <a:t>Click to edit Master title style</a:t>
            </a:r>
            <a:endParaRPr/>
          </a:p>
        </p:txBody>
      </p:sp>
      <p:sp>
        <p:nvSpPr>
          <p:cNvPr id="3" name="Text Placeholder 2"/>
          <p:cNvSpPr>
            <a:spLocks noGrp="1"/>
          </p:cNvSpPr>
          <p:nvPr>
            <p:ph type="body" idx="1"/>
          </p:nvPr>
        </p:nvSpPr>
        <p:spPr>
          <a:xfrm>
            <a:off x="4130722" y="4980297"/>
            <a:ext cx="7195561" cy="810904"/>
          </a:xfrm>
        </p:spPr>
        <p:txBody>
          <a:bodyPr tIns="0" bIns="0" anchor="t" anchorCtr="0">
            <a:normAutofit/>
          </a:bodyPr>
          <a:lstStyle>
            <a:lvl1pPr marL="0" indent="0" algn="r">
              <a:spcBef>
                <a:spcPts val="300"/>
              </a:spcBef>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fld id="{1501CDA1-A27D-2741-900B-20980F399C51}" type="datetime1">
              <a:rPr lang="en-US" smtClean="0"/>
              <a:t>1/16/2025</a:t>
            </a:fld>
            <a:endParaRPr lang="en-US" dirty="0"/>
          </a:p>
        </p:txBody>
      </p:sp>
      <p:sp>
        <p:nvSpPr>
          <p:cNvPr id="6" name="Slide Number Placeholder 5"/>
          <p:cNvSpPr>
            <a:spLocks noGrp="1"/>
          </p:cNvSpPr>
          <p:nvPr>
            <p:ph type="sldNum" sz="quarter" idx="12"/>
          </p:nvPr>
        </p:nvSpPr>
        <p:spPr>
          <a:xfrm>
            <a:off x="5742432" y="6492241"/>
            <a:ext cx="711200" cy="365125"/>
          </a:xfrm>
        </p:spPr>
        <p:txBody>
          <a:bodyPr vert="horz" lIns="91440" tIns="45720" rIns="91440" bIns="45720" rtlCol="0" anchor="ctr"/>
          <a:lstStyle>
            <a:lvl1pPr marL="0" algn="ctr" defTabSz="914400" rtl="0" eaLnBrk="1" latinLnBrk="0" hangingPunct="1">
              <a:defRPr sz="1100" b="1" kern="1200">
                <a:solidFill>
                  <a:schemeClr val="bg1">
                    <a:lumMod val="65000"/>
                  </a:schemeClr>
                </a:solidFill>
                <a:latin typeface="Calibri" pitchFamily="34" charset="0"/>
                <a:ea typeface="+mn-ea"/>
                <a:cs typeface="+mn-cs"/>
              </a:defRPr>
            </a:lvl1pPr>
          </a:lstStyle>
          <a:p>
            <a:pPr>
              <a:defRPr/>
            </a:pPr>
            <a:fld id="{93238FDB-2D8C-4804-B582-7DB90366B95F}" type="slidenum">
              <a:rPr lang="en-US" smtClean="0"/>
              <a:pPr>
                <a:defRPr/>
              </a:pPr>
              <a:t>‹#›</a:t>
            </a:fld>
            <a:endParaRPr lang="en-US" dirty="0"/>
          </a:p>
        </p:txBody>
      </p:sp>
      <p:sp>
        <p:nvSpPr>
          <p:cNvPr id="9" name="Rectangle 8"/>
          <p:cNvSpPr/>
          <p:nvPr/>
        </p:nvSpPr>
        <p:spPr>
          <a:xfrm rot="5400000">
            <a:off x="694112" y="3349752"/>
            <a:ext cx="5943600" cy="158496"/>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14049635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dirty="0"/>
          </a:p>
        </p:txBody>
      </p:sp>
      <p:sp>
        <p:nvSpPr>
          <p:cNvPr id="3" name="Content Placeholder 2"/>
          <p:cNvSpPr>
            <a:spLocks noGrp="1"/>
          </p:cNvSpPr>
          <p:nvPr>
            <p:ph sz="half" idx="1"/>
          </p:nvPr>
        </p:nvSpPr>
        <p:spPr>
          <a:xfrm>
            <a:off x="609598" y="1066800"/>
            <a:ext cx="5283201" cy="48006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p:nvPr>
        </p:nvSpPr>
        <p:spPr>
          <a:xfrm>
            <a:off x="6197601" y="1066800"/>
            <a:ext cx="5384796" cy="4800600"/>
          </a:xfrm>
        </p:spPr>
        <p:txBody>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pPr>
              <a:defRPr/>
            </a:pPr>
            <a:fld id="{427A4C20-A107-1B41-AAFF-9B604AA56E90}" type="datetime1">
              <a:rPr lang="en-US" smtClean="0"/>
              <a:t>1/16/2025</a:t>
            </a:fld>
            <a:endParaRPr lang="en-US" dirty="0"/>
          </a:p>
        </p:txBody>
      </p:sp>
      <p:sp>
        <p:nvSpPr>
          <p:cNvPr id="7" name="Slide Number Placeholder 6"/>
          <p:cNvSpPr>
            <a:spLocks noGrp="1"/>
          </p:cNvSpPr>
          <p:nvPr>
            <p:ph type="sldNum" sz="quarter" idx="12"/>
          </p:nvPr>
        </p:nvSpPr>
        <p:spPr/>
        <p:txBody>
          <a:bodyPr/>
          <a:lstStyle/>
          <a:p>
            <a:pPr>
              <a:defRPr/>
            </a:pPr>
            <a:fld id="{FD77EB8B-B6EB-443D-9CB4-B019CEC8F476}" type="slidenum">
              <a:rPr lang="en-US" smtClean="0"/>
              <a:pPr>
                <a:defRPr/>
              </a:pPr>
              <a:t>‹#›</a:t>
            </a:fld>
            <a:endParaRPr lang="en-US" dirty="0"/>
          </a:p>
        </p:txBody>
      </p:sp>
    </p:spTree>
    <p:extLst>
      <p:ext uri="{BB962C8B-B14F-4D97-AF65-F5344CB8AC3E}">
        <p14:creationId xmlns:p14="http://schemas.microsoft.com/office/powerpoint/2010/main" val="31018669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dirty="0"/>
          </a:p>
        </p:txBody>
      </p:sp>
      <p:sp>
        <p:nvSpPr>
          <p:cNvPr id="3" name="Text Placeholder 2"/>
          <p:cNvSpPr>
            <a:spLocks noGrp="1"/>
          </p:cNvSpPr>
          <p:nvPr>
            <p:ph type="body" idx="1"/>
          </p:nvPr>
        </p:nvSpPr>
        <p:spPr>
          <a:xfrm>
            <a:off x="609598" y="974288"/>
            <a:ext cx="5151719" cy="696251"/>
          </a:xfrm>
        </p:spPr>
        <p:txBody>
          <a:bodyPr tIns="0" bIns="0" anchor="ctr" anchorCtr="0">
            <a:noAutofit/>
          </a:bodyPr>
          <a:lstStyle>
            <a:lvl1pPr marL="0" indent="0" algn="ctr">
              <a:lnSpc>
                <a:spcPts val="3000"/>
              </a:lnSpc>
              <a:spcBef>
                <a:spcPts val="300"/>
              </a:spcBef>
              <a:buNone/>
              <a:defRPr sz="26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597" y="1824160"/>
            <a:ext cx="5145359" cy="4348833"/>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 Placeholder 4"/>
          <p:cNvSpPr>
            <a:spLocks noGrp="1"/>
          </p:cNvSpPr>
          <p:nvPr>
            <p:ph type="body" sz="quarter" idx="3"/>
          </p:nvPr>
        </p:nvSpPr>
        <p:spPr>
          <a:xfrm>
            <a:off x="6430678" y="974288"/>
            <a:ext cx="5151719" cy="696251"/>
          </a:xfrm>
        </p:spPr>
        <p:txBody>
          <a:bodyPr tIns="0" bIns="0" anchor="ctr" anchorCtr="0">
            <a:noAutofit/>
          </a:bodyPr>
          <a:lstStyle>
            <a:lvl1pPr marL="0" indent="0" algn="ctr">
              <a:lnSpc>
                <a:spcPts val="3000"/>
              </a:lnSpc>
              <a:spcBef>
                <a:spcPts val="300"/>
              </a:spcBef>
              <a:buNone/>
              <a:defRPr sz="26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587569" y="1824160"/>
            <a:ext cx="4994827" cy="4348834"/>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7" name="Date Placeholder 6"/>
          <p:cNvSpPr>
            <a:spLocks noGrp="1"/>
          </p:cNvSpPr>
          <p:nvPr>
            <p:ph type="dt" sz="half" idx="10"/>
          </p:nvPr>
        </p:nvSpPr>
        <p:spPr/>
        <p:txBody>
          <a:bodyPr/>
          <a:lstStyle/>
          <a:p>
            <a:pPr>
              <a:defRPr/>
            </a:pPr>
            <a:fld id="{2A94630D-5B1A-FF49-A214-9E59E34EB944}" type="datetime1">
              <a:rPr lang="en-US" smtClean="0"/>
              <a:t>1/16/2025</a:t>
            </a:fld>
            <a:endParaRPr lang="en-US" dirty="0"/>
          </a:p>
        </p:txBody>
      </p:sp>
      <p:sp>
        <p:nvSpPr>
          <p:cNvPr id="9" name="Slide Number Placeholder 8"/>
          <p:cNvSpPr>
            <a:spLocks noGrp="1"/>
          </p:cNvSpPr>
          <p:nvPr>
            <p:ph type="sldNum" sz="quarter" idx="12"/>
          </p:nvPr>
        </p:nvSpPr>
        <p:spPr/>
        <p:txBody>
          <a:bodyPr/>
          <a:lstStyle/>
          <a:p>
            <a:pPr>
              <a:defRPr/>
            </a:pPr>
            <a:fld id="{D56104A5-FF6A-4891-8FE3-D539A7A66E05}" type="slidenum">
              <a:rPr lang="en-US" smtClean="0"/>
              <a:pPr>
                <a:defRPr/>
              </a:pPr>
              <a:t>‹#›</a:t>
            </a:fld>
            <a:endParaRPr lang="en-US" dirty="0"/>
          </a:p>
        </p:txBody>
      </p:sp>
      <p:cxnSp>
        <p:nvCxnSpPr>
          <p:cNvPr id="11" name="Straight Connector 10"/>
          <p:cNvCxnSpPr>
            <a:cxnSpLocks/>
          </p:cNvCxnSpPr>
          <p:nvPr/>
        </p:nvCxnSpPr>
        <p:spPr>
          <a:xfrm>
            <a:off x="6094943" y="974287"/>
            <a:ext cx="0" cy="5198706"/>
          </a:xfrm>
          <a:prstGeom prst="line">
            <a:avLst/>
          </a:pr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cxnSp>
    </p:spTree>
    <p:extLst>
      <p:ext uri="{BB962C8B-B14F-4D97-AF65-F5344CB8AC3E}">
        <p14:creationId xmlns:p14="http://schemas.microsoft.com/office/powerpoint/2010/main" val="33879598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2 Content, Top and Bottom">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609598" y="1000017"/>
            <a:ext cx="10972796" cy="2467112"/>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pPr>
              <a:defRPr/>
            </a:pPr>
            <a:fld id="{FBDD2842-0C4A-8B47-A023-7500EC2DA67B}" type="datetime1">
              <a:rPr lang="en-US" smtClean="0"/>
              <a:t>1/16/2025</a:t>
            </a:fld>
            <a:endParaRPr lang="en-US" dirty="0"/>
          </a:p>
        </p:txBody>
      </p:sp>
      <p:sp>
        <p:nvSpPr>
          <p:cNvPr id="7" name="Slide Number Placeholder 6"/>
          <p:cNvSpPr>
            <a:spLocks noGrp="1"/>
          </p:cNvSpPr>
          <p:nvPr>
            <p:ph type="sldNum" sz="quarter" idx="12"/>
          </p:nvPr>
        </p:nvSpPr>
        <p:spPr/>
        <p:txBody>
          <a:bodyPr/>
          <a:lstStyle/>
          <a:p>
            <a:pPr>
              <a:defRPr/>
            </a:pPr>
            <a:fld id="{E4367C90-D8D8-4A11-9BC3-E7451ACC5EB2}" type="slidenum">
              <a:rPr lang="en-US" smtClean="0"/>
              <a:pPr>
                <a:defRPr/>
              </a:pPr>
              <a:t>‹#›</a:t>
            </a:fld>
            <a:endParaRPr lang="en-US" dirty="0"/>
          </a:p>
        </p:txBody>
      </p:sp>
      <p:sp>
        <p:nvSpPr>
          <p:cNvPr id="9" name="Content Placeholder 2"/>
          <p:cNvSpPr>
            <a:spLocks noGrp="1"/>
          </p:cNvSpPr>
          <p:nvPr>
            <p:ph sz="half" idx="13"/>
          </p:nvPr>
        </p:nvSpPr>
        <p:spPr>
          <a:xfrm>
            <a:off x="609597" y="3664654"/>
            <a:ext cx="10972796" cy="2677531"/>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Tree>
    <p:extLst>
      <p:ext uri="{BB962C8B-B14F-4D97-AF65-F5344CB8AC3E}">
        <p14:creationId xmlns:p14="http://schemas.microsoft.com/office/powerpoint/2010/main" val="19340385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3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6228862" y="978879"/>
            <a:ext cx="5353535" cy="2819399"/>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pPr>
              <a:defRPr/>
            </a:pPr>
            <a:fld id="{A6DA13B5-EE61-504E-8367-80EAA8021421}" type="datetime1">
              <a:rPr lang="en-US" smtClean="0"/>
              <a:t>1/16/2025</a:t>
            </a:fld>
            <a:endParaRPr lang="en-US" dirty="0"/>
          </a:p>
        </p:txBody>
      </p:sp>
      <p:sp>
        <p:nvSpPr>
          <p:cNvPr id="7" name="Slide Number Placeholder 6"/>
          <p:cNvSpPr>
            <a:spLocks noGrp="1"/>
          </p:cNvSpPr>
          <p:nvPr>
            <p:ph type="sldNum" sz="quarter" idx="12"/>
          </p:nvPr>
        </p:nvSpPr>
        <p:spPr/>
        <p:txBody>
          <a:bodyPr/>
          <a:lstStyle/>
          <a:p>
            <a:pPr>
              <a:defRPr/>
            </a:pPr>
            <a:fld id="{E4367C90-D8D8-4A11-9BC3-E7451ACC5EB2}" type="slidenum">
              <a:rPr lang="en-US" smtClean="0"/>
              <a:pPr>
                <a:defRPr/>
              </a:pPr>
              <a:t>‹#›</a:t>
            </a:fld>
            <a:endParaRPr lang="en-US" dirty="0"/>
          </a:p>
        </p:txBody>
      </p:sp>
      <p:sp>
        <p:nvSpPr>
          <p:cNvPr id="9" name="Content Placeholder 2"/>
          <p:cNvSpPr>
            <a:spLocks noGrp="1"/>
          </p:cNvSpPr>
          <p:nvPr>
            <p:ph sz="half" idx="13"/>
          </p:nvPr>
        </p:nvSpPr>
        <p:spPr>
          <a:xfrm>
            <a:off x="6228861" y="3950678"/>
            <a:ext cx="5353535" cy="2175487"/>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8" name="Content Placeholder 2"/>
          <p:cNvSpPr>
            <a:spLocks noGrp="1"/>
          </p:cNvSpPr>
          <p:nvPr>
            <p:ph sz="half" idx="14"/>
          </p:nvPr>
        </p:nvSpPr>
        <p:spPr>
          <a:xfrm>
            <a:off x="609599" y="978878"/>
            <a:ext cx="5353533" cy="5147286"/>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Tree>
    <p:extLst>
      <p:ext uri="{BB962C8B-B14F-4D97-AF65-F5344CB8AC3E}">
        <p14:creationId xmlns:p14="http://schemas.microsoft.com/office/powerpoint/2010/main" val="25669838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4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5" name="Date Placeholder 4"/>
          <p:cNvSpPr>
            <a:spLocks noGrp="1"/>
          </p:cNvSpPr>
          <p:nvPr>
            <p:ph type="dt" sz="half" idx="10"/>
          </p:nvPr>
        </p:nvSpPr>
        <p:spPr/>
        <p:txBody>
          <a:bodyPr/>
          <a:lstStyle/>
          <a:p>
            <a:pPr>
              <a:defRPr/>
            </a:pPr>
            <a:fld id="{89355619-333C-B245-8B55-A2EFC8A06CA1}" type="datetime1">
              <a:rPr lang="en-US" smtClean="0"/>
              <a:t>1/16/2025</a:t>
            </a:fld>
            <a:endParaRPr lang="en-US" dirty="0"/>
          </a:p>
        </p:txBody>
      </p:sp>
      <p:sp>
        <p:nvSpPr>
          <p:cNvPr id="7" name="Slide Number Placeholder 6"/>
          <p:cNvSpPr>
            <a:spLocks noGrp="1"/>
          </p:cNvSpPr>
          <p:nvPr>
            <p:ph type="sldNum" sz="quarter" idx="12"/>
          </p:nvPr>
        </p:nvSpPr>
        <p:spPr/>
        <p:txBody>
          <a:bodyPr/>
          <a:lstStyle/>
          <a:p>
            <a:pPr>
              <a:defRPr/>
            </a:pPr>
            <a:fld id="{F69DAB5F-4C32-47E8-A254-E438E2D0D3F6}" type="slidenum">
              <a:rPr lang="en-US" smtClean="0"/>
              <a:pPr>
                <a:defRPr/>
              </a:pPr>
              <a:t>‹#›</a:t>
            </a:fld>
            <a:endParaRPr lang="en-US" dirty="0"/>
          </a:p>
        </p:txBody>
      </p:sp>
      <p:sp>
        <p:nvSpPr>
          <p:cNvPr id="10" name="Content Placeholder 2"/>
          <p:cNvSpPr>
            <a:spLocks noGrp="1"/>
          </p:cNvSpPr>
          <p:nvPr>
            <p:ph sz="half" idx="14"/>
          </p:nvPr>
        </p:nvSpPr>
        <p:spPr>
          <a:xfrm>
            <a:off x="609598" y="1017603"/>
            <a:ext cx="5345724" cy="2329335"/>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1" name="Content Placeholder 2"/>
          <p:cNvSpPr>
            <a:spLocks noGrp="1"/>
          </p:cNvSpPr>
          <p:nvPr>
            <p:ph sz="half" idx="15"/>
          </p:nvPr>
        </p:nvSpPr>
        <p:spPr>
          <a:xfrm>
            <a:off x="609597" y="3511064"/>
            <a:ext cx="5345724" cy="2819398"/>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2" name="Content Placeholder 2">
            <a:extLst>
              <a:ext uri="{FF2B5EF4-FFF2-40B4-BE49-F238E27FC236}">
                <a16:creationId xmlns:a16="http://schemas.microsoft.com/office/drawing/2014/main" id="{96116B91-06E0-4EFB-86A8-C44992990952}"/>
              </a:ext>
            </a:extLst>
          </p:cNvPr>
          <p:cNvSpPr>
            <a:spLocks noGrp="1"/>
          </p:cNvSpPr>
          <p:nvPr>
            <p:ph sz="half" idx="16"/>
          </p:nvPr>
        </p:nvSpPr>
        <p:spPr>
          <a:xfrm>
            <a:off x="6236673" y="1017603"/>
            <a:ext cx="5345724" cy="2329335"/>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3" name="Content Placeholder 2">
            <a:extLst>
              <a:ext uri="{FF2B5EF4-FFF2-40B4-BE49-F238E27FC236}">
                <a16:creationId xmlns:a16="http://schemas.microsoft.com/office/drawing/2014/main" id="{9DC43B17-1913-4F94-B7BC-5328C3F063A9}"/>
              </a:ext>
            </a:extLst>
          </p:cNvPr>
          <p:cNvSpPr>
            <a:spLocks noGrp="1"/>
          </p:cNvSpPr>
          <p:nvPr>
            <p:ph sz="half" idx="17"/>
          </p:nvPr>
        </p:nvSpPr>
        <p:spPr>
          <a:xfrm>
            <a:off x="6236671" y="3511064"/>
            <a:ext cx="5345724" cy="2819398"/>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Tree>
    <p:extLst>
      <p:ext uri="{BB962C8B-B14F-4D97-AF65-F5344CB8AC3E}">
        <p14:creationId xmlns:p14="http://schemas.microsoft.com/office/powerpoint/2010/main" val="1203831177"/>
      </p:ext>
    </p:extLst>
  </p:cSld>
  <p:clrMapOvr>
    <a:masterClrMapping/>
  </p:clrMapOvr>
  <p:hf sldNum="0" hdr="0" dt="0"/>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Date Placeholder 2"/>
          <p:cNvSpPr>
            <a:spLocks noGrp="1"/>
          </p:cNvSpPr>
          <p:nvPr>
            <p:ph type="dt" sz="half" idx="10"/>
          </p:nvPr>
        </p:nvSpPr>
        <p:spPr/>
        <p:txBody>
          <a:bodyPr/>
          <a:lstStyle/>
          <a:p>
            <a:pPr>
              <a:defRPr/>
            </a:pPr>
            <a:fld id="{9C2DE2B6-93BC-1C4F-B028-18B4723E4A08}" type="datetime1">
              <a:rPr lang="en-US" smtClean="0"/>
              <a:t>1/16/2025</a:t>
            </a:fld>
            <a:endParaRPr lang="en-US" dirty="0"/>
          </a:p>
        </p:txBody>
      </p:sp>
      <p:sp>
        <p:nvSpPr>
          <p:cNvPr id="5" name="Slide Number Placeholder 4"/>
          <p:cNvSpPr>
            <a:spLocks noGrp="1"/>
          </p:cNvSpPr>
          <p:nvPr>
            <p:ph type="sldNum" sz="quarter" idx="12"/>
          </p:nvPr>
        </p:nvSpPr>
        <p:spPr>
          <a:xfrm>
            <a:off x="0" y="6525116"/>
            <a:ext cx="609600" cy="332885"/>
          </a:xfrm>
        </p:spPr>
        <p:txBody>
          <a:bodyPr/>
          <a:lstStyle/>
          <a:p>
            <a:pPr>
              <a:defRPr/>
            </a:pPr>
            <a:fld id="{97012834-41A2-49E3-8762-B14EE3F5CFB1}" type="slidenum">
              <a:rPr lang="en-US" smtClean="0"/>
              <a:pPr>
                <a:defRPr/>
              </a:pPr>
              <a:t>‹#›</a:t>
            </a:fld>
            <a:endParaRPr lang="en-US" dirty="0"/>
          </a:p>
        </p:txBody>
      </p:sp>
    </p:spTree>
    <p:extLst>
      <p:ext uri="{BB962C8B-B14F-4D97-AF65-F5344CB8AC3E}">
        <p14:creationId xmlns:p14="http://schemas.microsoft.com/office/powerpoint/2010/main" val="7289888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useBgFill="1">
        <p:nvSpPr>
          <p:cNvPr id="7" name="Rectangle 6"/>
          <p:cNvSpPr/>
          <p:nvPr/>
        </p:nvSpPr>
        <p:spPr>
          <a:xfrm>
            <a:off x="474133" y="566058"/>
            <a:ext cx="11195352" cy="259805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6" name="Rectangle 5"/>
          <p:cNvSpPr/>
          <p:nvPr/>
        </p:nvSpPr>
        <p:spPr>
          <a:xfrm>
            <a:off x="609600" y="457200"/>
            <a:ext cx="10972800" cy="118872"/>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Date Placeholder 1"/>
          <p:cNvSpPr>
            <a:spLocks noGrp="1"/>
          </p:cNvSpPr>
          <p:nvPr>
            <p:ph type="dt" sz="half" idx="10"/>
          </p:nvPr>
        </p:nvSpPr>
        <p:spPr/>
        <p:txBody>
          <a:bodyPr/>
          <a:lstStyle/>
          <a:p>
            <a:pPr>
              <a:defRPr/>
            </a:pPr>
            <a:fld id="{F1AACA07-3FF2-B44D-952E-061E810D13E8}" type="datetime1">
              <a:rPr lang="en-US" smtClean="0"/>
              <a:t>1/16/2025</a:t>
            </a:fld>
            <a:endParaRPr lang="en-US" dirty="0"/>
          </a:p>
        </p:txBody>
      </p:sp>
      <p:sp>
        <p:nvSpPr>
          <p:cNvPr id="4" name="Slide Number Placeholder 3"/>
          <p:cNvSpPr>
            <a:spLocks noGrp="1"/>
          </p:cNvSpPr>
          <p:nvPr>
            <p:ph type="sldNum" sz="quarter" idx="12"/>
          </p:nvPr>
        </p:nvSpPr>
        <p:spPr/>
        <p:txBody>
          <a:bodyPr/>
          <a:lstStyle/>
          <a:p>
            <a:pPr>
              <a:defRPr/>
            </a:pPr>
            <a:fld id="{0A9A6F0D-A611-4358-861D-7B01E8303898}" type="slidenum">
              <a:rPr lang="en-US" smtClean="0"/>
              <a:pPr>
                <a:defRPr/>
              </a:pPr>
              <a:t>‹#›</a:t>
            </a:fld>
            <a:endParaRPr lang="en-US" dirty="0"/>
          </a:p>
        </p:txBody>
      </p:sp>
    </p:spTree>
    <p:extLst>
      <p:ext uri="{BB962C8B-B14F-4D97-AF65-F5344CB8AC3E}">
        <p14:creationId xmlns:p14="http://schemas.microsoft.com/office/powerpoint/2010/main" val="36364778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useBgFill="1">
        <p:nvSpPr>
          <p:cNvPr id="10" name="Rectangle 9"/>
          <p:cNvSpPr/>
          <p:nvPr/>
        </p:nvSpPr>
        <p:spPr>
          <a:xfrm>
            <a:off x="445105" y="566058"/>
            <a:ext cx="11272761" cy="213359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a:off x="609600" y="457200"/>
            <a:ext cx="10972800" cy="118872"/>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609600" y="684930"/>
            <a:ext cx="5283200" cy="1162809"/>
          </a:xfrm>
        </p:spPr>
        <p:txBody>
          <a:bodyPr anchor="b"/>
          <a:lstStyle>
            <a:lvl1pPr algn="l">
              <a:defRPr sz="3600" b="0">
                <a:solidFill>
                  <a:schemeClr val="accent1"/>
                </a:solidFill>
                <a:effectLst/>
              </a:defRPr>
            </a:lvl1pPr>
          </a:lstStyle>
          <a:p>
            <a:r>
              <a:rPr lang="en-US"/>
              <a:t>Click to edit Master title style</a:t>
            </a:r>
            <a:endParaRPr dirty="0"/>
          </a:p>
        </p:txBody>
      </p:sp>
      <p:sp>
        <p:nvSpPr>
          <p:cNvPr id="3" name="Content Placeholder 2"/>
          <p:cNvSpPr>
            <a:spLocks noGrp="1"/>
          </p:cNvSpPr>
          <p:nvPr>
            <p:ph idx="1"/>
          </p:nvPr>
        </p:nvSpPr>
        <p:spPr>
          <a:xfrm>
            <a:off x="6299200" y="685800"/>
            <a:ext cx="5283200" cy="5486400"/>
          </a:xfrm>
        </p:spPr>
        <p:txBody>
          <a:bodyPr>
            <a:normAutofit/>
          </a:bodyPr>
          <a:lstStyle>
            <a:lvl1pPr>
              <a:defRPr sz="1800"/>
            </a:lvl1pPr>
            <a:lvl2pPr>
              <a:defRPr sz="1800"/>
            </a:lvl2pPr>
            <a:lvl3pPr>
              <a:defRPr sz="18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Text Placeholder 3"/>
          <p:cNvSpPr>
            <a:spLocks noGrp="1"/>
          </p:cNvSpPr>
          <p:nvPr>
            <p:ph type="body" sz="half" idx="2"/>
          </p:nvPr>
        </p:nvSpPr>
        <p:spPr>
          <a:xfrm>
            <a:off x="609599" y="2030316"/>
            <a:ext cx="5283199" cy="4141884"/>
          </a:xfrm>
        </p:spPr>
        <p:txBody>
          <a:bodyP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BE538F15-4A89-6D44-9443-76BD2F419F22}" type="datetime1">
              <a:rPr lang="en-US" smtClean="0"/>
              <a:t>1/16/2025</a:t>
            </a:fld>
            <a:endParaRPr lang="en-US" dirty="0"/>
          </a:p>
        </p:txBody>
      </p:sp>
      <p:sp>
        <p:nvSpPr>
          <p:cNvPr id="7" name="Slide Number Placeholder 6"/>
          <p:cNvSpPr>
            <a:spLocks noGrp="1"/>
          </p:cNvSpPr>
          <p:nvPr>
            <p:ph type="sldNum" sz="quarter" idx="12"/>
          </p:nvPr>
        </p:nvSpPr>
        <p:spPr/>
        <p:txBody>
          <a:bodyPr/>
          <a:lstStyle/>
          <a:p>
            <a:pPr>
              <a:defRPr/>
            </a:pPr>
            <a:fld id="{BAB79F47-3AF0-4617-BC60-2E592392BB48}" type="slidenum">
              <a:rPr lang="en-US" smtClean="0"/>
              <a:pPr>
                <a:defRPr/>
              </a:pPr>
              <a:t>‹#›</a:t>
            </a:fld>
            <a:endParaRPr lang="en-US" dirty="0"/>
          </a:p>
        </p:txBody>
      </p:sp>
    </p:spTree>
    <p:extLst>
      <p:ext uri="{BB962C8B-B14F-4D97-AF65-F5344CB8AC3E}">
        <p14:creationId xmlns:p14="http://schemas.microsoft.com/office/powerpoint/2010/main" val="133835419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useBgFill="1">
        <p:nvSpPr>
          <p:cNvPr id="10" name="Rectangle 9"/>
          <p:cNvSpPr/>
          <p:nvPr/>
        </p:nvSpPr>
        <p:spPr>
          <a:xfrm>
            <a:off x="474134" y="348343"/>
            <a:ext cx="11243733" cy="235131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426720" y="320040"/>
            <a:ext cx="11338560" cy="6217920"/>
          </a:xfrm>
          <a:prstGeom prst="rect">
            <a:avLst/>
          </a:pr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rot="5400000">
            <a:off x="8454677" y="3270960"/>
            <a:ext cx="5943600" cy="316081"/>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5" name="Date Placeholder 4"/>
          <p:cNvSpPr>
            <a:spLocks noGrp="1"/>
          </p:cNvSpPr>
          <p:nvPr>
            <p:ph type="dt" sz="half" idx="10"/>
          </p:nvPr>
        </p:nvSpPr>
        <p:spPr/>
        <p:txBody>
          <a:bodyPr/>
          <a:lstStyle/>
          <a:p>
            <a:pPr>
              <a:defRPr/>
            </a:pPr>
            <a:fld id="{3BEC5BB2-954B-5D42-81B0-549C7AEA5FD5}" type="datetime1">
              <a:rPr lang="en-US" smtClean="0"/>
              <a:t>1/16/2025</a:t>
            </a:fld>
            <a:endParaRPr lang="en-US" dirty="0"/>
          </a:p>
        </p:txBody>
      </p:sp>
      <p:sp>
        <p:nvSpPr>
          <p:cNvPr id="7" name="Slide Number Placeholder 6"/>
          <p:cNvSpPr>
            <a:spLocks noGrp="1"/>
          </p:cNvSpPr>
          <p:nvPr>
            <p:ph type="sldNum" sz="quarter" idx="12"/>
          </p:nvPr>
        </p:nvSpPr>
        <p:spPr/>
        <p:txBody>
          <a:bodyPr/>
          <a:lstStyle/>
          <a:p>
            <a:pPr>
              <a:defRPr/>
            </a:pPr>
            <a:fld id="{CADF8B95-FD24-4BC4-B430-69A3136D11E0}" type="slidenum">
              <a:rPr lang="en-US" smtClean="0"/>
              <a:pPr>
                <a:defRPr/>
              </a:pPr>
              <a:t>‹#›</a:t>
            </a:fld>
            <a:endParaRPr lang="en-US" dirty="0"/>
          </a:p>
        </p:txBody>
      </p:sp>
      <p:sp>
        <p:nvSpPr>
          <p:cNvPr id="11" name="Picture Placeholder 10"/>
          <p:cNvSpPr>
            <a:spLocks noGrp="1"/>
          </p:cNvSpPr>
          <p:nvPr>
            <p:ph type="pic" sz="quarter" idx="13"/>
          </p:nvPr>
        </p:nvSpPr>
        <p:spPr>
          <a:xfrm>
            <a:off x="6437376" y="457200"/>
            <a:ext cx="4828032" cy="5943600"/>
          </a:xfrm>
        </p:spPr>
        <p:txBody>
          <a:bodyPr/>
          <a:lstStyle>
            <a:lvl1pPr>
              <a:buNone/>
              <a:defRPr/>
            </a:lvl1pPr>
          </a:lstStyle>
          <a:p>
            <a:r>
              <a:rPr lang="en-US"/>
              <a:t>Click icon to add picture</a:t>
            </a:r>
            <a:endParaRPr dirty="0"/>
          </a:p>
        </p:txBody>
      </p:sp>
      <p:sp>
        <p:nvSpPr>
          <p:cNvPr id="12" name="Title 1">
            <a:extLst>
              <a:ext uri="{FF2B5EF4-FFF2-40B4-BE49-F238E27FC236}">
                <a16:creationId xmlns:a16="http://schemas.microsoft.com/office/drawing/2014/main" id="{D837764D-4E09-4E56-864F-94882F88AF66}"/>
              </a:ext>
            </a:extLst>
          </p:cNvPr>
          <p:cNvSpPr>
            <a:spLocks noGrp="1"/>
          </p:cNvSpPr>
          <p:nvPr>
            <p:ph type="title"/>
          </p:nvPr>
        </p:nvSpPr>
        <p:spPr>
          <a:xfrm>
            <a:off x="607481" y="457199"/>
            <a:ext cx="5283200" cy="1162809"/>
          </a:xfrm>
        </p:spPr>
        <p:txBody>
          <a:bodyPr anchor="b"/>
          <a:lstStyle>
            <a:lvl1pPr algn="l">
              <a:defRPr sz="3600" b="0">
                <a:solidFill>
                  <a:schemeClr val="accent1"/>
                </a:solidFill>
                <a:effectLst/>
              </a:defRPr>
            </a:lvl1pPr>
          </a:lstStyle>
          <a:p>
            <a:r>
              <a:rPr lang="en-US" dirty="0"/>
              <a:t>Click to edit Master title style</a:t>
            </a:r>
            <a:endParaRPr dirty="0"/>
          </a:p>
        </p:txBody>
      </p:sp>
      <p:sp>
        <p:nvSpPr>
          <p:cNvPr id="13" name="Text Placeholder 3">
            <a:extLst>
              <a:ext uri="{FF2B5EF4-FFF2-40B4-BE49-F238E27FC236}">
                <a16:creationId xmlns:a16="http://schemas.microsoft.com/office/drawing/2014/main" id="{CF5CE2F5-BE39-4EEA-8925-4E42800E9228}"/>
              </a:ext>
            </a:extLst>
          </p:cNvPr>
          <p:cNvSpPr>
            <a:spLocks noGrp="1"/>
          </p:cNvSpPr>
          <p:nvPr>
            <p:ph type="body" sz="half" idx="2"/>
          </p:nvPr>
        </p:nvSpPr>
        <p:spPr>
          <a:xfrm>
            <a:off x="609599" y="1799492"/>
            <a:ext cx="5283199" cy="4372708"/>
          </a:xfrm>
        </p:spPr>
        <p:txBody>
          <a:bodyP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18016038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a:xfrm>
            <a:off x="812800" y="2286000"/>
            <a:ext cx="10498667" cy="384016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pPr>
              <a:defRPr/>
            </a:pPr>
            <a:fld id="{68120F9A-12AA-1E49-BDA2-2D464F283A94}" type="datetime1">
              <a:rPr lang="en-US" smtClean="0"/>
              <a:t>1/16/2025</a:t>
            </a:fld>
            <a:endParaRPr lang="en-US" dirty="0"/>
          </a:p>
        </p:txBody>
      </p:sp>
      <p:sp>
        <p:nvSpPr>
          <p:cNvPr id="6" name="Slide Number Placeholder 5"/>
          <p:cNvSpPr>
            <a:spLocks noGrp="1"/>
          </p:cNvSpPr>
          <p:nvPr>
            <p:ph type="sldNum" sz="quarter" idx="12"/>
          </p:nvPr>
        </p:nvSpPr>
        <p:spPr/>
        <p:txBody>
          <a:bodyPr/>
          <a:lstStyle/>
          <a:p>
            <a:pPr>
              <a:defRPr/>
            </a:pPr>
            <a:fld id="{FBF0D068-AB96-40B8-9FAA-4228627632C0}" type="slidenum">
              <a:rPr lang="en-US" smtClean="0"/>
              <a:pPr>
                <a:defRPr/>
              </a:pPr>
              <a:t>‹#›</a:t>
            </a:fld>
            <a:endParaRPr lang="en-US" dirty="0"/>
          </a:p>
        </p:txBody>
      </p:sp>
    </p:spTree>
    <p:extLst>
      <p:ext uri="{BB962C8B-B14F-4D97-AF65-F5344CB8AC3E}">
        <p14:creationId xmlns:p14="http://schemas.microsoft.com/office/powerpoint/2010/main" val="391706648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useBgFill="1">
        <p:nvSpPr>
          <p:cNvPr id="11" name="Rectangle 10"/>
          <p:cNvSpPr/>
          <p:nvPr/>
        </p:nvSpPr>
        <p:spPr>
          <a:xfrm>
            <a:off x="464457" y="362857"/>
            <a:ext cx="11253409" cy="23368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rot="5400000">
            <a:off x="6423152" y="3349752"/>
            <a:ext cx="5943600" cy="158496"/>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Vertical Title 1"/>
          <p:cNvSpPr>
            <a:spLocks noGrp="1"/>
          </p:cNvSpPr>
          <p:nvPr>
            <p:ph type="title" orient="vert"/>
          </p:nvPr>
        </p:nvSpPr>
        <p:spPr>
          <a:xfrm>
            <a:off x="9492776" y="693739"/>
            <a:ext cx="1988024" cy="5432425"/>
          </a:xfrm>
        </p:spPr>
        <p:txBody>
          <a:bodyPr vert="eaVert" tIns="45720" bIns="45720"/>
          <a:lstStyle>
            <a:lvl1pPr algn="l">
              <a:defRPr/>
            </a:lvl1pPr>
          </a:lstStyle>
          <a:p>
            <a:r>
              <a:rPr lang="en-US"/>
              <a:t>Click to edit Master title style</a:t>
            </a:r>
            <a:endParaRPr/>
          </a:p>
        </p:txBody>
      </p:sp>
      <p:sp>
        <p:nvSpPr>
          <p:cNvPr id="3" name="Vertical Text Placeholder 2"/>
          <p:cNvSpPr>
            <a:spLocks noGrp="1"/>
          </p:cNvSpPr>
          <p:nvPr>
            <p:ph type="body" orient="vert" idx="1"/>
          </p:nvPr>
        </p:nvSpPr>
        <p:spPr>
          <a:xfrm>
            <a:off x="609600" y="693739"/>
            <a:ext cx="8026400" cy="54324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pPr>
              <a:defRPr/>
            </a:pPr>
            <a:fld id="{CBDA810D-5D7E-D241-A273-5D446A81CCB6}" type="datetime1">
              <a:rPr lang="en-US" smtClean="0"/>
              <a:t>1/16/2025</a:t>
            </a:fld>
            <a:endParaRPr lang="en-US" dirty="0"/>
          </a:p>
        </p:txBody>
      </p:sp>
      <p:sp>
        <p:nvSpPr>
          <p:cNvPr id="6" name="Slide Number Placeholder 5"/>
          <p:cNvSpPr>
            <a:spLocks noGrp="1"/>
          </p:cNvSpPr>
          <p:nvPr>
            <p:ph type="sldNum" sz="quarter" idx="12"/>
          </p:nvPr>
        </p:nvSpPr>
        <p:spPr/>
        <p:txBody>
          <a:bodyPr/>
          <a:lstStyle/>
          <a:p>
            <a:pPr>
              <a:defRPr/>
            </a:pPr>
            <a:fld id="{0E7040A0-6A5C-4BDA-AED7-03967CF0473B}" type="slidenum">
              <a:rPr lang="en-US" smtClean="0"/>
              <a:pPr>
                <a:defRPr/>
              </a:pPr>
              <a:t>‹#›</a:t>
            </a:fld>
            <a:endParaRPr lang="en-US" dirty="0"/>
          </a:p>
        </p:txBody>
      </p:sp>
    </p:spTree>
    <p:extLst>
      <p:ext uri="{BB962C8B-B14F-4D97-AF65-F5344CB8AC3E}">
        <p14:creationId xmlns:p14="http://schemas.microsoft.com/office/powerpoint/2010/main" val="334204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1_4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5" name="Date Placeholder 4"/>
          <p:cNvSpPr>
            <a:spLocks noGrp="1"/>
          </p:cNvSpPr>
          <p:nvPr>
            <p:ph type="dt" sz="half" idx="10"/>
          </p:nvPr>
        </p:nvSpPr>
        <p:spPr/>
        <p:txBody>
          <a:bodyPr/>
          <a:lstStyle/>
          <a:p>
            <a:pPr>
              <a:defRPr/>
            </a:pPr>
            <a:fld id="{66274D1D-8365-CD42-88FD-49AFE29ABA63}" type="datetime1">
              <a:rPr lang="en-US" smtClean="0"/>
              <a:t>1/16/2025</a:t>
            </a:fld>
            <a:endParaRPr lang="en-US" dirty="0"/>
          </a:p>
        </p:txBody>
      </p:sp>
      <p:sp>
        <p:nvSpPr>
          <p:cNvPr id="7" name="Slide Number Placeholder 6"/>
          <p:cNvSpPr>
            <a:spLocks noGrp="1"/>
          </p:cNvSpPr>
          <p:nvPr>
            <p:ph type="sldNum" sz="quarter" idx="12"/>
          </p:nvPr>
        </p:nvSpPr>
        <p:spPr/>
        <p:txBody>
          <a:bodyPr/>
          <a:lstStyle/>
          <a:p>
            <a:pPr>
              <a:defRPr/>
            </a:pPr>
            <a:fld id="{E4367C90-D8D8-4A11-9BC3-E7451ACC5EB2}" type="slidenum">
              <a:rPr lang="en-US" smtClean="0"/>
              <a:pPr>
                <a:defRPr/>
              </a:pPr>
              <a:t>‹#›</a:t>
            </a:fld>
            <a:endParaRPr lang="en-US" dirty="0"/>
          </a:p>
        </p:txBody>
      </p:sp>
      <p:sp>
        <p:nvSpPr>
          <p:cNvPr id="10" name="Content Placeholder 2"/>
          <p:cNvSpPr>
            <a:spLocks noGrp="1"/>
          </p:cNvSpPr>
          <p:nvPr>
            <p:ph sz="half" idx="14"/>
          </p:nvPr>
        </p:nvSpPr>
        <p:spPr>
          <a:xfrm>
            <a:off x="609598" y="1143000"/>
            <a:ext cx="5384803" cy="24384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12" name="Content Placeholder 2">
            <a:extLst>
              <a:ext uri="{FF2B5EF4-FFF2-40B4-BE49-F238E27FC236}">
                <a16:creationId xmlns:a16="http://schemas.microsoft.com/office/drawing/2014/main" id="{EEAE76CA-C385-4BC8-BC36-447274F340F5}"/>
              </a:ext>
            </a:extLst>
          </p:cNvPr>
          <p:cNvSpPr>
            <a:spLocks noGrp="1"/>
          </p:cNvSpPr>
          <p:nvPr>
            <p:ph sz="half" idx="15"/>
          </p:nvPr>
        </p:nvSpPr>
        <p:spPr>
          <a:xfrm>
            <a:off x="609597" y="3842876"/>
            <a:ext cx="5384803" cy="24384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13" name="Content Placeholder 2">
            <a:extLst>
              <a:ext uri="{FF2B5EF4-FFF2-40B4-BE49-F238E27FC236}">
                <a16:creationId xmlns:a16="http://schemas.microsoft.com/office/drawing/2014/main" id="{92686BC8-4417-4C81-ADE1-79AC050FB9E8}"/>
              </a:ext>
            </a:extLst>
          </p:cNvPr>
          <p:cNvSpPr>
            <a:spLocks noGrp="1"/>
          </p:cNvSpPr>
          <p:nvPr>
            <p:ph sz="half" idx="16"/>
          </p:nvPr>
        </p:nvSpPr>
        <p:spPr>
          <a:xfrm>
            <a:off x="6095997" y="1143000"/>
            <a:ext cx="5486401" cy="24384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14" name="Content Placeholder 2">
            <a:extLst>
              <a:ext uri="{FF2B5EF4-FFF2-40B4-BE49-F238E27FC236}">
                <a16:creationId xmlns:a16="http://schemas.microsoft.com/office/drawing/2014/main" id="{2239E19C-3887-490B-90D1-ED737EEA60CD}"/>
              </a:ext>
            </a:extLst>
          </p:cNvPr>
          <p:cNvSpPr>
            <a:spLocks noGrp="1"/>
          </p:cNvSpPr>
          <p:nvPr>
            <p:ph sz="half" idx="17"/>
          </p:nvPr>
        </p:nvSpPr>
        <p:spPr>
          <a:xfrm>
            <a:off x="6095995" y="3842876"/>
            <a:ext cx="5486401" cy="24384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Tree>
    <p:extLst>
      <p:ext uri="{BB962C8B-B14F-4D97-AF65-F5344CB8AC3E}">
        <p14:creationId xmlns:p14="http://schemas.microsoft.com/office/powerpoint/2010/main" val="351503098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2_4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6437376" y="2286001"/>
            <a:ext cx="48768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pPr>
              <a:defRPr/>
            </a:pPr>
            <a:fld id="{07627B4C-1315-4445-B6FE-D4D792906C28}" type="datetime1">
              <a:rPr lang="en-US" smtClean="0"/>
              <a:t>1/16/2025</a:t>
            </a:fld>
            <a:endParaRPr lang="en-US" dirty="0"/>
          </a:p>
        </p:txBody>
      </p:sp>
      <p:sp>
        <p:nvSpPr>
          <p:cNvPr id="6" name="Footer Placeholder 5"/>
          <p:cNvSpPr>
            <a:spLocks noGrp="1"/>
          </p:cNvSpPr>
          <p:nvPr>
            <p:ph type="ftr" sz="quarter" idx="11"/>
          </p:nvPr>
        </p:nvSpPr>
        <p:spPr/>
        <p:txBody>
          <a:bodyPr/>
          <a:lstStyle/>
          <a:p>
            <a:pPr>
              <a:defRPr/>
            </a:pPr>
            <a:endParaRPr lang="en-US" dirty="0"/>
          </a:p>
        </p:txBody>
      </p:sp>
      <p:sp>
        <p:nvSpPr>
          <p:cNvPr id="7" name="Slide Number Placeholder 6"/>
          <p:cNvSpPr>
            <a:spLocks noGrp="1"/>
          </p:cNvSpPr>
          <p:nvPr>
            <p:ph type="sldNum" sz="quarter" idx="12"/>
          </p:nvPr>
        </p:nvSpPr>
        <p:spPr/>
        <p:txBody>
          <a:bodyPr/>
          <a:lstStyle/>
          <a:p>
            <a:pPr>
              <a:defRPr/>
            </a:pPr>
            <a:fld id="{E4367C90-D8D8-4A11-9BC3-E7451ACC5EB2}" type="slidenum">
              <a:rPr lang="en-US" smtClean="0"/>
              <a:pPr>
                <a:defRPr/>
              </a:pPr>
              <a:t>‹#›</a:t>
            </a:fld>
            <a:endParaRPr lang="en-US" dirty="0"/>
          </a:p>
        </p:txBody>
      </p:sp>
      <p:sp>
        <p:nvSpPr>
          <p:cNvPr id="9" name="Content Placeholder 2"/>
          <p:cNvSpPr>
            <a:spLocks noGrp="1"/>
          </p:cNvSpPr>
          <p:nvPr>
            <p:ph sz="half" idx="13"/>
          </p:nvPr>
        </p:nvSpPr>
        <p:spPr>
          <a:xfrm>
            <a:off x="6437376" y="4302966"/>
            <a:ext cx="48768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0" name="Content Placeholder 2"/>
          <p:cNvSpPr>
            <a:spLocks noGrp="1"/>
          </p:cNvSpPr>
          <p:nvPr>
            <p:ph sz="half" idx="14"/>
          </p:nvPr>
        </p:nvSpPr>
        <p:spPr>
          <a:xfrm>
            <a:off x="878541" y="2286001"/>
            <a:ext cx="48768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1" name="Content Placeholder 2"/>
          <p:cNvSpPr>
            <a:spLocks noGrp="1"/>
          </p:cNvSpPr>
          <p:nvPr>
            <p:ph sz="half" idx="15"/>
          </p:nvPr>
        </p:nvSpPr>
        <p:spPr>
          <a:xfrm>
            <a:off x="878541" y="4302966"/>
            <a:ext cx="48768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Tree>
    <p:extLst>
      <p:ext uri="{BB962C8B-B14F-4D97-AF65-F5344CB8AC3E}">
        <p14:creationId xmlns:p14="http://schemas.microsoft.com/office/powerpoint/2010/main" val="267532018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endParaRPr dirty="0"/>
          </a:p>
        </p:txBody>
      </p:sp>
      <p:sp>
        <p:nvSpPr>
          <p:cNvPr id="3" name="Content Placeholder 2"/>
          <p:cNvSpPr>
            <a:spLocks noGrp="1"/>
          </p:cNvSpPr>
          <p:nvPr>
            <p:ph sz="half" idx="1"/>
          </p:nvPr>
        </p:nvSpPr>
        <p:spPr>
          <a:xfrm>
            <a:off x="878539" y="2286000"/>
            <a:ext cx="4876800" cy="3840163"/>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p:nvPr>
        </p:nvSpPr>
        <p:spPr>
          <a:xfrm>
            <a:off x="6441744" y="2286000"/>
            <a:ext cx="4876800" cy="3840163"/>
          </a:xfrm>
        </p:spPr>
        <p:txBody>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pPr>
              <a:defRPr/>
            </a:pPr>
            <a:fld id="{D75026D7-35AD-427C-AC41-EDF7CD9A5C2A}" type="datetime1">
              <a:rPr lang="en-US" smtClean="0"/>
              <a:t>1/16/2025</a:t>
            </a:fld>
            <a:endParaRPr lang="en-US" dirty="0"/>
          </a:p>
        </p:txBody>
      </p:sp>
      <p:sp>
        <p:nvSpPr>
          <p:cNvPr id="6" name="Footer Placeholder 5"/>
          <p:cNvSpPr>
            <a:spLocks noGrp="1"/>
          </p:cNvSpPr>
          <p:nvPr>
            <p:ph type="ftr" sz="quarter" idx="11"/>
          </p:nvPr>
        </p:nvSpPr>
        <p:spPr/>
        <p:txBody>
          <a:bodyPr/>
          <a:lstStyle/>
          <a:p>
            <a:pPr>
              <a:defRPr/>
            </a:pPr>
            <a:endParaRPr lang="en-US" dirty="0"/>
          </a:p>
        </p:txBody>
      </p:sp>
      <p:sp>
        <p:nvSpPr>
          <p:cNvPr id="7" name="Slide Number Placeholder 6"/>
          <p:cNvSpPr>
            <a:spLocks noGrp="1"/>
          </p:cNvSpPr>
          <p:nvPr>
            <p:ph type="sldNum" sz="quarter" idx="12"/>
          </p:nvPr>
        </p:nvSpPr>
        <p:spPr/>
        <p:txBody>
          <a:bodyPr/>
          <a:lstStyle/>
          <a:p>
            <a:pPr>
              <a:defRPr/>
            </a:pPr>
            <a:fld id="{FD77EB8B-B6EB-443D-9CB4-B019CEC8F476}" type="slidenum">
              <a:rPr lang="en-US" smtClean="0"/>
              <a:pPr>
                <a:defRPr/>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599" y="126708"/>
            <a:ext cx="10972797" cy="546071"/>
          </a:xfrm>
          <a:prstGeom prst="rect">
            <a:avLst/>
          </a:prstGeom>
          <a:effectLst/>
        </p:spPr>
        <p:txBody>
          <a:bodyPr vert="horz" lIns="91440" tIns="0" rIns="91440" bIns="0" rtlCol="0" anchor="b" anchorCtr="0">
            <a:noAutofit/>
          </a:bodyPr>
          <a:lstStyle/>
          <a:p>
            <a:r>
              <a:rPr lang="en-US"/>
              <a:t>Click to edit Master title style</a:t>
            </a:r>
            <a:endParaRPr dirty="0"/>
          </a:p>
        </p:txBody>
      </p:sp>
      <p:sp>
        <p:nvSpPr>
          <p:cNvPr id="3" name="Text Placeholder 2"/>
          <p:cNvSpPr>
            <a:spLocks noGrp="1"/>
          </p:cNvSpPr>
          <p:nvPr>
            <p:ph type="body" idx="1"/>
          </p:nvPr>
        </p:nvSpPr>
        <p:spPr>
          <a:xfrm>
            <a:off x="609599" y="1037493"/>
            <a:ext cx="10972799" cy="527202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Date Placeholder 3"/>
          <p:cNvSpPr>
            <a:spLocks noGrp="1"/>
          </p:cNvSpPr>
          <p:nvPr>
            <p:ph type="dt" sz="half" idx="2"/>
          </p:nvPr>
        </p:nvSpPr>
        <p:spPr>
          <a:xfrm>
            <a:off x="8920480" y="6492876"/>
            <a:ext cx="2844800" cy="365125"/>
          </a:xfrm>
          <a:prstGeom prst="rect">
            <a:avLst/>
          </a:prstGeom>
        </p:spPr>
        <p:txBody>
          <a:bodyPr vert="horz" lIns="91440" tIns="45720" rIns="91440" bIns="45720" rtlCol="0" anchor="ctr"/>
          <a:lstStyle>
            <a:lvl1pPr algn="r">
              <a:defRPr sz="1100" b="1">
                <a:solidFill>
                  <a:schemeClr val="bg1">
                    <a:lumMod val="65000"/>
                  </a:schemeClr>
                </a:solidFill>
                <a:latin typeface="Calibri" pitchFamily="34" charset="0"/>
              </a:defRPr>
            </a:lvl1pPr>
          </a:lstStyle>
          <a:p>
            <a:pPr>
              <a:defRPr/>
            </a:pPr>
            <a:fld id="{89355619-333C-B245-8B55-A2EFC8A06CA1}" type="datetime1">
              <a:rPr lang="en-US" smtClean="0"/>
              <a:t>1/16/2025</a:t>
            </a:fld>
            <a:endParaRPr lang="en-US" dirty="0"/>
          </a:p>
        </p:txBody>
      </p:sp>
      <p:sp>
        <p:nvSpPr>
          <p:cNvPr id="5" name="Footer Placeholder 4"/>
          <p:cNvSpPr>
            <a:spLocks noGrp="1"/>
          </p:cNvSpPr>
          <p:nvPr>
            <p:ph type="ftr" sz="quarter" idx="3"/>
          </p:nvPr>
        </p:nvSpPr>
        <p:spPr>
          <a:xfrm>
            <a:off x="424329" y="6492876"/>
            <a:ext cx="4554072" cy="365125"/>
          </a:xfrm>
          <a:prstGeom prst="rect">
            <a:avLst/>
          </a:prstGeom>
        </p:spPr>
        <p:txBody>
          <a:bodyPr vert="horz" lIns="91440" tIns="45720" rIns="91440" bIns="45720" rtlCol="0" anchor="ctr"/>
          <a:lstStyle>
            <a:lvl1pPr marL="0" algn="l" defTabSz="914400" rtl="0" eaLnBrk="1" latinLnBrk="0" hangingPunct="1">
              <a:defRPr sz="1100" b="1" kern="1200">
                <a:solidFill>
                  <a:schemeClr val="bg1">
                    <a:lumMod val="65000"/>
                  </a:schemeClr>
                </a:solidFill>
                <a:latin typeface="Calibri" pitchFamily="34" charset="0"/>
                <a:ea typeface="+mn-ea"/>
                <a:cs typeface="+mn-cs"/>
              </a:defRPr>
            </a:lvl1pPr>
          </a:lstStyle>
          <a:p>
            <a:pPr>
              <a:defRPr/>
            </a:pPr>
            <a:r>
              <a:rPr lang="en-US"/>
              <a:t>© 2017 Pearson Education, Inc., Hoboken, NJ. All rights reserved.</a:t>
            </a:r>
            <a:endParaRPr lang="en-US" dirty="0"/>
          </a:p>
        </p:txBody>
      </p:sp>
      <p:sp>
        <p:nvSpPr>
          <p:cNvPr id="6" name="Slide Number Placeholder 5"/>
          <p:cNvSpPr>
            <a:spLocks noGrp="1"/>
          </p:cNvSpPr>
          <p:nvPr>
            <p:ph type="sldNum" sz="quarter" idx="4"/>
          </p:nvPr>
        </p:nvSpPr>
        <p:spPr>
          <a:xfrm>
            <a:off x="0" y="6492876"/>
            <a:ext cx="609600" cy="365124"/>
          </a:xfrm>
          <a:prstGeom prst="rect">
            <a:avLst/>
          </a:prstGeom>
        </p:spPr>
        <p:txBody>
          <a:bodyPr vert="horz" lIns="91440" tIns="91440" rIns="91440" bIns="91440" rtlCol="0" anchor="ctr"/>
          <a:lstStyle>
            <a:lvl1pPr algn="l">
              <a:defRPr sz="1800" b="0">
                <a:solidFill>
                  <a:schemeClr val="accent1"/>
                </a:solidFill>
                <a:latin typeface="Calibri" pitchFamily="34" charset="0"/>
              </a:defRPr>
            </a:lvl1pPr>
          </a:lstStyle>
          <a:p>
            <a:pPr>
              <a:defRPr/>
            </a:pPr>
            <a:fld id="{F69DAB5F-4C32-47E8-A254-E438E2D0D3F6}" type="slidenum">
              <a:rPr lang="en-US" smtClean="0"/>
              <a:pPr>
                <a:defRPr/>
              </a:pPr>
              <a:t>‹#›</a:t>
            </a:fld>
            <a:endParaRPr lang="en-US" dirty="0"/>
          </a:p>
        </p:txBody>
      </p:sp>
      <p:sp>
        <p:nvSpPr>
          <p:cNvPr id="10" name="Rectangle 9"/>
          <p:cNvSpPr/>
          <p:nvPr/>
        </p:nvSpPr>
        <p:spPr>
          <a:xfrm>
            <a:off x="609596" y="778764"/>
            <a:ext cx="10972800" cy="118872"/>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2185202967"/>
      </p:ext>
    </p:extLst>
  </p:cSld>
  <p:clrMap bg1="lt1" tx1="dk1" bg2="lt2" tx2="dk2" accent1="accent1" accent2="accent2" accent3="accent3" accent4="accent4" accent5="accent5" accent6="accent6" hlink="hlink" folHlink="folHlink"/>
  <p:sldLayoutIdLst>
    <p:sldLayoutId id="2147483757" r:id="rId1"/>
    <p:sldLayoutId id="2147483758" r:id="rId2"/>
    <p:sldLayoutId id="2147483759" r:id="rId3"/>
    <p:sldLayoutId id="2147483760" r:id="rId4"/>
    <p:sldLayoutId id="2147483761" r:id="rId5"/>
    <p:sldLayoutId id="2147483762" r:id="rId6"/>
    <p:sldLayoutId id="2147483763" r:id="rId7"/>
    <p:sldLayoutId id="2147483764" r:id="rId8"/>
    <p:sldLayoutId id="2147483765" r:id="rId9"/>
    <p:sldLayoutId id="2147483766" r:id="rId10"/>
    <p:sldLayoutId id="2147483767" r:id="rId11"/>
    <p:sldLayoutId id="2147483768" r:id="rId12"/>
    <p:sldLayoutId id="2147483769" r:id="rId13"/>
    <p:sldLayoutId id="2147483770" r:id="rId14"/>
    <p:sldLayoutId id="2147483771" r:id="rId15"/>
    <p:sldLayoutId id="2147483789" r:id="rId16"/>
    <p:sldLayoutId id="2147483745" r:id="rId17"/>
  </p:sldLayoutIdLst>
  <p:hf sldNum="0" hdr="0" dt="0"/>
  <p:txStyles>
    <p:titleStyle>
      <a:lvl1pPr algn="ctr" defTabSz="914400" rtl="0" eaLnBrk="1" latinLnBrk="0" hangingPunct="1">
        <a:lnSpc>
          <a:spcPts val="5400"/>
        </a:lnSpc>
        <a:spcBef>
          <a:spcPct val="0"/>
        </a:spcBef>
        <a:buNone/>
        <a:defRPr sz="4000" kern="1200">
          <a:solidFill>
            <a:srgbClr val="AC0000"/>
          </a:solidFill>
          <a:effectLst>
            <a:outerShdw blurRad="50800" dist="38100" dir="2700000" algn="tl" rotWithShape="0">
              <a:prstClr val="black">
                <a:alpha val="40000"/>
              </a:prstClr>
            </a:outerShdw>
          </a:effectLst>
          <a:latin typeface="+mj-lt"/>
          <a:ea typeface="+mj-ea"/>
          <a:cs typeface="+mj-cs"/>
        </a:defRPr>
      </a:lvl1pPr>
    </p:titleStyle>
    <p:bodyStyle>
      <a:lvl1pPr marL="282575" indent="-282575" algn="l" defTabSz="914400" rtl="0" eaLnBrk="1" latinLnBrk="0" hangingPunct="1">
        <a:spcBef>
          <a:spcPts val="1800"/>
        </a:spcBef>
        <a:buClr>
          <a:schemeClr val="accent1"/>
        </a:buClr>
        <a:buSzPct val="75000"/>
        <a:buFont typeface="Wingdings" pitchFamily="2" charset="2"/>
        <a:buChar char="n"/>
        <a:defRPr sz="2000" kern="1200">
          <a:solidFill>
            <a:schemeClr val="tx1">
              <a:lumMod val="85000"/>
              <a:lumOff val="15000"/>
            </a:schemeClr>
          </a:solidFill>
          <a:latin typeface="Calibri" panose="020F0502020204030204" pitchFamily="34" charset="0"/>
          <a:ea typeface="+mn-ea"/>
          <a:cs typeface="Calibri" panose="020F0502020204030204" pitchFamily="34" charset="0"/>
        </a:defRPr>
      </a:lvl1pPr>
      <a:lvl2pPr marL="577850" indent="-295275" algn="l" defTabSz="914400" rtl="0" eaLnBrk="1" latinLnBrk="0" hangingPunct="1">
        <a:spcBef>
          <a:spcPts val="600"/>
        </a:spcBef>
        <a:buClr>
          <a:schemeClr val="accent1"/>
        </a:buClr>
        <a:buSzPct val="75000"/>
        <a:buFont typeface="Wingdings" pitchFamily="2" charset="2"/>
        <a:buChar char="n"/>
        <a:defRPr sz="1800" kern="1200">
          <a:solidFill>
            <a:schemeClr val="tx1">
              <a:lumMod val="85000"/>
              <a:lumOff val="15000"/>
            </a:schemeClr>
          </a:solidFill>
          <a:latin typeface="Calibri" panose="020F0502020204030204" pitchFamily="34" charset="0"/>
          <a:ea typeface="+mn-ea"/>
          <a:cs typeface="Calibri" panose="020F0502020204030204" pitchFamily="34" charset="0"/>
        </a:defRPr>
      </a:lvl2pPr>
      <a:lvl3pPr marL="860425" indent="-282575" algn="l" defTabSz="914400" rtl="0" eaLnBrk="1" latinLnBrk="0" hangingPunct="1">
        <a:spcBef>
          <a:spcPts val="600"/>
        </a:spcBef>
        <a:buClr>
          <a:schemeClr val="accent1"/>
        </a:buClr>
        <a:buSzPct val="75000"/>
        <a:buFont typeface="Wingdings" pitchFamily="2" charset="2"/>
        <a:buChar char="n"/>
        <a:defRPr sz="1800" kern="1200">
          <a:solidFill>
            <a:schemeClr val="tx1">
              <a:lumMod val="85000"/>
              <a:lumOff val="15000"/>
            </a:schemeClr>
          </a:solidFill>
          <a:latin typeface="Calibri" panose="020F0502020204030204" pitchFamily="34" charset="0"/>
          <a:ea typeface="+mn-ea"/>
          <a:cs typeface="Calibri" panose="020F0502020204030204" pitchFamily="34" charset="0"/>
        </a:defRPr>
      </a:lvl3pPr>
      <a:lvl4pPr marL="1143000" indent="-282575" algn="l" defTabSz="914400" rtl="0" eaLnBrk="1" latinLnBrk="0" hangingPunct="1">
        <a:spcBef>
          <a:spcPts val="600"/>
        </a:spcBef>
        <a:buClr>
          <a:schemeClr val="accent1"/>
        </a:buClr>
        <a:buSzPct val="75000"/>
        <a:buFont typeface="Wingdings" pitchFamily="2" charset="2"/>
        <a:buChar char="n"/>
        <a:defRPr sz="1800" kern="1200">
          <a:solidFill>
            <a:schemeClr val="tx1">
              <a:lumMod val="85000"/>
              <a:lumOff val="15000"/>
            </a:schemeClr>
          </a:solidFill>
          <a:latin typeface="Calibri" panose="020F0502020204030204" pitchFamily="34" charset="0"/>
          <a:ea typeface="+mn-ea"/>
          <a:cs typeface="Calibri" panose="020F0502020204030204" pitchFamily="34" charset="0"/>
        </a:defRPr>
      </a:lvl4pPr>
      <a:lvl5pPr marL="1425575" indent="-282575" algn="l" defTabSz="914400" rtl="0" eaLnBrk="1" latinLnBrk="0" hangingPunct="1">
        <a:spcBef>
          <a:spcPts val="600"/>
        </a:spcBef>
        <a:buClr>
          <a:schemeClr val="accent1"/>
        </a:buClr>
        <a:buSzPct val="75000"/>
        <a:buFont typeface="Wingdings" pitchFamily="2" charset="2"/>
        <a:buChar char="n"/>
        <a:defRPr sz="1800" kern="1200">
          <a:solidFill>
            <a:schemeClr val="tx1">
              <a:lumMod val="85000"/>
              <a:lumOff val="15000"/>
            </a:schemeClr>
          </a:solidFill>
          <a:latin typeface="Calibri" panose="020F0502020204030204" pitchFamily="34" charset="0"/>
          <a:ea typeface="+mn-ea"/>
          <a:cs typeface="Calibri" panose="020F050202020403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8" Type="http://schemas.openxmlformats.org/officeDocument/2006/relationships/image" Target="../media/image6.wmf"/><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 Id="rId9" Type="http://schemas.openxmlformats.org/officeDocument/2006/relationships/image" Target="../media/image11.png"/></Relationships>
</file>

<file path=ppt/slides/_rels/slide18.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19.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8.gif"/><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28.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3.emf"/><Relationship Id="rId2" Type="http://schemas.openxmlformats.org/officeDocument/2006/relationships/notesSlide" Target="../notesSlides/notesSlide29.xml"/><Relationship Id="rId1" Type="http://schemas.openxmlformats.org/officeDocument/2006/relationships/slideLayout" Target="../slideLayouts/slideLayout10.xml"/></Relationships>
</file>

<file path=ppt/slides/_rels/slide33.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diagramData" Target="../diagrams/data9.xml"/><Relationship Id="rId7" Type="http://schemas.microsoft.com/office/2007/relationships/diagramDrawing" Target="../diagrams/drawing9.xml"/><Relationship Id="rId2" Type="http://schemas.openxmlformats.org/officeDocument/2006/relationships/notesSlide" Target="../notesSlides/notesSlide32.xml"/><Relationship Id="rId1" Type="http://schemas.openxmlformats.org/officeDocument/2006/relationships/slideLayout" Target="../slideLayouts/slideLayout9.xml"/><Relationship Id="rId6" Type="http://schemas.openxmlformats.org/officeDocument/2006/relationships/diagramColors" Target="../diagrams/colors9.xml"/><Relationship Id="rId5" Type="http://schemas.openxmlformats.org/officeDocument/2006/relationships/diagramQuickStyle" Target="../diagrams/quickStyle9.xml"/><Relationship Id="rId4" Type="http://schemas.openxmlformats.org/officeDocument/2006/relationships/diagramLayout" Target="../diagrams/layout9.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5.emf"/><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3" Type="http://schemas.openxmlformats.org/officeDocument/2006/relationships/image" Target="../media/image26.emf"/><Relationship Id="rId2" Type="http://schemas.openxmlformats.org/officeDocument/2006/relationships/notesSlide" Target="../notesSlides/notesSlide36.xml"/><Relationship Id="rId1" Type="http://schemas.openxmlformats.org/officeDocument/2006/relationships/slideLayout" Target="../slideLayouts/slideLayout10.xml"/></Relationships>
</file>

<file path=ppt/slides/_rels/slide41.xml.rels><?xml version="1.0" encoding="UTF-8" standalone="yes"?>
<Relationships xmlns="http://schemas.openxmlformats.org/package/2006/relationships"><Relationship Id="rId3" Type="http://schemas.openxmlformats.org/officeDocument/2006/relationships/diagramData" Target="../diagrams/data10.xml"/><Relationship Id="rId7" Type="http://schemas.microsoft.com/office/2007/relationships/diagramDrawing" Target="../diagrams/drawing10.xml"/><Relationship Id="rId2" Type="http://schemas.openxmlformats.org/officeDocument/2006/relationships/notesSlide" Target="../notesSlides/notesSlide37.xml"/><Relationship Id="rId1" Type="http://schemas.openxmlformats.org/officeDocument/2006/relationships/slideLayout" Target="../slideLayouts/slideLayout2.xml"/><Relationship Id="rId6" Type="http://schemas.openxmlformats.org/officeDocument/2006/relationships/diagramColors" Target="../diagrams/colors10.xml"/><Relationship Id="rId5" Type="http://schemas.openxmlformats.org/officeDocument/2006/relationships/diagramQuickStyle" Target="../diagrams/quickStyle10.xml"/><Relationship Id="rId4" Type="http://schemas.openxmlformats.org/officeDocument/2006/relationships/diagramLayout" Target="../diagrams/layout10.xml"/></Relationships>
</file>

<file path=ppt/slides/_rels/slide42.xml.rels><?xml version="1.0" encoding="UTF-8" standalone="yes"?>
<Relationships xmlns="http://schemas.openxmlformats.org/package/2006/relationships"><Relationship Id="rId3" Type="http://schemas.openxmlformats.org/officeDocument/2006/relationships/diagramData" Target="../diagrams/data11.xml"/><Relationship Id="rId7" Type="http://schemas.microsoft.com/office/2007/relationships/diagramDrawing" Target="../diagrams/drawing11.xml"/><Relationship Id="rId2" Type="http://schemas.openxmlformats.org/officeDocument/2006/relationships/notesSlide" Target="../notesSlides/notesSlide38.xml"/><Relationship Id="rId1" Type="http://schemas.openxmlformats.org/officeDocument/2006/relationships/slideLayout" Target="../slideLayouts/slideLayout2.xml"/><Relationship Id="rId6" Type="http://schemas.openxmlformats.org/officeDocument/2006/relationships/diagramColors" Target="../diagrams/colors11.xml"/><Relationship Id="rId5" Type="http://schemas.openxmlformats.org/officeDocument/2006/relationships/diagramQuickStyle" Target="../diagrams/quickStyle11.xml"/><Relationship Id="rId4" Type="http://schemas.openxmlformats.org/officeDocument/2006/relationships/diagramLayout" Target="../diagrams/layout11.xml"/></Relationships>
</file>

<file path=ppt/slides/_rels/slide43.xml.rels><?xml version="1.0" encoding="UTF-8" standalone="yes"?>
<Relationships xmlns="http://schemas.openxmlformats.org/package/2006/relationships"><Relationship Id="rId3" Type="http://schemas.openxmlformats.org/officeDocument/2006/relationships/diagramData" Target="../diagrams/data12.xml"/><Relationship Id="rId7" Type="http://schemas.microsoft.com/office/2007/relationships/diagramDrawing" Target="../diagrams/drawing12.xml"/><Relationship Id="rId2" Type="http://schemas.openxmlformats.org/officeDocument/2006/relationships/notesSlide" Target="../notesSlides/notesSlide39.xml"/><Relationship Id="rId1" Type="http://schemas.openxmlformats.org/officeDocument/2006/relationships/slideLayout" Target="../slideLayouts/slideLayout2.xml"/><Relationship Id="rId6" Type="http://schemas.openxmlformats.org/officeDocument/2006/relationships/diagramColors" Target="../diagrams/colors12.xml"/><Relationship Id="rId5" Type="http://schemas.openxmlformats.org/officeDocument/2006/relationships/diagramQuickStyle" Target="../diagrams/quickStyle12.xml"/><Relationship Id="rId4" Type="http://schemas.openxmlformats.org/officeDocument/2006/relationships/diagramLayout" Target="../diagrams/layout12.xml"/></Relationships>
</file>

<file path=ppt/slides/_rels/slide44.xml.rels><?xml version="1.0" encoding="UTF-8" standalone="yes"?>
<Relationships xmlns="http://schemas.openxmlformats.org/package/2006/relationships"><Relationship Id="rId3" Type="http://schemas.openxmlformats.org/officeDocument/2006/relationships/image" Target="../media/image27.wmf"/><Relationship Id="rId2" Type="http://schemas.openxmlformats.org/officeDocument/2006/relationships/notesSlide" Target="../notesSlides/notesSlide40.xml"/><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3" Type="http://schemas.openxmlformats.org/officeDocument/2006/relationships/image" Target="../media/image28.emf"/><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diagramData" Target="../diagrams/data13.xml"/><Relationship Id="rId7" Type="http://schemas.microsoft.com/office/2007/relationships/diagramDrawing" Target="../diagrams/drawing13.xml"/><Relationship Id="rId2" Type="http://schemas.openxmlformats.org/officeDocument/2006/relationships/notesSlide" Target="../notesSlides/notesSlide42.xml"/><Relationship Id="rId1" Type="http://schemas.openxmlformats.org/officeDocument/2006/relationships/slideLayout" Target="../slideLayouts/slideLayout2.xml"/><Relationship Id="rId6" Type="http://schemas.openxmlformats.org/officeDocument/2006/relationships/diagramColors" Target="../diagrams/colors13.xml"/><Relationship Id="rId5" Type="http://schemas.openxmlformats.org/officeDocument/2006/relationships/diagramQuickStyle" Target="../diagrams/quickStyle13.xml"/><Relationship Id="rId4" Type="http://schemas.openxmlformats.org/officeDocument/2006/relationships/diagramLayout" Target="../diagrams/layout13.xml"/></Relationships>
</file>

<file path=ppt/slides/_rels/slide47.xml.rels><?xml version="1.0" encoding="UTF-8" standalone="yes"?>
<Relationships xmlns="http://schemas.openxmlformats.org/package/2006/relationships"><Relationship Id="rId3" Type="http://schemas.openxmlformats.org/officeDocument/2006/relationships/diagramData" Target="../diagrams/data14.xml"/><Relationship Id="rId7" Type="http://schemas.microsoft.com/office/2007/relationships/diagramDrawing" Target="../diagrams/drawing14.xml"/><Relationship Id="rId2" Type="http://schemas.openxmlformats.org/officeDocument/2006/relationships/notesSlide" Target="../notesSlides/notesSlide43.xml"/><Relationship Id="rId1" Type="http://schemas.openxmlformats.org/officeDocument/2006/relationships/slideLayout" Target="../slideLayouts/slideLayout2.xml"/><Relationship Id="rId6" Type="http://schemas.openxmlformats.org/officeDocument/2006/relationships/diagramColors" Target="../diagrams/colors14.xml"/><Relationship Id="rId5" Type="http://schemas.openxmlformats.org/officeDocument/2006/relationships/diagramQuickStyle" Target="../diagrams/quickStyle14.xml"/><Relationship Id="rId4" Type="http://schemas.openxmlformats.org/officeDocument/2006/relationships/diagramLayout" Target="../diagrams/layout14.xml"/></Relationships>
</file>

<file path=ppt/slides/_rels/slide48.xml.rels><?xml version="1.0" encoding="UTF-8" standalone="yes"?>
<Relationships xmlns="http://schemas.openxmlformats.org/package/2006/relationships"><Relationship Id="rId3" Type="http://schemas.openxmlformats.org/officeDocument/2006/relationships/diagramData" Target="../diagrams/data15.xml"/><Relationship Id="rId7" Type="http://schemas.microsoft.com/office/2007/relationships/diagramDrawing" Target="../diagrams/drawing15.xml"/><Relationship Id="rId2" Type="http://schemas.openxmlformats.org/officeDocument/2006/relationships/notesSlide" Target="../notesSlides/notesSlide44.xml"/><Relationship Id="rId1" Type="http://schemas.openxmlformats.org/officeDocument/2006/relationships/slideLayout" Target="../slideLayouts/slideLayout2.xml"/><Relationship Id="rId6" Type="http://schemas.openxmlformats.org/officeDocument/2006/relationships/diagramColors" Target="../diagrams/colors15.xml"/><Relationship Id="rId5" Type="http://schemas.openxmlformats.org/officeDocument/2006/relationships/diagramQuickStyle" Target="../diagrams/quickStyle15.xml"/><Relationship Id="rId4" Type="http://schemas.openxmlformats.org/officeDocument/2006/relationships/diagramLayout" Target="../diagrams/layout15.xml"/></Relationships>
</file>

<file path=ppt/slides/_rels/slide49.xml.rels><?xml version="1.0" encoding="UTF-8" standalone="yes"?>
<Relationships xmlns="http://schemas.openxmlformats.org/package/2006/relationships"><Relationship Id="rId3" Type="http://schemas.openxmlformats.org/officeDocument/2006/relationships/diagramData" Target="../diagrams/data16.xml"/><Relationship Id="rId7" Type="http://schemas.microsoft.com/office/2007/relationships/diagramDrawing" Target="../diagrams/drawing16.xml"/><Relationship Id="rId2" Type="http://schemas.openxmlformats.org/officeDocument/2006/relationships/notesSlide" Target="../notesSlides/notesSlide45.xml"/><Relationship Id="rId1" Type="http://schemas.openxmlformats.org/officeDocument/2006/relationships/slideLayout" Target="../slideLayouts/slideLayout2.xml"/><Relationship Id="rId6" Type="http://schemas.openxmlformats.org/officeDocument/2006/relationships/diagramColors" Target="../diagrams/colors16.xml"/><Relationship Id="rId5" Type="http://schemas.openxmlformats.org/officeDocument/2006/relationships/diagramQuickStyle" Target="../diagrams/quickStyle16.xml"/><Relationship Id="rId4" Type="http://schemas.openxmlformats.org/officeDocument/2006/relationships/diagramLayout" Target="../diagrams/layout16.xml"/></Relationships>
</file>

<file path=ppt/slides/_rels/slide50.xml.rels><?xml version="1.0" encoding="UTF-8" standalone="yes"?>
<Relationships xmlns="http://schemas.openxmlformats.org/package/2006/relationships"><Relationship Id="rId3" Type="http://schemas.openxmlformats.org/officeDocument/2006/relationships/diagramData" Target="../diagrams/data17.xml"/><Relationship Id="rId7" Type="http://schemas.microsoft.com/office/2007/relationships/diagramDrawing" Target="../diagrams/drawing17.xml"/><Relationship Id="rId2" Type="http://schemas.openxmlformats.org/officeDocument/2006/relationships/notesSlide" Target="../notesSlides/notesSlide46.xml"/><Relationship Id="rId1" Type="http://schemas.openxmlformats.org/officeDocument/2006/relationships/slideLayout" Target="../slideLayouts/slideLayout2.xml"/><Relationship Id="rId6" Type="http://schemas.openxmlformats.org/officeDocument/2006/relationships/diagramColors" Target="../diagrams/colors17.xml"/><Relationship Id="rId5" Type="http://schemas.openxmlformats.org/officeDocument/2006/relationships/diagramQuickStyle" Target="../diagrams/quickStyle17.xml"/><Relationship Id="rId4" Type="http://schemas.openxmlformats.org/officeDocument/2006/relationships/diagramLayout" Target="../diagrams/layout17.xml"/></Relationships>
</file>

<file path=ppt/slides/_rels/slide51.xml.rels><?xml version="1.0" encoding="UTF-8" standalone="yes"?>
<Relationships xmlns="http://schemas.openxmlformats.org/package/2006/relationships"><Relationship Id="rId3" Type="http://schemas.openxmlformats.org/officeDocument/2006/relationships/image" Target="../media/image29.emf"/><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30.emf"/><Relationship Id="rId2" Type="http://schemas.openxmlformats.org/officeDocument/2006/relationships/notesSlide" Target="../notesSlides/notesSlide48.xml"/><Relationship Id="rId1" Type="http://schemas.openxmlformats.org/officeDocument/2006/relationships/slideLayout" Target="../slideLayouts/slideLayout2.xml"/><Relationship Id="rId4" Type="http://schemas.openxmlformats.org/officeDocument/2006/relationships/image" Target="../media/image31.jpeg"/></Relationships>
</file>

<file path=ppt/slides/_rels/slide53.xml.rels><?xml version="1.0" encoding="UTF-8" standalone="yes"?>
<Relationships xmlns="http://schemas.openxmlformats.org/package/2006/relationships"><Relationship Id="rId3" Type="http://schemas.openxmlformats.org/officeDocument/2006/relationships/diagramData" Target="../diagrams/data18.xml"/><Relationship Id="rId7" Type="http://schemas.microsoft.com/office/2007/relationships/diagramDrawing" Target="../diagrams/drawing18.xml"/><Relationship Id="rId2" Type="http://schemas.openxmlformats.org/officeDocument/2006/relationships/notesSlide" Target="../notesSlides/notesSlide49.xml"/><Relationship Id="rId1" Type="http://schemas.openxmlformats.org/officeDocument/2006/relationships/slideLayout" Target="../slideLayouts/slideLayout9.xml"/><Relationship Id="rId6" Type="http://schemas.openxmlformats.org/officeDocument/2006/relationships/diagramColors" Target="../diagrams/colors18.xml"/><Relationship Id="rId5" Type="http://schemas.openxmlformats.org/officeDocument/2006/relationships/diagramQuickStyle" Target="../diagrams/quickStyle18.xml"/><Relationship Id="rId4" Type="http://schemas.openxmlformats.org/officeDocument/2006/relationships/diagramLayout" Target="../diagrams/layout18.xml"/></Relationships>
</file>

<file path=ppt/slides/_rels/slide54.xml.rels><?xml version="1.0" encoding="UTF-8" standalone="yes"?>
<Relationships xmlns="http://schemas.openxmlformats.org/package/2006/relationships"><Relationship Id="rId3" Type="http://schemas.openxmlformats.org/officeDocument/2006/relationships/image" Target="../media/image32.emf"/><Relationship Id="rId2" Type="http://schemas.openxmlformats.org/officeDocument/2006/relationships/notesSlide" Target="../notesSlides/notesSlide50.xml"/><Relationship Id="rId1" Type="http://schemas.openxmlformats.org/officeDocument/2006/relationships/slideLayout" Target="../slideLayouts/slideLayout10.xml"/></Relationships>
</file>

<file path=ppt/slides/_rels/slide55.xml.rels><?xml version="1.0" encoding="UTF-8" standalone="yes"?>
<Relationships xmlns="http://schemas.openxmlformats.org/package/2006/relationships"><Relationship Id="rId3" Type="http://schemas.openxmlformats.org/officeDocument/2006/relationships/image" Target="../media/image32.emf"/><Relationship Id="rId2" Type="http://schemas.openxmlformats.org/officeDocument/2006/relationships/notesSlide" Target="../notesSlides/notesSlide51.xml"/><Relationship Id="rId1" Type="http://schemas.openxmlformats.org/officeDocument/2006/relationships/slideLayout" Target="../slideLayouts/slideLayout10.xml"/></Relationships>
</file>

<file path=ppt/slides/_rels/slide5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52.xml"/><Relationship Id="rId1" Type="http://schemas.openxmlformats.org/officeDocument/2006/relationships/slideLayout" Target="../slideLayouts/slideLayout16.xml"/></Relationships>
</file>

<file path=ppt/slides/_rels/slide57.xml.rels><?xml version="1.0" encoding="UTF-8" standalone="yes"?>
<Relationships xmlns="http://schemas.openxmlformats.org/package/2006/relationships"><Relationship Id="rId3" Type="http://schemas.openxmlformats.org/officeDocument/2006/relationships/diagramData" Target="../diagrams/data19.xml"/><Relationship Id="rId7" Type="http://schemas.microsoft.com/office/2007/relationships/diagramDrawing" Target="../diagrams/drawing19.xml"/><Relationship Id="rId2" Type="http://schemas.openxmlformats.org/officeDocument/2006/relationships/notesSlide" Target="../notesSlides/notesSlide53.xml"/><Relationship Id="rId1" Type="http://schemas.openxmlformats.org/officeDocument/2006/relationships/slideLayout" Target="../slideLayouts/slideLayout9.xml"/><Relationship Id="rId6" Type="http://schemas.openxmlformats.org/officeDocument/2006/relationships/diagramColors" Target="../diagrams/colors19.xml"/><Relationship Id="rId5" Type="http://schemas.openxmlformats.org/officeDocument/2006/relationships/diagramQuickStyle" Target="../diagrams/quickStyle19.xml"/><Relationship Id="rId4" Type="http://schemas.openxmlformats.org/officeDocument/2006/relationships/diagramLayout" Target="../diagrams/layout19.xml"/></Relationships>
</file>

<file path=ppt/slides/_rels/slide5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8" Type="http://schemas.openxmlformats.org/officeDocument/2006/relationships/diagramData" Target="../diagrams/data21.xml"/><Relationship Id="rId3" Type="http://schemas.openxmlformats.org/officeDocument/2006/relationships/diagramData" Target="../diagrams/data20.xml"/><Relationship Id="rId7" Type="http://schemas.microsoft.com/office/2007/relationships/diagramDrawing" Target="../diagrams/drawing20.xml"/><Relationship Id="rId12" Type="http://schemas.microsoft.com/office/2007/relationships/diagramDrawing" Target="../diagrams/drawing21.xml"/><Relationship Id="rId2" Type="http://schemas.openxmlformats.org/officeDocument/2006/relationships/notesSlide" Target="../notesSlides/notesSlide55.xml"/><Relationship Id="rId1" Type="http://schemas.openxmlformats.org/officeDocument/2006/relationships/slideLayout" Target="../slideLayouts/slideLayout6.xml"/><Relationship Id="rId6" Type="http://schemas.openxmlformats.org/officeDocument/2006/relationships/diagramColors" Target="../diagrams/colors20.xml"/><Relationship Id="rId11" Type="http://schemas.openxmlformats.org/officeDocument/2006/relationships/diagramColors" Target="../diagrams/colors21.xml"/><Relationship Id="rId5" Type="http://schemas.openxmlformats.org/officeDocument/2006/relationships/diagramQuickStyle" Target="../diagrams/quickStyle20.xml"/><Relationship Id="rId10" Type="http://schemas.openxmlformats.org/officeDocument/2006/relationships/diagramQuickStyle" Target="../diagrams/quickStyle21.xml"/><Relationship Id="rId4" Type="http://schemas.openxmlformats.org/officeDocument/2006/relationships/diagramLayout" Target="../diagrams/layout20.xml"/><Relationship Id="rId9" Type="http://schemas.openxmlformats.org/officeDocument/2006/relationships/diagramLayout" Target="../diagrams/layout21.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5.xml"/></Relationships>
</file>

<file path=ppt/slides/_rels/slide6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57.xml"/><Relationship Id="rId1" Type="http://schemas.openxmlformats.org/officeDocument/2006/relationships/slideLayout" Target="../slideLayouts/slideLayout6.xml"/></Relationships>
</file>

<file path=ppt/slides/_rels/slide62.xml.rels><?xml version="1.0" encoding="UTF-8" standalone="yes"?>
<Relationships xmlns="http://schemas.openxmlformats.org/package/2006/relationships"><Relationship Id="rId3" Type="http://schemas.openxmlformats.org/officeDocument/2006/relationships/image" Target="../media/image36.emf"/><Relationship Id="rId2" Type="http://schemas.openxmlformats.org/officeDocument/2006/relationships/notesSlide" Target="../notesSlides/notesSlide58.xml"/><Relationship Id="rId1" Type="http://schemas.openxmlformats.org/officeDocument/2006/relationships/slideLayout" Target="../slideLayouts/slideLayout11.xml"/></Relationships>
</file>

<file path=ppt/slides/_rels/slide63.xml.rels><?xml version="1.0" encoding="UTF-8" standalone="yes"?>
<Relationships xmlns="http://schemas.openxmlformats.org/package/2006/relationships"><Relationship Id="rId3" Type="http://schemas.openxmlformats.org/officeDocument/2006/relationships/diagramData" Target="../diagrams/data22.xml"/><Relationship Id="rId7" Type="http://schemas.microsoft.com/office/2007/relationships/diagramDrawing" Target="../diagrams/drawing22.xml"/><Relationship Id="rId2" Type="http://schemas.openxmlformats.org/officeDocument/2006/relationships/notesSlide" Target="../notesSlides/notesSlide59.xml"/><Relationship Id="rId1" Type="http://schemas.openxmlformats.org/officeDocument/2006/relationships/slideLayout" Target="../slideLayouts/slideLayout4.xml"/><Relationship Id="rId6" Type="http://schemas.openxmlformats.org/officeDocument/2006/relationships/diagramColors" Target="../diagrams/colors22.xml"/><Relationship Id="rId5" Type="http://schemas.openxmlformats.org/officeDocument/2006/relationships/diagramQuickStyle" Target="../diagrams/quickStyle22.xml"/><Relationship Id="rId4" Type="http://schemas.openxmlformats.org/officeDocument/2006/relationships/diagramLayout" Target="../diagrams/layout22.xml"/></Relationships>
</file>

<file path=ppt/slides/_rels/slide64.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diagramData" Target="../diagrams/data23.xml"/><Relationship Id="rId7" Type="http://schemas.microsoft.com/office/2007/relationships/diagramDrawing" Target="../diagrams/drawing23.xml"/><Relationship Id="rId2" Type="http://schemas.openxmlformats.org/officeDocument/2006/relationships/notesSlide" Target="../notesSlides/notesSlide60.xml"/><Relationship Id="rId1" Type="http://schemas.openxmlformats.org/officeDocument/2006/relationships/slideLayout" Target="../slideLayouts/slideLayout4.xml"/><Relationship Id="rId6" Type="http://schemas.openxmlformats.org/officeDocument/2006/relationships/diagramColors" Target="../diagrams/colors23.xml"/><Relationship Id="rId5" Type="http://schemas.openxmlformats.org/officeDocument/2006/relationships/diagramQuickStyle" Target="../diagrams/quickStyle23.xml"/><Relationship Id="rId4" Type="http://schemas.openxmlformats.org/officeDocument/2006/relationships/diagramLayout" Target="../diagrams/layout23.xml"/></Relationships>
</file>

<file path=ppt/slides/_rels/slide65.xml.rels><?xml version="1.0" encoding="UTF-8" standalone="yes"?>
<Relationships xmlns="http://schemas.openxmlformats.org/package/2006/relationships"><Relationship Id="rId8" Type="http://schemas.openxmlformats.org/officeDocument/2006/relationships/image" Target="../media/image38.png"/><Relationship Id="rId3" Type="http://schemas.openxmlformats.org/officeDocument/2006/relationships/diagramData" Target="../diagrams/data24.xml"/><Relationship Id="rId7" Type="http://schemas.microsoft.com/office/2007/relationships/diagramDrawing" Target="../diagrams/drawing24.xml"/><Relationship Id="rId2" Type="http://schemas.openxmlformats.org/officeDocument/2006/relationships/notesSlide" Target="../notesSlides/notesSlide61.xml"/><Relationship Id="rId1" Type="http://schemas.openxmlformats.org/officeDocument/2006/relationships/slideLayout" Target="../slideLayouts/slideLayout6.xml"/><Relationship Id="rId6" Type="http://schemas.openxmlformats.org/officeDocument/2006/relationships/diagramColors" Target="../diagrams/colors24.xml"/><Relationship Id="rId5" Type="http://schemas.openxmlformats.org/officeDocument/2006/relationships/diagramQuickStyle" Target="../diagrams/quickStyle24.xml"/><Relationship Id="rId4" Type="http://schemas.openxmlformats.org/officeDocument/2006/relationships/diagramLayout" Target="../diagrams/layout24.xml"/></Relationships>
</file>

<file path=ppt/slides/_rels/slide6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62.xml"/><Relationship Id="rId1" Type="http://schemas.openxmlformats.org/officeDocument/2006/relationships/slideLayout" Target="../slideLayouts/slideLayout9.xml"/></Relationships>
</file>

<file path=ppt/slides/_rels/slide67.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63.xml"/><Relationship Id="rId1" Type="http://schemas.openxmlformats.org/officeDocument/2006/relationships/slideLayout" Target="../slideLayouts/slideLayout6.xml"/></Relationships>
</file>

<file path=ppt/slides/_rels/slide68.xml.rels><?xml version="1.0" encoding="UTF-8" standalone="yes"?>
<Relationships xmlns="http://schemas.openxmlformats.org/package/2006/relationships"><Relationship Id="rId3" Type="http://schemas.openxmlformats.org/officeDocument/2006/relationships/image" Target="../media/image41.emf"/><Relationship Id="rId2" Type="http://schemas.openxmlformats.org/officeDocument/2006/relationships/notesSlide" Target="../notesSlides/notesSlide64.xml"/><Relationship Id="rId1" Type="http://schemas.openxmlformats.org/officeDocument/2006/relationships/slideLayout" Target="../slideLayouts/slideLayout11.xml"/></Relationships>
</file>

<file path=ppt/slides/_rels/slide69.xml.rels><?xml version="1.0" encoding="UTF-8" standalone="yes"?>
<Relationships xmlns="http://schemas.openxmlformats.org/package/2006/relationships"><Relationship Id="rId3" Type="http://schemas.openxmlformats.org/officeDocument/2006/relationships/image" Target="../media/image42.emf"/><Relationship Id="rId2" Type="http://schemas.openxmlformats.org/officeDocument/2006/relationships/notesSlide" Target="../notesSlides/notesSlide65.xml"/><Relationship Id="rId1" Type="http://schemas.openxmlformats.org/officeDocument/2006/relationships/slideLayout" Target="../slideLayouts/slideLayout10.xml"/></Relationships>
</file>

<file path=ppt/slides/_rels/slide70.xml.rels><?xml version="1.0" encoding="UTF-8" standalone="yes"?>
<Relationships xmlns="http://schemas.openxmlformats.org/package/2006/relationships"><Relationship Id="rId3" Type="http://schemas.openxmlformats.org/officeDocument/2006/relationships/image" Target="../media/image43.emf"/><Relationship Id="rId2" Type="http://schemas.openxmlformats.org/officeDocument/2006/relationships/notesSlide" Target="../notesSlides/notesSlide66.xml"/><Relationship Id="rId1" Type="http://schemas.openxmlformats.org/officeDocument/2006/relationships/slideLayout" Target="../slideLayouts/slideLayout11.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4.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4.xml"/></Relationships>
</file>

<file path=ppt/slides/_rels/slide73.xml.rels><?xml version="1.0" encoding="UTF-8" standalone="yes"?>
<Relationships xmlns="http://schemas.openxmlformats.org/package/2006/relationships"><Relationship Id="rId3" Type="http://schemas.openxmlformats.org/officeDocument/2006/relationships/image" Target="../media/image44.wmf"/><Relationship Id="rId2" Type="http://schemas.openxmlformats.org/officeDocument/2006/relationships/notesSlide" Target="../notesSlides/notesSlide69.xml"/><Relationship Id="rId1" Type="http://schemas.openxmlformats.org/officeDocument/2006/relationships/slideLayout" Target="../slideLayouts/slideLayout4.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4.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5.xml"/></Relationships>
</file>

<file path=ppt/slides/_rels/slide76.xml.rels><?xml version="1.0" encoding="UTF-8" standalone="yes"?>
<Relationships xmlns="http://schemas.openxmlformats.org/package/2006/relationships"><Relationship Id="rId3" Type="http://schemas.openxmlformats.org/officeDocument/2006/relationships/image" Target="../media/image45.emf"/><Relationship Id="rId2" Type="http://schemas.openxmlformats.org/officeDocument/2006/relationships/notesSlide" Target="../notesSlides/notesSlide72.xml"/><Relationship Id="rId1" Type="http://schemas.openxmlformats.org/officeDocument/2006/relationships/slideLayout" Target="../slideLayouts/slideLayout10.xml"/></Relationships>
</file>

<file path=ppt/slides/_rels/slide77.xml.rels><?xml version="1.0" encoding="UTF-8" standalone="yes"?>
<Relationships xmlns="http://schemas.openxmlformats.org/package/2006/relationships"><Relationship Id="rId3" Type="http://schemas.openxmlformats.org/officeDocument/2006/relationships/image" Target="../media/image46.emf"/><Relationship Id="rId2" Type="http://schemas.openxmlformats.org/officeDocument/2006/relationships/notesSlide" Target="../notesSlides/notesSlide73.xml"/><Relationship Id="rId1" Type="http://schemas.openxmlformats.org/officeDocument/2006/relationships/slideLayout" Target="../slideLayouts/slideLayout11.xml"/></Relationships>
</file>

<file path=ppt/slides/_rels/slide78.xml.rels><?xml version="1.0" encoding="UTF-8" standalone="yes"?>
<Relationships xmlns="http://schemas.openxmlformats.org/package/2006/relationships"><Relationship Id="rId3" Type="http://schemas.openxmlformats.org/officeDocument/2006/relationships/image" Target="../media/image47.emf"/><Relationship Id="rId2" Type="http://schemas.openxmlformats.org/officeDocument/2006/relationships/notesSlide" Target="../notesSlides/notesSlide74.xml"/><Relationship Id="rId1" Type="http://schemas.openxmlformats.org/officeDocument/2006/relationships/slideLayout" Target="../slideLayouts/slideLayout13.xml"/></Relationships>
</file>

<file path=ppt/slides/_rels/slide79.xml.rels><?xml version="1.0" encoding="UTF-8" standalone="yes"?>
<Relationships xmlns="http://schemas.openxmlformats.org/package/2006/relationships"><Relationship Id="rId3" Type="http://schemas.openxmlformats.org/officeDocument/2006/relationships/image" Target="../media/image48.emf"/><Relationship Id="rId2" Type="http://schemas.openxmlformats.org/officeDocument/2006/relationships/notesSlide" Target="../notesSlides/notesSlide75.xml"/><Relationship Id="rId1" Type="http://schemas.openxmlformats.org/officeDocument/2006/relationships/slideLayout" Target="../slideLayouts/slideLayout10.xml"/></Relationships>
</file>

<file path=ppt/slides/_rels/slide80.xml.rels><?xml version="1.0" encoding="UTF-8" standalone="yes"?>
<Relationships xmlns="http://schemas.openxmlformats.org/package/2006/relationships"><Relationship Id="rId3" Type="http://schemas.openxmlformats.org/officeDocument/2006/relationships/image" Target="../media/image49.emf"/><Relationship Id="rId2" Type="http://schemas.openxmlformats.org/officeDocument/2006/relationships/notesSlide" Target="../notesSlides/notesSlide76.xml"/><Relationship Id="rId1" Type="http://schemas.openxmlformats.org/officeDocument/2006/relationships/slideLayout" Target="../slideLayouts/slideLayout10.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4.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Title 1"/>
          <p:cNvSpPr>
            <a:spLocks noGrp="1"/>
          </p:cNvSpPr>
          <p:nvPr>
            <p:ph type="title"/>
          </p:nvPr>
        </p:nvSpPr>
        <p:spPr/>
        <p:txBody>
          <a:bodyPr/>
          <a:lstStyle/>
          <a:p>
            <a:r>
              <a:rPr lang="en-US" dirty="0"/>
              <a:t>Chapter 2</a:t>
            </a:r>
            <a:br>
              <a:rPr lang="en-US" dirty="0"/>
            </a:br>
            <a:r>
              <a:rPr lang="en-US" dirty="0"/>
              <a:t>Operating System Overview</a:t>
            </a:r>
          </a:p>
        </p:txBody>
      </p:sp>
      <p:sp>
        <p:nvSpPr>
          <p:cNvPr id="4" name="Text Placeholder 3">
            <a:extLst>
              <a:ext uri="{FF2B5EF4-FFF2-40B4-BE49-F238E27FC236}">
                <a16:creationId xmlns:a16="http://schemas.microsoft.com/office/drawing/2014/main" id="{E3E9DBE3-0393-4532-B550-2714F5F32B89}"/>
              </a:ext>
            </a:extLst>
          </p:cNvPr>
          <p:cNvSpPr>
            <a:spLocks noGrp="1"/>
          </p:cNvSpPr>
          <p:nvPr>
            <p:ph type="body" idx="1"/>
          </p:nvPr>
        </p:nvSpPr>
        <p:spPr/>
        <p:txBody>
          <a:bodyPr/>
          <a:lstStyle/>
          <a:p>
            <a:endParaRPr lang="en-US" dirty="0"/>
          </a:p>
        </p:txBody>
      </p:sp>
      <p:sp>
        <p:nvSpPr>
          <p:cNvPr id="2" name="Slide Number Placeholder 1">
            <a:extLst>
              <a:ext uri="{FF2B5EF4-FFF2-40B4-BE49-F238E27FC236}">
                <a16:creationId xmlns:a16="http://schemas.microsoft.com/office/drawing/2014/main" id="{2E9D31D0-B4BC-45A7-9F14-77349E4DBE45}"/>
              </a:ext>
            </a:extLst>
          </p:cNvPr>
          <p:cNvSpPr>
            <a:spLocks noGrp="1"/>
          </p:cNvSpPr>
          <p:nvPr>
            <p:ph type="sldNum" sz="quarter" idx="12"/>
          </p:nvPr>
        </p:nvSpPr>
        <p:spPr/>
        <p:txBody>
          <a:bodyPr/>
          <a:lstStyle/>
          <a:p>
            <a:pPr>
              <a:defRPr/>
            </a:pPr>
            <a:fld id="{93238FDB-2D8C-4804-B582-7DB90366B95F}" type="slidenum">
              <a:rPr lang="en-US" smtClean="0"/>
              <a:pPr>
                <a:defRPr/>
              </a:pPr>
              <a:t>1</a:t>
            </a:fld>
            <a:endParaRPr lang="en-US" dirty="0"/>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n w="1905"/>
                <a:solidFill>
                  <a:schemeClr val="accent1"/>
                </a:solidFill>
                <a:effectLst>
                  <a:innerShdw blurRad="69850" dist="43180" dir="5400000">
                    <a:srgbClr val="000000">
                      <a:alpha val="65000"/>
                    </a:srgbClr>
                  </a:innerShdw>
                </a:effectLst>
              </a:rPr>
              <a:t>Overview</a:t>
            </a:r>
          </a:p>
        </p:txBody>
      </p:sp>
      <p:sp>
        <p:nvSpPr>
          <p:cNvPr id="3" name="Content Placeholder 2"/>
          <p:cNvSpPr>
            <a:spLocks noGrp="1"/>
          </p:cNvSpPr>
          <p:nvPr>
            <p:ph sz="half" idx="1"/>
          </p:nvPr>
        </p:nvSpPr>
        <p:spPr>
          <a:xfrm>
            <a:off x="2182904" y="1295401"/>
            <a:ext cx="3657600" cy="4830763"/>
          </a:xfrm>
        </p:spPr>
        <p:txBody>
          <a:bodyPr>
            <a:normAutofit/>
          </a:bodyPr>
          <a:lstStyle/>
          <a:p>
            <a:pPr>
              <a:lnSpc>
                <a:spcPct val="120000"/>
              </a:lnSpc>
              <a:spcBef>
                <a:spcPts val="0"/>
              </a:spcBef>
            </a:pPr>
            <a:r>
              <a:rPr lang="en-US" sz="1882" dirty="0"/>
              <a:t>Operating system objectives and functions</a:t>
            </a:r>
          </a:p>
          <a:p>
            <a:pPr lvl="1">
              <a:lnSpc>
                <a:spcPct val="120000"/>
              </a:lnSpc>
              <a:spcBef>
                <a:spcPts val="0"/>
              </a:spcBef>
            </a:pPr>
            <a:r>
              <a:rPr lang="en-US" sz="1760" dirty="0"/>
              <a:t>User/computer interface</a:t>
            </a:r>
          </a:p>
          <a:p>
            <a:pPr lvl="1">
              <a:lnSpc>
                <a:spcPct val="120000"/>
              </a:lnSpc>
              <a:spcBef>
                <a:spcPts val="0"/>
              </a:spcBef>
            </a:pPr>
            <a:r>
              <a:rPr lang="en-US" sz="1760" dirty="0"/>
              <a:t>Resource manager</a:t>
            </a:r>
          </a:p>
          <a:p>
            <a:pPr marL="282575" lvl="2">
              <a:lnSpc>
                <a:spcPct val="120000"/>
              </a:lnSpc>
              <a:spcBef>
                <a:spcPts val="0"/>
              </a:spcBef>
            </a:pPr>
            <a:r>
              <a:rPr lang="en-US" sz="1882" dirty="0"/>
              <a:t>Evolution of operating systems</a:t>
            </a:r>
          </a:p>
          <a:p>
            <a:pPr lvl="1">
              <a:lnSpc>
                <a:spcPct val="120000"/>
              </a:lnSpc>
              <a:spcBef>
                <a:spcPts val="0"/>
              </a:spcBef>
            </a:pPr>
            <a:r>
              <a:rPr lang="en-US" sz="1760" dirty="0"/>
              <a:t>Serial processing</a:t>
            </a:r>
          </a:p>
          <a:p>
            <a:pPr lvl="1">
              <a:lnSpc>
                <a:spcPct val="120000"/>
              </a:lnSpc>
              <a:spcBef>
                <a:spcPts val="0"/>
              </a:spcBef>
            </a:pPr>
            <a:r>
              <a:rPr lang="en-US" sz="1760" dirty="0"/>
              <a:t>Simple/</a:t>
            </a:r>
            <a:r>
              <a:rPr lang="en-US" sz="1760" dirty="0" err="1"/>
              <a:t>multiprogrammed</a:t>
            </a:r>
            <a:r>
              <a:rPr lang="en-US" sz="1760" dirty="0"/>
              <a:t>/time-sharing batch systems</a:t>
            </a:r>
          </a:p>
          <a:p>
            <a:pPr marL="282575" lvl="2">
              <a:lnSpc>
                <a:spcPct val="120000"/>
              </a:lnSpc>
              <a:spcBef>
                <a:spcPts val="0"/>
              </a:spcBef>
            </a:pPr>
            <a:r>
              <a:rPr lang="en-US" sz="1838" dirty="0"/>
              <a:t>Major achievements</a:t>
            </a:r>
          </a:p>
          <a:p>
            <a:pPr marL="282575" lvl="2">
              <a:lnSpc>
                <a:spcPct val="120000"/>
              </a:lnSpc>
              <a:spcBef>
                <a:spcPts val="0"/>
              </a:spcBef>
            </a:pPr>
            <a:r>
              <a:rPr lang="en-US" sz="1838" dirty="0"/>
              <a:t>Developments leading to modern operating systems</a:t>
            </a:r>
          </a:p>
        </p:txBody>
      </p:sp>
      <p:sp>
        <p:nvSpPr>
          <p:cNvPr id="4" name="Content Placeholder 3"/>
          <p:cNvSpPr>
            <a:spLocks noGrp="1"/>
          </p:cNvSpPr>
          <p:nvPr>
            <p:ph sz="half" idx="2"/>
          </p:nvPr>
        </p:nvSpPr>
        <p:spPr>
          <a:xfrm>
            <a:off x="6355308" y="1295401"/>
            <a:ext cx="3657600" cy="4830763"/>
          </a:xfrm>
        </p:spPr>
        <p:txBody>
          <a:bodyPr>
            <a:normAutofit/>
          </a:bodyPr>
          <a:lstStyle/>
          <a:p>
            <a:pPr marL="282575" lvl="2">
              <a:lnSpc>
                <a:spcPct val="120000"/>
              </a:lnSpc>
              <a:spcBef>
                <a:spcPts val="0"/>
              </a:spcBef>
            </a:pPr>
            <a:r>
              <a:rPr lang="en-US" sz="1838" dirty="0"/>
              <a:t>OS design considerations for multiprocessor and multicore</a:t>
            </a:r>
          </a:p>
          <a:p>
            <a:pPr>
              <a:lnSpc>
                <a:spcPct val="120000"/>
              </a:lnSpc>
              <a:spcBef>
                <a:spcPts val="0"/>
              </a:spcBef>
            </a:pPr>
            <a:r>
              <a:rPr lang="en-US" sz="1765" dirty="0"/>
              <a:t>Traditional Unix systems</a:t>
            </a:r>
          </a:p>
          <a:p>
            <a:pPr lvl="1">
              <a:lnSpc>
                <a:spcPct val="120000"/>
              </a:lnSpc>
              <a:spcBef>
                <a:spcPts val="0"/>
              </a:spcBef>
            </a:pPr>
            <a:r>
              <a:rPr lang="en-US" sz="1765" dirty="0"/>
              <a:t>History/description</a:t>
            </a:r>
          </a:p>
          <a:p>
            <a:pPr>
              <a:lnSpc>
                <a:spcPct val="120000"/>
              </a:lnSpc>
              <a:spcBef>
                <a:spcPts val="0"/>
              </a:spcBef>
            </a:pPr>
            <a:r>
              <a:rPr lang="en-US" sz="1765" dirty="0"/>
              <a:t>Modern Unix systems</a:t>
            </a:r>
          </a:p>
          <a:p>
            <a:pPr lvl="1">
              <a:lnSpc>
                <a:spcPct val="120000"/>
              </a:lnSpc>
              <a:spcBef>
                <a:spcPts val="0"/>
              </a:spcBef>
            </a:pPr>
            <a:r>
              <a:rPr lang="en-US" sz="1765" dirty="0"/>
              <a:t>System V Release 4 (SVR4), BSD, Solaris 10</a:t>
            </a:r>
          </a:p>
          <a:p>
            <a:pPr>
              <a:lnSpc>
                <a:spcPct val="120000"/>
              </a:lnSpc>
              <a:spcBef>
                <a:spcPts val="0"/>
              </a:spcBef>
            </a:pPr>
            <a:r>
              <a:rPr lang="en-US" sz="1765" dirty="0"/>
              <a:t>Linux</a:t>
            </a:r>
          </a:p>
          <a:p>
            <a:pPr lvl="1">
              <a:lnSpc>
                <a:spcPct val="120000"/>
              </a:lnSpc>
              <a:spcBef>
                <a:spcPts val="0"/>
              </a:spcBef>
            </a:pPr>
            <a:r>
              <a:rPr lang="en-US" sz="1765" dirty="0"/>
              <a:t>History</a:t>
            </a:r>
          </a:p>
          <a:p>
            <a:pPr lvl="1">
              <a:lnSpc>
                <a:spcPct val="120000"/>
              </a:lnSpc>
              <a:spcBef>
                <a:spcPts val="0"/>
              </a:spcBef>
            </a:pPr>
            <a:r>
              <a:rPr lang="en-US" sz="1765" dirty="0"/>
              <a:t>Modular structure</a:t>
            </a:r>
          </a:p>
          <a:p>
            <a:pPr lvl="1">
              <a:lnSpc>
                <a:spcPct val="120000"/>
              </a:lnSpc>
              <a:spcBef>
                <a:spcPts val="0"/>
              </a:spcBef>
            </a:pPr>
            <a:r>
              <a:rPr lang="en-US" sz="1765" dirty="0"/>
              <a:t>Kernel components</a:t>
            </a:r>
          </a:p>
        </p:txBody>
      </p:sp>
      <p:sp>
        <p:nvSpPr>
          <p:cNvPr id="5" name="Slide Number Placeholder 4">
            <a:extLst>
              <a:ext uri="{FF2B5EF4-FFF2-40B4-BE49-F238E27FC236}">
                <a16:creationId xmlns:a16="http://schemas.microsoft.com/office/drawing/2014/main" id="{FA9A2794-D6FD-4E46-8391-42D35C3F41BA}"/>
              </a:ext>
            </a:extLst>
          </p:cNvPr>
          <p:cNvSpPr>
            <a:spLocks noGrp="1"/>
          </p:cNvSpPr>
          <p:nvPr>
            <p:ph type="sldNum" sz="quarter" idx="12"/>
          </p:nvPr>
        </p:nvSpPr>
        <p:spPr/>
        <p:txBody>
          <a:bodyPr/>
          <a:lstStyle/>
          <a:p>
            <a:pPr>
              <a:defRPr/>
            </a:pPr>
            <a:fld id="{FD77EB8B-B6EB-443D-9CB4-B019CEC8F476}" type="slidenum">
              <a:rPr lang="en-US" smtClean="0"/>
              <a:pPr>
                <a:defRPr/>
              </a:pPr>
              <a:t>2</a:t>
            </a:fld>
            <a:endParaRPr lang="en-US" dirty="0"/>
          </a:p>
        </p:txBody>
      </p:sp>
    </p:spTree>
    <p:extLst>
      <p:ext uri="{BB962C8B-B14F-4D97-AF65-F5344CB8AC3E}">
        <p14:creationId xmlns:p14="http://schemas.microsoft.com/office/powerpoint/2010/main" val="42336744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p:cNvSpPr>
            <a:spLocks noGrp="1"/>
          </p:cNvSpPr>
          <p:nvPr>
            <p:ph type="title"/>
          </p:nvPr>
        </p:nvSpPr>
        <p:spPr/>
        <p:txBody>
          <a:bodyPr/>
          <a:lstStyle/>
          <a:p>
            <a:r>
              <a:rPr lang="en-US" b="1" dirty="0">
                <a:solidFill>
                  <a:schemeClr val="accent1"/>
                </a:solidFill>
              </a:rPr>
              <a:t>Operating System</a:t>
            </a:r>
          </a:p>
        </p:txBody>
      </p:sp>
      <p:sp>
        <p:nvSpPr>
          <p:cNvPr id="4" name="Content Placeholder 3"/>
          <p:cNvSpPr>
            <a:spLocks noGrp="1"/>
          </p:cNvSpPr>
          <p:nvPr>
            <p:ph idx="1"/>
          </p:nvPr>
        </p:nvSpPr>
        <p:spPr/>
        <p:txBody>
          <a:bodyPr/>
          <a:lstStyle/>
          <a:p>
            <a:r>
              <a:rPr lang="en-US" sz="2900" dirty="0"/>
              <a:t>A program that controls the execution of application programs</a:t>
            </a:r>
          </a:p>
          <a:p>
            <a:r>
              <a:rPr lang="en-US" sz="2900" dirty="0"/>
              <a:t>An interface between applications and hardware</a:t>
            </a:r>
          </a:p>
          <a:p>
            <a:endParaRPr lang="en-US" dirty="0"/>
          </a:p>
        </p:txBody>
      </p:sp>
      <p:sp>
        <p:nvSpPr>
          <p:cNvPr id="2" name="Slide Number Placeholder 1">
            <a:extLst>
              <a:ext uri="{FF2B5EF4-FFF2-40B4-BE49-F238E27FC236}">
                <a16:creationId xmlns:a16="http://schemas.microsoft.com/office/drawing/2014/main" id="{4BA8895C-B42B-4E92-99BA-097AD27748A3}"/>
              </a:ext>
            </a:extLst>
          </p:cNvPr>
          <p:cNvSpPr>
            <a:spLocks noGrp="1"/>
          </p:cNvSpPr>
          <p:nvPr>
            <p:ph type="sldNum" sz="quarter" idx="12"/>
          </p:nvPr>
        </p:nvSpPr>
        <p:spPr/>
        <p:txBody>
          <a:bodyPr/>
          <a:lstStyle/>
          <a:p>
            <a:pPr>
              <a:defRPr/>
            </a:pPr>
            <a:fld id="{97012834-41A2-49E3-8762-B14EE3F5CFB1}" type="slidenum">
              <a:rPr lang="en-US" smtClean="0"/>
              <a:pPr>
                <a:defRPr/>
              </a:pPr>
              <a:t>3</a:t>
            </a:fld>
            <a:endParaRPr lang="en-US" dirty="0"/>
          </a:p>
        </p:txBody>
      </p:sp>
      <p:graphicFrame>
        <p:nvGraphicFramePr>
          <p:cNvPr id="5" name="Diagram 4"/>
          <p:cNvGraphicFramePr/>
          <p:nvPr>
            <p:extLst>
              <p:ext uri="{D42A27DB-BD31-4B8C-83A1-F6EECF244321}">
                <p14:modId xmlns:p14="http://schemas.microsoft.com/office/powerpoint/2010/main" val="3607682470"/>
              </p:ext>
            </p:extLst>
          </p:nvPr>
        </p:nvGraphicFramePr>
        <p:xfrm>
          <a:off x="3352800" y="3200400"/>
          <a:ext cx="5257800" cy="22606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9119224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f1.pdf"/>
          <p:cNvPicPr>
            <a:picLocks noChangeAspect="1"/>
          </p:cNvPicPr>
          <p:nvPr/>
        </p:nvPicPr>
        <p:blipFill rotWithShape="1">
          <a:blip r:embed="rId3"/>
          <a:srcRect t="20000" b="39938"/>
          <a:stretch/>
        </p:blipFill>
        <p:spPr>
          <a:xfrm>
            <a:off x="1524001" y="685801"/>
            <a:ext cx="9283843" cy="4813169"/>
          </a:xfrm>
          <a:prstGeom prst="rect">
            <a:avLst/>
          </a:prstGeom>
        </p:spPr>
      </p:pic>
      <p:pic>
        <p:nvPicPr>
          <p:cNvPr id="3" name="Picture 2" descr="f1.pdf">
            <a:extLst>
              <a:ext uri="{FF2B5EF4-FFF2-40B4-BE49-F238E27FC236}">
                <a16:creationId xmlns:a16="http://schemas.microsoft.com/office/drawing/2014/main" id="{0ABC6BA1-BA70-49B7-9BBC-33BEC1548635}"/>
              </a:ext>
            </a:extLst>
          </p:cNvPr>
          <p:cNvPicPr>
            <a:picLocks noChangeAspect="1"/>
          </p:cNvPicPr>
          <p:nvPr/>
        </p:nvPicPr>
        <p:blipFill rotWithShape="1">
          <a:blip r:embed="rId3"/>
          <a:srcRect l="4789" t="70390" r="-4789" b="25171"/>
          <a:stretch/>
        </p:blipFill>
        <p:spPr>
          <a:xfrm>
            <a:off x="1828801" y="6141563"/>
            <a:ext cx="9283843" cy="533400"/>
          </a:xfrm>
          <a:prstGeom prst="rect">
            <a:avLst/>
          </a:prstGeom>
        </p:spPr>
      </p:pic>
      <p:sp>
        <p:nvSpPr>
          <p:cNvPr id="2" name="Slide Number Placeholder 1">
            <a:extLst>
              <a:ext uri="{FF2B5EF4-FFF2-40B4-BE49-F238E27FC236}">
                <a16:creationId xmlns:a16="http://schemas.microsoft.com/office/drawing/2014/main" id="{D7762005-8BE8-4C51-890B-D83C34B61860}"/>
              </a:ext>
            </a:extLst>
          </p:cNvPr>
          <p:cNvSpPr>
            <a:spLocks noGrp="1"/>
          </p:cNvSpPr>
          <p:nvPr>
            <p:ph type="sldNum" sz="quarter" idx="12"/>
          </p:nvPr>
        </p:nvSpPr>
        <p:spPr/>
        <p:txBody>
          <a:bodyPr/>
          <a:lstStyle/>
          <a:p>
            <a:pPr>
              <a:defRPr/>
            </a:pPr>
            <a:fld id="{0A9A6F0D-A611-4358-861D-7B01E8303898}" type="slidenum">
              <a:rPr lang="en-US" smtClean="0"/>
              <a:pPr>
                <a:defRPr/>
              </a:pPr>
              <a:t>4</a:t>
            </a:fld>
            <a:endParaRPr lang="en-US" dirty="0"/>
          </a:p>
        </p:txBody>
      </p:sp>
    </p:spTree>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ln w="1905"/>
                <a:solidFill>
                  <a:schemeClr val="accent1"/>
                </a:solidFill>
                <a:effectLst>
                  <a:innerShdw blurRad="69850" dist="43180" dir="5400000">
                    <a:srgbClr val="000000">
                      <a:alpha val="65000"/>
                    </a:srgbClr>
                  </a:innerShdw>
                </a:effectLst>
              </a:rPr>
              <a:t>Operating System Services</a:t>
            </a:r>
          </a:p>
        </p:txBody>
      </p:sp>
      <p:sp>
        <p:nvSpPr>
          <p:cNvPr id="3" name="Content Placeholder 2"/>
          <p:cNvSpPr>
            <a:spLocks noGrp="1"/>
          </p:cNvSpPr>
          <p:nvPr>
            <p:ph idx="1"/>
          </p:nvPr>
        </p:nvSpPr>
        <p:spPr/>
        <p:txBody>
          <a:bodyPr>
            <a:noAutofit/>
          </a:bodyPr>
          <a:lstStyle/>
          <a:p>
            <a:pPr>
              <a:spcBef>
                <a:spcPts val="600"/>
              </a:spcBef>
            </a:pPr>
            <a:r>
              <a:rPr lang="en-US" sz="3000" dirty="0"/>
              <a:t>Program execution</a:t>
            </a:r>
          </a:p>
          <a:p>
            <a:pPr>
              <a:spcBef>
                <a:spcPts val="600"/>
              </a:spcBef>
            </a:pPr>
            <a:r>
              <a:rPr lang="en-US" sz="3000" dirty="0"/>
              <a:t>User management/permissions</a:t>
            </a:r>
          </a:p>
          <a:p>
            <a:pPr>
              <a:spcBef>
                <a:spcPts val="600"/>
              </a:spcBef>
            </a:pPr>
            <a:r>
              <a:rPr lang="en-US" sz="3000" dirty="0"/>
              <a:t>Access I/O devices</a:t>
            </a:r>
          </a:p>
          <a:p>
            <a:pPr>
              <a:spcBef>
                <a:spcPts val="600"/>
              </a:spcBef>
            </a:pPr>
            <a:r>
              <a:rPr lang="en-US" sz="3000" dirty="0"/>
              <a:t>Controlled access to files</a:t>
            </a:r>
          </a:p>
          <a:p>
            <a:pPr>
              <a:spcBef>
                <a:spcPts val="600"/>
              </a:spcBef>
            </a:pPr>
            <a:r>
              <a:rPr lang="en-US" sz="3000" dirty="0"/>
              <a:t>System access</a:t>
            </a:r>
          </a:p>
          <a:p>
            <a:pPr>
              <a:spcBef>
                <a:spcPts val="600"/>
              </a:spcBef>
            </a:pPr>
            <a:r>
              <a:rPr lang="en-US" sz="3000" dirty="0"/>
              <a:t>Error detection and response</a:t>
            </a:r>
          </a:p>
          <a:p>
            <a:pPr>
              <a:spcBef>
                <a:spcPts val="600"/>
              </a:spcBef>
            </a:pPr>
            <a:r>
              <a:rPr lang="en-US" sz="3000" dirty="0"/>
              <a:t>Accounting</a:t>
            </a:r>
          </a:p>
        </p:txBody>
      </p:sp>
      <p:sp>
        <p:nvSpPr>
          <p:cNvPr id="5" name="Slide Number Placeholder 4">
            <a:extLst>
              <a:ext uri="{FF2B5EF4-FFF2-40B4-BE49-F238E27FC236}">
                <a16:creationId xmlns:a16="http://schemas.microsoft.com/office/drawing/2014/main" id="{A270273F-17CD-43DC-BA36-069B5DD9ECF5}"/>
              </a:ext>
            </a:extLst>
          </p:cNvPr>
          <p:cNvSpPr>
            <a:spLocks noGrp="1"/>
          </p:cNvSpPr>
          <p:nvPr>
            <p:ph type="sldNum" sz="quarter" idx="12"/>
          </p:nvPr>
        </p:nvSpPr>
        <p:spPr/>
        <p:txBody>
          <a:bodyPr/>
          <a:lstStyle/>
          <a:p>
            <a:pPr>
              <a:defRPr/>
            </a:pPr>
            <a:fld id="{97012834-41A2-49E3-8762-B14EE3F5CFB1}" type="slidenum">
              <a:rPr lang="en-US" smtClean="0"/>
              <a:pPr>
                <a:defRPr/>
              </a:pPr>
              <a:t>5</a:t>
            </a:fld>
            <a:endParaRPr lang="en-US" dirty="0"/>
          </a:p>
        </p:txBody>
      </p:sp>
      <p:pic>
        <p:nvPicPr>
          <p:cNvPr id="4" name="Picture 3"/>
          <p:cNvPicPr>
            <a:picLocks noChangeAspect="1"/>
          </p:cNvPicPr>
          <p:nvPr/>
        </p:nvPicPr>
        <p:blipFill>
          <a:blip r:embed="rId3"/>
          <a:stretch>
            <a:fillRect/>
          </a:stretch>
        </p:blipFill>
        <p:spPr>
          <a:xfrm>
            <a:off x="7917773" y="2286001"/>
            <a:ext cx="2293025" cy="2022321"/>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solidFill>
                  <a:schemeClr val="accent1"/>
                </a:solidFill>
              </a:rPr>
              <a:t>Key Interfaces</a:t>
            </a:r>
          </a:p>
        </p:txBody>
      </p:sp>
      <p:sp>
        <p:nvSpPr>
          <p:cNvPr id="4" name="Content Placeholder 3"/>
          <p:cNvSpPr>
            <a:spLocks noGrp="1"/>
          </p:cNvSpPr>
          <p:nvPr>
            <p:ph idx="1"/>
          </p:nvPr>
        </p:nvSpPr>
        <p:spPr/>
        <p:txBody>
          <a:bodyPr>
            <a:noAutofit/>
          </a:bodyPr>
          <a:lstStyle/>
          <a:p>
            <a:r>
              <a:rPr lang="en-US" dirty="0"/>
              <a:t>Application programming interface (API)</a:t>
            </a:r>
          </a:p>
          <a:p>
            <a:r>
              <a:rPr lang="en-US" sz="1800" dirty="0"/>
              <a:t>The API gives a program access to the hardware resources and services available in a system through user ISA supplemented with high-level language (HLL) library calls</a:t>
            </a:r>
          </a:p>
          <a:p>
            <a:r>
              <a:rPr lang="en-US" sz="2400" dirty="0"/>
              <a:t>Application binary interface (ABI)</a:t>
            </a:r>
          </a:p>
          <a:p>
            <a:r>
              <a:rPr lang="en-US" sz="1800" dirty="0">
                <a:solidFill>
                  <a:schemeClr val="tx1"/>
                </a:solidFill>
                <a:latin typeface="+mn-lt"/>
                <a:cs typeface="+mn-cs"/>
              </a:rPr>
              <a:t>The ABI defines the system call interface to the operating system and the hardware resources and services available in a system through the user ISA.</a:t>
            </a:r>
            <a:endParaRPr lang="en-US" sz="1800" dirty="0"/>
          </a:p>
          <a:p>
            <a:r>
              <a:rPr lang="en-US" sz="2400" dirty="0"/>
              <a:t>Instruction set architecture (ISA)</a:t>
            </a:r>
          </a:p>
          <a:p>
            <a:r>
              <a:rPr lang="en-US" sz="1600" dirty="0">
                <a:solidFill>
                  <a:schemeClr val="tx1"/>
                </a:solidFill>
                <a:latin typeface="+mn-lt"/>
                <a:cs typeface="+mn-cs"/>
              </a:rPr>
              <a:t>The ISA defines machine language instructions that a computer can follow</a:t>
            </a:r>
            <a:endParaRPr lang="en-US" sz="3200" dirty="0"/>
          </a:p>
          <a:p>
            <a:endParaRPr lang="en-US" sz="3200" dirty="0"/>
          </a:p>
        </p:txBody>
      </p:sp>
      <p:sp>
        <p:nvSpPr>
          <p:cNvPr id="3" name="Slide Number Placeholder 2">
            <a:extLst>
              <a:ext uri="{FF2B5EF4-FFF2-40B4-BE49-F238E27FC236}">
                <a16:creationId xmlns:a16="http://schemas.microsoft.com/office/drawing/2014/main" id="{C0DFA735-4665-4A35-917D-24F0147D6ABB}"/>
              </a:ext>
            </a:extLst>
          </p:cNvPr>
          <p:cNvSpPr>
            <a:spLocks noGrp="1"/>
          </p:cNvSpPr>
          <p:nvPr>
            <p:ph type="sldNum" sz="quarter" idx="12"/>
          </p:nvPr>
        </p:nvSpPr>
        <p:spPr/>
        <p:txBody>
          <a:bodyPr/>
          <a:lstStyle/>
          <a:p>
            <a:pPr>
              <a:defRPr/>
            </a:pPr>
            <a:fld id="{E4367C90-D8D8-4A11-9BC3-E7451ACC5EB2}" type="slidenum">
              <a:rPr lang="en-US" smtClean="0"/>
              <a:pPr>
                <a:defRPr/>
              </a:pPr>
              <a:t>6</a:t>
            </a:fld>
            <a:endParaRPr lang="en-US" dirty="0"/>
          </a:p>
        </p:txBody>
      </p:sp>
      <p:pic>
        <p:nvPicPr>
          <p:cNvPr id="5" name="Picture 4">
            <a:extLst>
              <a:ext uri="{FF2B5EF4-FFF2-40B4-BE49-F238E27FC236}">
                <a16:creationId xmlns:a16="http://schemas.microsoft.com/office/drawing/2014/main" id="{DD548FFB-43D0-43DE-BBBF-3C62DE83876D}"/>
              </a:ext>
            </a:extLst>
          </p:cNvPr>
          <p:cNvPicPr>
            <a:picLocks noChangeAspect="1"/>
          </p:cNvPicPr>
          <p:nvPr/>
        </p:nvPicPr>
        <p:blipFill>
          <a:blip r:embed="rId3"/>
          <a:stretch>
            <a:fillRect/>
          </a:stretch>
        </p:blipFill>
        <p:spPr>
          <a:xfrm>
            <a:off x="5791200" y="4809477"/>
            <a:ext cx="4419597" cy="1829222"/>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NZ" b="1" dirty="0">
                <a:ln w="1905"/>
                <a:solidFill>
                  <a:schemeClr val="accent1"/>
                </a:solidFill>
                <a:effectLst>
                  <a:innerShdw blurRad="69850" dist="43180" dir="5400000">
                    <a:srgbClr val="000000">
                      <a:alpha val="65000"/>
                    </a:srgbClr>
                  </a:innerShdw>
                </a:effectLst>
              </a:rPr>
              <a:t>The Role of an OS</a:t>
            </a:r>
          </a:p>
        </p:txBody>
      </p:sp>
      <p:sp>
        <p:nvSpPr>
          <p:cNvPr id="3" name="Content Placeholder 2"/>
          <p:cNvSpPr>
            <a:spLocks noGrp="1"/>
          </p:cNvSpPr>
          <p:nvPr>
            <p:ph idx="1"/>
          </p:nvPr>
        </p:nvSpPr>
        <p:spPr/>
        <p:txBody>
          <a:bodyPr>
            <a:normAutofit/>
          </a:bodyPr>
          <a:lstStyle/>
          <a:p>
            <a:r>
              <a:rPr lang="en-NZ" sz="3600" dirty="0"/>
              <a:t>A computer is a set of resources for the movement, storage, and processing of data</a:t>
            </a:r>
          </a:p>
          <a:p>
            <a:r>
              <a:rPr lang="en-NZ" sz="3600" dirty="0"/>
              <a:t>The OS is responsible for managing these resources</a:t>
            </a:r>
          </a:p>
        </p:txBody>
      </p:sp>
      <p:sp>
        <p:nvSpPr>
          <p:cNvPr id="5" name="Slide Number Placeholder 4">
            <a:extLst>
              <a:ext uri="{FF2B5EF4-FFF2-40B4-BE49-F238E27FC236}">
                <a16:creationId xmlns:a16="http://schemas.microsoft.com/office/drawing/2014/main" id="{BCE194D3-A52E-46F8-B099-D9DB53C9ECE6}"/>
              </a:ext>
            </a:extLst>
          </p:cNvPr>
          <p:cNvSpPr>
            <a:spLocks noGrp="1"/>
          </p:cNvSpPr>
          <p:nvPr>
            <p:ph type="sldNum" sz="quarter" idx="12"/>
          </p:nvPr>
        </p:nvSpPr>
        <p:spPr/>
        <p:txBody>
          <a:bodyPr/>
          <a:lstStyle/>
          <a:p>
            <a:pPr>
              <a:defRPr/>
            </a:pPr>
            <a:fld id="{97012834-41A2-49E3-8762-B14EE3F5CFB1}" type="slidenum">
              <a:rPr lang="en-US" smtClean="0"/>
              <a:pPr>
                <a:defRPr/>
              </a:pPr>
              <a:t>7</a:t>
            </a:fld>
            <a:endParaRPr lang="en-US" dirty="0"/>
          </a:p>
        </p:txBody>
      </p:sp>
      <p:pic>
        <p:nvPicPr>
          <p:cNvPr id="4" name="Picture 3"/>
          <p:cNvPicPr>
            <a:picLocks noChangeAspect="1"/>
          </p:cNvPicPr>
          <p:nvPr/>
        </p:nvPicPr>
        <p:blipFill>
          <a:blip r:embed="rId3"/>
          <a:stretch>
            <a:fillRect/>
          </a:stretch>
        </p:blipFill>
        <p:spPr>
          <a:xfrm rot="20377701">
            <a:off x="7385228" y="5120008"/>
            <a:ext cx="2133600" cy="1661276"/>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b="1" dirty="0">
                <a:ln w="1905"/>
                <a:solidFill>
                  <a:schemeClr val="accent1">
                    <a:lumMod val="75000"/>
                  </a:schemeClr>
                </a:solidFill>
                <a:effectLst>
                  <a:innerShdw blurRad="69850" dist="43180" dir="5400000">
                    <a:srgbClr val="000000">
                      <a:alpha val="65000"/>
                    </a:srgbClr>
                  </a:innerShdw>
                </a:effectLst>
              </a:rPr>
              <a:t>Operating System as Software</a:t>
            </a:r>
          </a:p>
        </p:txBody>
      </p:sp>
      <p:sp>
        <p:nvSpPr>
          <p:cNvPr id="3" name="Content Placeholder 2"/>
          <p:cNvSpPr>
            <a:spLocks noGrp="1"/>
          </p:cNvSpPr>
          <p:nvPr>
            <p:ph idx="1"/>
          </p:nvPr>
        </p:nvSpPr>
        <p:spPr/>
        <p:txBody>
          <a:bodyPr>
            <a:noAutofit/>
          </a:bodyPr>
          <a:lstStyle/>
          <a:p>
            <a:r>
              <a:rPr lang="en-US" sz="3200" dirty="0"/>
              <a:t>Functions in the same way as ordinary computer software</a:t>
            </a:r>
          </a:p>
          <a:p>
            <a:r>
              <a:rPr lang="en-US" sz="3200" dirty="0"/>
              <a:t>Program, or suite of programs, executed by the processor</a:t>
            </a:r>
          </a:p>
          <a:p>
            <a:r>
              <a:rPr lang="en-US" sz="3200" dirty="0"/>
              <a:t>Frequently relinquishes control and must depend on the processor to allow it to regain control</a:t>
            </a:r>
          </a:p>
        </p:txBody>
      </p:sp>
      <p:sp>
        <p:nvSpPr>
          <p:cNvPr id="4" name="Slide Number Placeholder 3">
            <a:extLst>
              <a:ext uri="{FF2B5EF4-FFF2-40B4-BE49-F238E27FC236}">
                <a16:creationId xmlns:a16="http://schemas.microsoft.com/office/drawing/2014/main" id="{45893B93-FBC2-4D3D-BB84-FD313B746907}"/>
              </a:ext>
            </a:extLst>
          </p:cNvPr>
          <p:cNvSpPr>
            <a:spLocks noGrp="1"/>
          </p:cNvSpPr>
          <p:nvPr>
            <p:ph type="sldNum" sz="quarter" idx="12"/>
          </p:nvPr>
        </p:nvSpPr>
        <p:spPr/>
        <p:txBody>
          <a:bodyPr/>
          <a:lstStyle/>
          <a:p>
            <a:pPr>
              <a:defRPr/>
            </a:pPr>
            <a:fld id="{97012834-41A2-49E3-8762-B14EE3F5CFB1}" type="slidenum">
              <a:rPr lang="en-US" smtClean="0"/>
              <a:pPr>
                <a:defRPr/>
              </a:pPr>
              <a:t>8</a:t>
            </a:fld>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f2.pdf"/>
          <p:cNvPicPr>
            <a:picLocks noChangeAspect="1"/>
          </p:cNvPicPr>
          <p:nvPr/>
        </p:nvPicPr>
        <p:blipFill>
          <a:blip r:embed="rId3"/>
          <a:stretch>
            <a:fillRect/>
          </a:stretch>
        </p:blipFill>
        <p:spPr>
          <a:xfrm>
            <a:off x="1676401" y="228600"/>
            <a:ext cx="8875059" cy="6858000"/>
          </a:xfrm>
          <a:prstGeom prst="rect">
            <a:avLst/>
          </a:prstGeom>
        </p:spPr>
      </p:pic>
      <p:sp>
        <p:nvSpPr>
          <p:cNvPr id="2" name="Slide Number Placeholder 1">
            <a:extLst>
              <a:ext uri="{FF2B5EF4-FFF2-40B4-BE49-F238E27FC236}">
                <a16:creationId xmlns:a16="http://schemas.microsoft.com/office/drawing/2014/main" id="{4C077868-DC79-4D63-90D4-6884B2023B69}"/>
              </a:ext>
            </a:extLst>
          </p:cNvPr>
          <p:cNvSpPr>
            <a:spLocks noGrp="1"/>
          </p:cNvSpPr>
          <p:nvPr>
            <p:ph type="sldNum" sz="quarter" idx="12"/>
          </p:nvPr>
        </p:nvSpPr>
        <p:spPr/>
        <p:txBody>
          <a:bodyPr/>
          <a:lstStyle/>
          <a:p>
            <a:pPr>
              <a:defRPr/>
            </a:pPr>
            <a:fld id="{BAB79F47-3AF0-4617-BC60-2E592392BB48}" type="slidenum">
              <a:rPr lang="en-US" smtClean="0"/>
              <a:pPr>
                <a:defRPr/>
              </a:pPr>
              <a:t>9</a:t>
            </a:fld>
            <a:endParaRPr lang="en-US" dirty="0"/>
          </a:p>
        </p:txBody>
      </p:sp>
      <p:sp>
        <p:nvSpPr>
          <p:cNvPr id="3" name="TextBox 2">
            <a:extLst>
              <a:ext uri="{FF2B5EF4-FFF2-40B4-BE49-F238E27FC236}">
                <a16:creationId xmlns:a16="http://schemas.microsoft.com/office/drawing/2014/main" id="{CB5F08F1-A55E-6F85-54EC-55D832869152}"/>
              </a:ext>
            </a:extLst>
          </p:cNvPr>
          <p:cNvSpPr txBox="1"/>
          <p:nvPr/>
        </p:nvSpPr>
        <p:spPr>
          <a:xfrm>
            <a:off x="1752600" y="5638800"/>
            <a:ext cx="2608406" cy="369332"/>
          </a:xfrm>
          <a:prstGeom prst="rect">
            <a:avLst/>
          </a:prstGeom>
          <a:noFill/>
        </p:spPr>
        <p:txBody>
          <a:bodyPr wrap="none" rtlCol="0">
            <a:spAutoFit/>
          </a:bodyPr>
          <a:lstStyle/>
          <a:p>
            <a:r>
              <a:rPr lang="en-US" dirty="0">
                <a:solidFill>
                  <a:srgbClr val="FF0000"/>
                </a:solidFill>
              </a:rPr>
              <a:t>Where is OS allocated?</a:t>
            </a:r>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xmlns:mv="urn:schemas-microsoft-com:mac:vml">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b="1" dirty="0">
                <a:solidFill>
                  <a:schemeClr val="accent1">
                    <a:lumMod val="75000"/>
                  </a:schemeClr>
                </a:solidFill>
              </a:rPr>
              <a:t>Evolution of Operating Systems</a:t>
            </a:r>
          </a:p>
        </p:txBody>
      </p:sp>
      <p:sp>
        <p:nvSpPr>
          <p:cNvPr id="3" name="Content Placeholder 2"/>
          <p:cNvSpPr>
            <a:spLocks noGrp="1"/>
          </p:cNvSpPr>
          <p:nvPr>
            <p:ph idx="1"/>
          </p:nvPr>
        </p:nvSpPr>
        <p:spPr/>
        <p:txBody>
          <a:bodyPr>
            <a:normAutofit/>
          </a:bodyPr>
          <a:lstStyle/>
          <a:p>
            <a:pPr>
              <a:buSzPct val="95000"/>
              <a:buFont typeface="Wingdings" charset="2"/>
              <a:buChar char="§"/>
            </a:pPr>
            <a:r>
              <a:rPr lang="en-NZ" sz="3600" dirty="0"/>
              <a:t>A major OS will evolve over time for a number of reasons:</a:t>
            </a:r>
            <a:endParaRPr lang="en-US" sz="3600" dirty="0"/>
          </a:p>
        </p:txBody>
      </p:sp>
      <p:sp>
        <p:nvSpPr>
          <p:cNvPr id="5" name="Slide Number Placeholder 4">
            <a:extLst>
              <a:ext uri="{FF2B5EF4-FFF2-40B4-BE49-F238E27FC236}">
                <a16:creationId xmlns:a16="http://schemas.microsoft.com/office/drawing/2014/main" id="{203AD98C-1A45-43DA-8654-4D6E5CF19A0D}"/>
              </a:ext>
            </a:extLst>
          </p:cNvPr>
          <p:cNvSpPr>
            <a:spLocks noGrp="1"/>
          </p:cNvSpPr>
          <p:nvPr>
            <p:ph type="sldNum" sz="quarter" idx="12"/>
          </p:nvPr>
        </p:nvSpPr>
        <p:spPr/>
        <p:txBody>
          <a:bodyPr/>
          <a:lstStyle/>
          <a:p>
            <a:pPr>
              <a:defRPr/>
            </a:pPr>
            <a:fld id="{97012834-41A2-49E3-8762-B14EE3F5CFB1}" type="slidenum">
              <a:rPr lang="en-US" smtClean="0"/>
              <a:pPr>
                <a:defRPr/>
              </a:pPr>
              <a:t>10</a:t>
            </a:fld>
            <a:endParaRPr lang="en-US" dirty="0"/>
          </a:p>
        </p:txBody>
      </p:sp>
      <p:graphicFrame>
        <p:nvGraphicFramePr>
          <p:cNvPr id="6" name="Diagram 5"/>
          <p:cNvGraphicFramePr/>
          <p:nvPr/>
        </p:nvGraphicFramePr>
        <p:xfrm>
          <a:off x="1981200" y="3657600"/>
          <a:ext cx="8229600" cy="25146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4" name="Picture 3"/>
          <p:cNvPicPr>
            <a:picLocks noChangeAspect="1"/>
          </p:cNvPicPr>
          <p:nvPr/>
        </p:nvPicPr>
        <p:blipFill>
          <a:blip r:embed="rId8"/>
          <a:stretch>
            <a:fillRect/>
          </a:stretch>
        </p:blipFill>
        <p:spPr>
          <a:xfrm>
            <a:off x="7848600" y="3048001"/>
            <a:ext cx="1991050" cy="2832979"/>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solidFill>
                  <a:schemeClr val="accent1">
                    <a:lumMod val="75000"/>
                  </a:schemeClr>
                </a:solidFill>
                <a:effectLst/>
              </a:rPr>
              <a:t>Evolution of Operating Systems</a:t>
            </a:r>
            <a:endParaRPr lang="en-NZ" b="1" dirty="0">
              <a:solidFill>
                <a:schemeClr val="accent1">
                  <a:lumMod val="75000"/>
                </a:schemeClr>
              </a:solidFill>
              <a:effectLst/>
            </a:endParaRPr>
          </a:p>
        </p:txBody>
      </p:sp>
      <p:sp>
        <p:nvSpPr>
          <p:cNvPr id="4" name="Slide Number Placeholder 3">
            <a:extLst>
              <a:ext uri="{FF2B5EF4-FFF2-40B4-BE49-F238E27FC236}">
                <a16:creationId xmlns:a16="http://schemas.microsoft.com/office/drawing/2014/main" id="{8F6AEFC1-1C49-425D-B3A0-8F4B35DE0C6F}"/>
              </a:ext>
            </a:extLst>
          </p:cNvPr>
          <p:cNvSpPr>
            <a:spLocks noGrp="1"/>
          </p:cNvSpPr>
          <p:nvPr>
            <p:ph type="sldNum" sz="quarter" idx="12"/>
          </p:nvPr>
        </p:nvSpPr>
        <p:spPr/>
        <p:txBody>
          <a:bodyPr/>
          <a:lstStyle/>
          <a:p>
            <a:pPr>
              <a:defRPr/>
            </a:pPr>
            <a:fld id="{97012834-41A2-49E3-8762-B14EE3F5CFB1}" type="slidenum">
              <a:rPr lang="en-US" smtClean="0"/>
              <a:pPr>
                <a:defRPr/>
              </a:pPr>
              <a:t>11</a:t>
            </a:fld>
            <a:endParaRPr lang="en-US" dirty="0"/>
          </a:p>
        </p:txBody>
      </p:sp>
      <p:graphicFrame>
        <p:nvGraphicFramePr>
          <p:cNvPr id="5" name="Diagram 4"/>
          <p:cNvGraphicFramePr/>
          <p:nvPr>
            <p:extLst>
              <p:ext uri="{D42A27DB-BD31-4B8C-83A1-F6EECF244321}">
                <p14:modId xmlns:p14="http://schemas.microsoft.com/office/powerpoint/2010/main" val="3247149924"/>
              </p:ext>
            </p:extLst>
          </p:nvPr>
        </p:nvGraphicFramePr>
        <p:xfrm>
          <a:off x="2438397" y="1600200"/>
          <a:ext cx="7315200" cy="43688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599" y="126708"/>
            <a:ext cx="10972797" cy="546071"/>
          </a:xfrm>
        </p:spPr>
        <p:txBody>
          <a:bodyPr anchor="b">
            <a:noAutofit/>
          </a:bodyPr>
          <a:lstStyle/>
          <a:p>
            <a:r>
              <a:rPr lang="en-US" sz="2300" b="1" dirty="0">
                <a:ln w="1905"/>
                <a:effectLst>
                  <a:innerShdw blurRad="69850" dist="43180" dir="5400000">
                    <a:srgbClr val="000000">
                      <a:alpha val="65000"/>
                    </a:srgbClr>
                  </a:innerShdw>
                </a:effectLst>
              </a:rPr>
              <a:t>Serial Processing</a:t>
            </a:r>
          </a:p>
        </p:txBody>
      </p:sp>
      <p:sp>
        <p:nvSpPr>
          <p:cNvPr id="3" name="Content Placeholder 2"/>
          <p:cNvSpPr>
            <a:spLocks noGrp="1"/>
          </p:cNvSpPr>
          <p:nvPr>
            <p:ph sz="half" idx="1"/>
          </p:nvPr>
        </p:nvSpPr>
        <p:spPr>
          <a:xfrm>
            <a:off x="6228862" y="978879"/>
            <a:ext cx="5353535" cy="2819399"/>
          </a:xfrm>
        </p:spPr>
        <p:txBody>
          <a:bodyPr>
            <a:normAutofit lnSpcReduction="10000"/>
          </a:bodyPr>
          <a:lstStyle/>
          <a:p>
            <a:pPr marL="0" indent="0">
              <a:lnSpc>
                <a:spcPct val="90000"/>
              </a:lnSpc>
              <a:buNone/>
            </a:pPr>
            <a:r>
              <a:rPr lang="en-US" sz="1700" b="1" dirty="0"/>
              <a:t>Earliest Computers:</a:t>
            </a:r>
          </a:p>
          <a:p>
            <a:pPr>
              <a:lnSpc>
                <a:spcPct val="90000"/>
              </a:lnSpc>
            </a:pPr>
            <a:r>
              <a:rPr lang="en-US" sz="1700" dirty="0"/>
              <a:t>No operating system</a:t>
            </a:r>
          </a:p>
          <a:p>
            <a:pPr lvl="2">
              <a:lnSpc>
                <a:spcPct val="90000"/>
              </a:lnSpc>
            </a:pPr>
            <a:r>
              <a:rPr lang="en-US" sz="1700" dirty="0"/>
              <a:t>programmers interacted directly with the computer hardware</a:t>
            </a:r>
          </a:p>
          <a:p>
            <a:pPr lvl="2">
              <a:lnSpc>
                <a:spcPct val="90000"/>
              </a:lnSpc>
            </a:pPr>
            <a:r>
              <a:rPr lang="en-US" sz="1700" dirty="0">
                <a:highlight>
                  <a:srgbClr val="FFFF00"/>
                </a:highlight>
              </a:rPr>
              <a:t>Yes, we can use computer without OS</a:t>
            </a:r>
          </a:p>
          <a:p>
            <a:pPr>
              <a:lnSpc>
                <a:spcPct val="90000"/>
              </a:lnSpc>
            </a:pPr>
            <a:r>
              <a:rPr lang="en-US" sz="1700" dirty="0"/>
              <a:t>Computers ran from a console with display lights, toggle switches, some form of input device, and a printer</a:t>
            </a:r>
          </a:p>
          <a:p>
            <a:pPr>
              <a:lnSpc>
                <a:spcPct val="90000"/>
              </a:lnSpc>
            </a:pPr>
            <a:r>
              <a:rPr lang="en-US" sz="1700" dirty="0"/>
              <a:t>Users have access to the computer in “series”</a:t>
            </a:r>
          </a:p>
        </p:txBody>
      </p:sp>
      <p:sp>
        <p:nvSpPr>
          <p:cNvPr id="6" name="Content Placeholder 5"/>
          <p:cNvSpPr>
            <a:spLocks noGrp="1"/>
          </p:cNvSpPr>
          <p:nvPr>
            <p:ph sz="half" idx="13"/>
          </p:nvPr>
        </p:nvSpPr>
        <p:spPr>
          <a:xfrm>
            <a:off x="6215724" y="3811416"/>
            <a:ext cx="5671476" cy="2819399"/>
          </a:xfrm>
        </p:spPr>
        <p:txBody>
          <a:bodyPr>
            <a:noAutofit/>
          </a:bodyPr>
          <a:lstStyle/>
          <a:p>
            <a:pPr marL="0" indent="0">
              <a:lnSpc>
                <a:spcPct val="90000"/>
              </a:lnSpc>
              <a:buNone/>
            </a:pPr>
            <a:r>
              <a:rPr lang="en-US" sz="1600" b="1" dirty="0"/>
              <a:t>Problems:</a:t>
            </a:r>
          </a:p>
          <a:p>
            <a:pPr>
              <a:lnSpc>
                <a:spcPct val="90000"/>
              </a:lnSpc>
            </a:pPr>
            <a:r>
              <a:rPr lang="en-US" sz="1600" dirty="0"/>
              <a:t>Scheduling:</a:t>
            </a:r>
          </a:p>
          <a:p>
            <a:pPr lvl="1">
              <a:lnSpc>
                <a:spcPct val="90000"/>
              </a:lnSpc>
            </a:pPr>
            <a:r>
              <a:rPr lang="en-US" sz="1600" dirty="0"/>
              <a:t>most installations used a hardcopy sign-up sheet to reserve computer time</a:t>
            </a:r>
          </a:p>
          <a:p>
            <a:pPr lvl="3">
              <a:lnSpc>
                <a:spcPct val="90000"/>
              </a:lnSpc>
            </a:pPr>
            <a:r>
              <a:rPr lang="en-US" sz="1600" dirty="0"/>
              <a:t>time allocations could run short or long, resulting in wasted computer time</a:t>
            </a:r>
          </a:p>
          <a:p>
            <a:pPr marL="282575" lvl="3">
              <a:lnSpc>
                <a:spcPct val="90000"/>
              </a:lnSpc>
              <a:spcBef>
                <a:spcPts val="1800"/>
              </a:spcBef>
            </a:pPr>
            <a:r>
              <a:rPr lang="en-US" sz="1600" dirty="0"/>
              <a:t>Setup time</a:t>
            </a:r>
          </a:p>
          <a:p>
            <a:pPr lvl="1">
              <a:lnSpc>
                <a:spcPct val="90000"/>
              </a:lnSpc>
            </a:pPr>
            <a:r>
              <a:rPr lang="en-US" sz="1600" dirty="0"/>
              <a:t>a considerable amount of time was spent just on setting up the program to run</a:t>
            </a:r>
          </a:p>
        </p:txBody>
      </p:sp>
      <p:pic>
        <p:nvPicPr>
          <p:cNvPr id="10" name="Picture 9" descr="A group of people standing in a room&#10;&#10;Description automatically generated">
            <a:extLst>
              <a:ext uri="{FF2B5EF4-FFF2-40B4-BE49-F238E27FC236}">
                <a16:creationId xmlns:a16="http://schemas.microsoft.com/office/drawing/2014/main" id="{B1E01E18-2E1C-43C2-AEDB-3061AAC3EBBD}"/>
              </a:ext>
            </a:extLst>
          </p:cNvPr>
          <p:cNvPicPr>
            <a:picLocks noChangeAspect="1"/>
          </p:cNvPicPr>
          <p:nvPr/>
        </p:nvPicPr>
        <p:blipFill>
          <a:blip r:embed="rId3"/>
          <a:srcRect r="3" b="19719"/>
          <a:stretch/>
        </p:blipFill>
        <p:spPr>
          <a:xfrm>
            <a:off x="609599" y="978878"/>
            <a:ext cx="5353533" cy="5147286"/>
          </a:xfrm>
          <a:prstGeom prst="rect">
            <a:avLst/>
          </a:prstGeom>
          <a:noFill/>
        </p:spPr>
      </p:pic>
      <p:sp>
        <p:nvSpPr>
          <p:cNvPr id="8" name="Slide Number Placeholder 7" hidden="1">
            <a:extLst>
              <a:ext uri="{FF2B5EF4-FFF2-40B4-BE49-F238E27FC236}">
                <a16:creationId xmlns:a16="http://schemas.microsoft.com/office/drawing/2014/main" id="{3DC250F3-A87A-49A3-B933-AC33810E5FD0}"/>
              </a:ext>
            </a:extLst>
          </p:cNvPr>
          <p:cNvSpPr>
            <a:spLocks noGrp="1"/>
          </p:cNvSpPr>
          <p:nvPr>
            <p:ph type="sldNum" sz="quarter" idx="12"/>
          </p:nvPr>
        </p:nvSpPr>
        <p:spPr/>
        <p:txBody>
          <a:bodyPr/>
          <a:lstStyle/>
          <a:p>
            <a:pPr>
              <a:spcAft>
                <a:spcPts val="600"/>
              </a:spcAft>
              <a:defRPr/>
            </a:pPr>
            <a:fld id="{D56104A5-FF6A-4891-8FE3-D539A7A66E05}" type="slidenum">
              <a:rPr lang="en-US" smtClean="0"/>
              <a:pPr>
                <a:spcAft>
                  <a:spcPts val="600"/>
                </a:spcAft>
                <a:defRPr/>
              </a:pPr>
              <a:t>12</a:t>
            </a:fld>
            <a:endParaRPr lang="en-US"/>
          </a:p>
        </p:txBody>
      </p:sp>
      <p:sp>
        <p:nvSpPr>
          <p:cNvPr id="4" name="TextBox 3">
            <a:extLst>
              <a:ext uri="{FF2B5EF4-FFF2-40B4-BE49-F238E27FC236}">
                <a16:creationId xmlns:a16="http://schemas.microsoft.com/office/drawing/2014/main" id="{A067683D-5C63-BA43-8643-C257EB03420A}"/>
              </a:ext>
            </a:extLst>
          </p:cNvPr>
          <p:cNvSpPr txBox="1"/>
          <p:nvPr/>
        </p:nvSpPr>
        <p:spPr>
          <a:xfrm>
            <a:off x="688622" y="6445956"/>
            <a:ext cx="6263318" cy="369332"/>
          </a:xfrm>
          <a:prstGeom prst="rect">
            <a:avLst/>
          </a:prstGeom>
          <a:noFill/>
        </p:spPr>
        <p:txBody>
          <a:bodyPr wrap="none" rtlCol="0">
            <a:spAutoFit/>
          </a:bodyPr>
          <a:lstStyle/>
          <a:p>
            <a:r>
              <a:rPr lang="en-US" dirty="0"/>
              <a:t>https://</a:t>
            </a:r>
            <a:r>
              <a:rPr lang="en-US" dirty="0" err="1"/>
              <a:t>www.youtube.com</a:t>
            </a:r>
            <a:r>
              <a:rPr lang="en-US" dirty="0"/>
              <a:t>/</a:t>
            </a:r>
            <a:r>
              <a:rPr lang="en-US" dirty="0" err="1"/>
              <a:t>watch?v</a:t>
            </a:r>
            <a:r>
              <a:rPr lang="en-US" dirty="0"/>
              <a:t>=bGk9W65vXNA&amp;t=328s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nodeType="clickEffect">
                                  <p:stCondLst>
                                    <p:cond delay="0"/>
                                  </p:stCondLst>
                                  <p:childTnLst>
                                    <p:animEffect transition="out" filter="fade">
                                      <p:cBhvr>
                                        <p:cTn id="6" dur="500"/>
                                        <p:tgtEl>
                                          <p:spTgt spid="10"/>
                                        </p:tgtEl>
                                      </p:cBhvr>
                                    </p:animEffect>
                                    <p:set>
                                      <p:cBhvr>
                                        <p:cTn id="7" dur="1" fill="hold">
                                          <p:stCondLst>
                                            <p:cond delay="499"/>
                                          </p:stCondLst>
                                        </p:cTn>
                                        <p:tgtEl>
                                          <p:spTgt spid="1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solidFill>
                  <a:schemeClr val="accent1">
                    <a:lumMod val="75000"/>
                  </a:schemeClr>
                </a:solidFill>
                <a:effectLst/>
              </a:rPr>
              <a:t>Evolution of Operating Systems</a:t>
            </a:r>
            <a:endParaRPr lang="en-NZ" b="1" dirty="0">
              <a:solidFill>
                <a:schemeClr val="accent1">
                  <a:lumMod val="75000"/>
                </a:schemeClr>
              </a:solidFill>
              <a:effectLst/>
            </a:endParaRPr>
          </a:p>
        </p:txBody>
      </p:sp>
      <p:sp>
        <p:nvSpPr>
          <p:cNvPr id="4" name="Slide Number Placeholder 3">
            <a:extLst>
              <a:ext uri="{FF2B5EF4-FFF2-40B4-BE49-F238E27FC236}">
                <a16:creationId xmlns:a16="http://schemas.microsoft.com/office/drawing/2014/main" id="{8F6AEFC1-1C49-425D-B3A0-8F4B35DE0C6F}"/>
              </a:ext>
            </a:extLst>
          </p:cNvPr>
          <p:cNvSpPr>
            <a:spLocks noGrp="1"/>
          </p:cNvSpPr>
          <p:nvPr>
            <p:ph type="sldNum" sz="quarter" idx="12"/>
          </p:nvPr>
        </p:nvSpPr>
        <p:spPr/>
        <p:txBody>
          <a:bodyPr/>
          <a:lstStyle/>
          <a:p>
            <a:pPr>
              <a:defRPr/>
            </a:pPr>
            <a:fld id="{97012834-41A2-49E3-8762-B14EE3F5CFB1}" type="slidenum">
              <a:rPr lang="en-US" smtClean="0"/>
              <a:pPr>
                <a:defRPr/>
              </a:pPr>
              <a:t>13</a:t>
            </a:fld>
            <a:endParaRPr lang="en-US" dirty="0"/>
          </a:p>
        </p:txBody>
      </p:sp>
      <p:graphicFrame>
        <p:nvGraphicFramePr>
          <p:cNvPr id="5" name="Diagram 4"/>
          <p:cNvGraphicFramePr/>
          <p:nvPr>
            <p:extLst>
              <p:ext uri="{D42A27DB-BD31-4B8C-83A1-F6EECF244321}">
                <p14:modId xmlns:p14="http://schemas.microsoft.com/office/powerpoint/2010/main" val="2208825962"/>
              </p:ext>
            </p:extLst>
          </p:nvPr>
        </p:nvGraphicFramePr>
        <p:xfrm>
          <a:off x="2438400" y="2133600"/>
          <a:ext cx="7315200" cy="43688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7777139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solidFill>
                  <a:schemeClr val="accent1">
                    <a:lumMod val="75000"/>
                  </a:schemeClr>
                </a:solidFill>
              </a:rPr>
              <a:t>Simple Batch Systems</a:t>
            </a:r>
          </a:p>
        </p:txBody>
      </p:sp>
      <p:sp>
        <p:nvSpPr>
          <p:cNvPr id="3" name="Content Placeholder 2"/>
          <p:cNvSpPr>
            <a:spLocks noGrp="1"/>
          </p:cNvSpPr>
          <p:nvPr>
            <p:ph idx="1"/>
          </p:nvPr>
        </p:nvSpPr>
        <p:spPr>
          <a:xfrm>
            <a:off x="685800" y="990601"/>
            <a:ext cx="10744200" cy="5502275"/>
          </a:xfrm>
        </p:spPr>
        <p:txBody>
          <a:bodyPr>
            <a:noAutofit/>
          </a:bodyPr>
          <a:lstStyle/>
          <a:p>
            <a:r>
              <a:rPr lang="en-US" sz="2400" dirty="0"/>
              <a:t>Early computers were very expensive</a:t>
            </a:r>
          </a:p>
          <a:p>
            <a:pPr lvl="2"/>
            <a:r>
              <a:rPr lang="en-US" sz="2000" dirty="0"/>
              <a:t>important to maximize processor utilization</a:t>
            </a:r>
          </a:p>
          <a:p>
            <a:r>
              <a:rPr lang="en-US" sz="2400" dirty="0"/>
              <a:t>Monitor (&lt;&lt;OS, not true OS)</a:t>
            </a:r>
          </a:p>
          <a:p>
            <a:pPr lvl="2"/>
            <a:r>
              <a:rPr lang="en-US" sz="2000" dirty="0"/>
              <a:t>user no longer has direct access to processor</a:t>
            </a:r>
          </a:p>
          <a:p>
            <a:pPr lvl="2"/>
            <a:r>
              <a:rPr lang="en-US" sz="2000" dirty="0"/>
              <a:t>job is submitted to computer operator who batches them together and places them on an input device</a:t>
            </a:r>
          </a:p>
          <a:p>
            <a:pPr lvl="2"/>
            <a:r>
              <a:rPr lang="en-US" sz="2000" dirty="0"/>
              <a:t>program branches back to the monitor when finished</a:t>
            </a:r>
          </a:p>
          <a:p>
            <a:pPr lvl="2"/>
            <a:r>
              <a:rPr lang="en-US" sz="2000" dirty="0"/>
              <a:t>Users can go and come back to pick up results.</a:t>
            </a:r>
          </a:p>
        </p:txBody>
      </p:sp>
      <p:sp>
        <p:nvSpPr>
          <p:cNvPr id="4" name="Slide Number Placeholder 3">
            <a:extLst>
              <a:ext uri="{FF2B5EF4-FFF2-40B4-BE49-F238E27FC236}">
                <a16:creationId xmlns:a16="http://schemas.microsoft.com/office/drawing/2014/main" id="{D1260FB8-8476-41E1-84DA-6D3CB090C922}"/>
              </a:ext>
            </a:extLst>
          </p:cNvPr>
          <p:cNvSpPr>
            <a:spLocks noGrp="1"/>
          </p:cNvSpPr>
          <p:nvPr>
            <p:ph type="sldNum" sz="quarter" idx="12"/>
          </p:nvPr>
        </p:nvSpPr>
        <p:spPr/>
        <p:txBody>
          <a:bodyPr/>
          <a:lstStyle/>
          <a:p>
            <a:pPr>
              <a:defRPr/>
            </a:pPr>
            <a:fld id="{97012834-41A2-49E3-8762-B14EE3F5CFB1}" type="slidenum">
              <a:rPr lang="en-US" smtClean="0"/>
              <a:pPr>
                <a:defRPr/>
              </a:pPr>
              <a:t>14</a:t>
            </a:fld>
            <a:endParaRPr lang="en-US" dirty="0"/>
          </a:p>
        </p:txBody>
      </p:sp>
      <p:pic>
        <p:nvPicPr>
          <p:cNvPr id="5" name="Picture 4">
            <a:extLst>
              <a:ext uri="{FF2B5EF4-FFF2-40B4-BE49-F238E27FC236}">
                <a16:creationId xmlns:a16="http://schemas.microsoft.com/office/drawing/2014/main" id="{F3499008-90D0-974E-A8A9-4AC97679C6B6}"/>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b="10826"/>
          <a:stretch/>
        </p:blipFill>
        <p:spPr bwMode="auto">
          <a:xfrm>
            <a:off x="2819400" y="4724400"/>
            <a:ext cx="6400800" cy="1830684"/>
          </a:xfrm>
          <a:prstGeom prst="rect">
            <a:avLst/>
          </a:prstGeom>
          <a:noFill/>
          <a:ln>
            <a:noFill/>
          </a:ln>
          <a:extLst>
            <a:ext uri="{53640926-AAD7-44D8-BBD7-CCE9431645EC}">
              <a14:shadowObscured xmlns:a14="http://schemas.microsoft.com/office/drawing/2010/main"/>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NZ" b="1" dirty="0">
                <a:ln w="1905"/>
                <a:solidFill>
                  <a:schemeClr val="accent1">
                    <a:lumMod val="75000"/>
                  </a:schemeClr>
                </a:solidFill>
                <a:effectLst>
                  <a:innerShdw blurRad="69850" dist="43180" dir="5400000">
                    <a:srgbClr val="000000">
                      <a:alpha val="65000"/>
                    </a:srgbClr>
                  </a:innerShdw>
                </a:effectLst>
              </a:rPr>
              <a:t>Monitor Point of View</a:t>
            </a:r>
          </a:p>
        </p:txBody>
      </p:sp>
      <p:sp>
        <p:nvSpPr>
          <p:cNvPr id="3" name="Content Placeholder 2"/>
          <p:cNvSpPr>
            <a:spLocks noGrp="1"/>
          </p:cNvSpPr>
          <p:nvPr>
            <p:ph idx="1"/>
          </p:nvPr>
        </p:nvSpPr>
        <p:spPr>
          <a:xfrm>
            <a:off x="609598" y="1676400"/>
            <a:ext cx="6629401" cy="2924907"/>
          </a:xfrm>
        </p:spPr>
        <p:txBody>
          <a:bodyPr>
            <a:normAutofit/>
          </a:bodyPr>
          <a:lstStyle/>
          <a:p>
            <a:r>
              <a:rPr lang="en-NZ" sz="2400" dirty="0"/>
              <a:t>Monitor controls the sequence of events</a:t>
            </a:r>
          </a:p>
          <a:p>
            <a:r>
              <a:rPr lang="en-NZ" sz="2400" i="1" dirty="0"/>
              <a:t>Resident Monitor </a:t>
            </a:r>
            <a:r>
              <a:rPr lang="en-NZ" sz="2400" dirty="0"/>
              <a:t>is software always in memory</a:t>
            </a:r>
          </a:p>
          <a:p>
            <a:r>
              <a:rPr lang="en-NZ" sz="2400" dirty="0"/>
              <a:t>Monitor reads in job and gives control</a:t>
            </a:r>
          </a:p>
          <a:p>
            <a:r>
              <a:rPr lang="en-NZ" sz="2400" dirty="0"/>
              <a:t>Job returns control to monitor</a:t>
            </a:r>
          </a:p>
        </p:txBody>
      </p:sp>
      <p:sp>
        <p:nvSpPr>
          <p:cNvPr id="4" name="Slide Number Placeholder 3">
            <a:extLst>
              <a:ext uri="{FF2B5EF4-FFF2-40B4-BE49-F238E27FC236}">
                <a16:creationId xmlns:a16="http://schemas.microsoft.com/office/drawing/2014/main" id="{6A7179A6-9692-41A3-A37B-4FD8C9DE69B2}"/>
              </a:ext>
            </a:extLst>
          </p:cNvPr>
          <p:cNvSpPr>
            <a:spLocks noGrp="1"/>
          </p:cNvSpPr>
          <p:nvPr>
            <p:ph type="sldNum" sz="quarter" idx="12"/>
          </p:nvPr>
        </p:nvSpPr>
        <p:spPr/>
        <p:txBody>
          <a:bodyPr/>
          <a:lstStyle/>
          <a:p>
            <a:pPr>
              <a:defRPr/>
            </a:pPr>
            <a:fld id="{97012834-41A2-49E3-8762-B14EE3F5CFB1}" type="slidenum">
              <a:rPr lang="en-US" smtClean="0"/>
              <a:pPr>
                <a:defRPr/>
              </a:pPr>
              <a:t>15</a:t>
            </a:fld>
            <a:endParaRPr lang="en-US" dirty="0"/>
          </a:p>
        </p:txBody>
      </p:sp>
      <p:pic>
        <p:nvPicPr>
          <p:cNvPr id="5" name="Picture 4" descr="f3.pdf"/>
          <p:cNvPicPr>
            <a:picLocks noChangeAspect="1"/>
          </p:cNvPicPr>
          <p:nvPr/>
        </p:nvPicPr>
        <p:blipFill>
          <a:blip r:embed="rId3"/>
          <a:srcRect l="8235" t="15455" r="15294" b="12727"/>
          <a:stretch>
            <a:fillRect/>
          </a:stretch>
        </p:blipFill>
        <p:spPr>
          <a:xfrm>
            <a:off x="7086600" y="1156895"/>
            <a:ext cx="3738918" cy="454421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flash/>
      </p:transition>
    </mc:Choice>
    <mc:Fallback xmlns="" xmlns:mv="urn:schemas-microsoft-com:mac:vml">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n w="1905"/>
                <a:solidFill>
                  <a:schemeClr val="accent1">
                    <a:lumMod val="75000"/>
                  </a:schemeClr>
                </a:solidFill>
                <a:effectLst>
                  <a:innerShdw blurRad="69850" dist="43180" dir="5400000">
                    <a:srgbClr val="000000">
                      <a:alpha val="65000"/>
                    </a:srgbClr>
                  </a:innerShdw>
                </a:effectLst>
              </a:rPr>
              <a:t>Processor Point of View</a:t>
            </a:r>
            <a:endParaRPr lang="en-US" dirty="0">
              <a:solidFill>
                <a:schemeClr val="accent1">
                  <a:lumMod val="75000"/>
                </a:schemeClr>
              </a:solidFill>
            </a:endParaRPr>
          </a:p>
        </p:txBody>
      </p:sp>
      <p:sp>
        <p:nvSpPr>
          <p:cNvPr id="4" name="Content Placeholder 3"/>
          <p:cNvSpPr>
            <a:spLocks noGrp="1"/>
          </p:cNvSpPr>
          <p:nvPr>
            <p:ph idx="1"/>
          </p:nvPr>
        </p:nvSpPr>
        <p:spPr/>
        <p:txBody>
          <a:bodyPr>
            <a:noAutofit/>
          </a:bodyPr>
          <a:lstStyle/>
          <a:p>
            <a:r>
              <a:rPr lang="en-US" sz="2400" dirty="0"/>
              <a:t>Processor executes instruction from the memory containing the monitor</a:t>
            </a:r>
          </a:p>
          <a:p>
            <a:r>
              <a:rPr lang="en-US" sz="2400" dirty="0"/>
              <a:t>Executes the instructions in the user program until it encounters an ending or error condition</a:t>
            </a:r>
          </a:p>
          <a:p>
            <a:r>
              <a:rPr lang="en-US" sz="2400" dirty="0"/>
              <a:t>“</a:t>
            </a:r>
            <a:r>
              <a:rPr lang="en-US" sz="2400" i="1" dirty="0"/>
              <a:t>control is passed to a job” </a:t>
            </a:r>
            <a:r>
              <a:rPr lang="en-US" sz="2400" dirty="0"/>
              <a:t> means processor is fetching and executing instructions in a user program</a:t>
            </a:r>
          </a:p>
          <a:p>
            <a:r>
              <a:rPr lang="en-US" sz="2400" dirty="0"/>
              <a:t>“</a:t>
            </a:r>
            <a:r>
              <a:rPr lang="en-US" sz="2400" i="1" dirty="0"/>
              <a:t>control is returned to the monitor” </a:t>
            </a:r>
            <a:r>
              <a:rPr lang="en-US" sz="2400" dirty="0"/>
              <a:t>means that the processor is fetching and executing instructions from the monitor program</a:t>
            </a:r>
          </a:p>
        </p:txBody>
      </p:sp>
      <p:sp>
        <p:nvSpPr>
          <p:cNvPr id="6" name="Slide Number Placeholder 5">
            <a:extLst>
              <a:ext uri="{FF2B5EF4-FFF2-40B4-BE49-F238E27FC236}">
                <a16:creationId xmlns:a16="http://schemas.microsoft.com/office/drawing/2014/main" id="{5C160CC6-C824-495C-A774-8FA844AD5414}"/>
              </a:ext>
            </a:extLst>
          </p:cNvPr>
          <p:cNvSpPr>
            <a:spLocks noGrp="1"/>
          </p:cNvSpPr>
          <p:nvPr>
            <p:ph type="sldNum" sz="quarter" idx="12"/>
          </p:nvPr>
        </p:nvSpPr>
        <p:spPr/>
        <p:txBody>
          <a:bodyPr/>
          <a:lstStyle/>
          <a:p>
            <a:pPr>
              <a:defRPr/>
            </a:pPr>
            <a:fld id="{E4367C90-D8D8-4A11-9BC3-E7451ACC5EB2}" type="slidenum">
              <a:rPr lang="en-US" smtClean="0"/>
              <a:pPr>
                <a:defRPr/>
              </a:pPr>
              <a:t>16</a:t>
            </a:fld>
            <a:endParaRPr lang="en-US" dirty="0"/>
          </a:p>
        </p:txBody>
      </p:sp>
      <p:sp>
        <p:nvSpPr>
          <p:cNvPr id="3" name="TextBox 2">
            <a:extLst>
              <a:ext uri="{FF2B5EF4-FFF2-40B4-BE49-F238E27FC236}">
                <a16:creationId xmlns:a16="http://schemas.microsoft.com/office/drawing/2014/main" id="{D0D658CE-A9D1-4AD2-A3C0-5D518135AC4D}"/>
              </a:ext>
            </a:extLst>
          </p:cNvPr>
          <p:cNvSpPr txBox="1"/>
          <p:nvPr/>
        </p:nvSpPr>
        <p:spPr>
          <a:xfrm>
            <a:off x="3048000" y="3036020"/>
            <a:ext cx="1828800" cy="369332"/>
          </a:xfrm>
          <a:prstGeom prst="rect">
            <a:avLst/>
          </a:prstGeom>
          <a:noFill/>
        </p:spPr>
        <p:txBody>
          <a:bodyPr wrap="square" rtlCol="0">
            <a:spAutoFit/>
          </a:bodyPr>
          <a:lstStyle/>
          <a:p>
            <a:r>
              <a:rPr lang="en-US" b="1" dirty="0">
                <a:solidFill>
                  <a:schemeClr val="accent3"/>
                </a:solidFill>
              </a:rPr>
              <a:t>[User-space]</a:t>
            </a:r>
          </a:p>
        </p:txBody>
      </p:sp>
      <p:sp>
        <p:nvSpPr>
          <p:cNvPr id="5" name="TextBox 4">
            <a:extLst>
              <a:ext uri="{FF2B5EF4-FFF2-40B4-BE49-F238E27FC236}">
                <a16:creationId xmlns:a16="http://schemas.microsoft.com/office/drawing/2014/main" id="{FFDC6614-D96A-4A2E-B6E7-C82EA3E15A7E}"/>
              </a:ext>
            </a:extLst>
          </p:cNvPr>
          <p:cNvSpPr txBox="1"/>
          <p:nvPr/>
        </p:nvSpPr>
        <p:spPr>
          <a:xfrm>
            <a:off x="7239000" y="3962400"/>
            <a:ext cx="1828800" cy="369332"/>
          </a:xfrm>
          <a:prstGeom prst="rect">
            <a:avLst/>
          </a:prstGeom>
          <a:noFill/>
        </p:spPr>
        <p:txBody>
          <a:bodyPr wrap="square" rtlCol="0">
            <a:spAutoFit/>
          </a:bodyPr>
          <a:lstStyle/>
          <a:p>
            <a:r>
              <a:rPr lang="en-US" b="1" dirty="0">
                <a:solidFill>
                  <a:schemeClr val="accent3"/>
                </a:solidFill>
              </a:rPr>
              <a:t>[Kernel-space]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solidFill>
                  <a:schemeClr val="accent1">
                    <a:lumMod val="75000"/>
                  </a:schemeClr>
                </a:solidFill>
              </a:rPr>
              <a:t>Job Control Language (JCL)</a:t>
            </a:r>
          </a:p>
        </p:txBody>
      </p:sp>
      <p:sp>
        <p:nvSpPr>
          <p:cNvPr id="3" name="Slide Number Placeholder 2">
            <a:extLst>
              <a:ext uri="{FF2B5EF4-FFF2-40B4-BE49-F238E27FC236}">
                <a16:creationId xmlns:a16="http://schemas.microsoft.com/office/drawing/2014/main" id="{34FFC128-98DD-4523-8956-0ED3CE76D9E4}"/>
              </a:ext>
            </a:extLst>
          </p:cNvPr>
          <p:cNvSpPr>
            <a:spLocks noGrp="1"/>
          </p:cNvSpPr>
          <p:nvPr>
            <p:ph type="sldNum" sz="quarter" idx="12"/>
          </p:nvPr>
        </p:nvSpPr>
        <p:spPr/>
        <p:txBody>
          <a:bodyPr/>
          <a:lstStyle/>
          <a:p>
            <a:pPr>
              <a:defRPr/>
            </a:pPr>
            <a:fld id="{97012834-41A2-49E3-8762-B14EE3F5CFB1}" type="slidenum">
              <a:rPr lang="en-US" smtClean="0"/>
              <a:pPr>
                <a:defRPr/>
              </a:pPr>
              <a:t>17</a:t>
            </a:fld>
            <a:endParaRPr lang="en-US" dirty="0"/>
          </a:p>
        </p:txBody>
      </p:sp>
      <p:graphicFrame>
        <p:nvGraphicFramePr>
          <p:cNvPr id="6" name="Diagram 5"/>
          <p:cNvGraphicFramePr/>
          <p:nvPr>
            <p:extLst>
              <p:ext uri="{D42A27DB-BD31-4B8C-83A1-F6EECF244321}">
                <p14:modId xmlns:p14="http://schemas.microsoft.com/office/powerpoint/2010/main" val="116876196"/>
              </p:ext>
            </p:extLst>
          </p:nvPr>
        </p:nvGraphicFramePr>
        <p:xfrm>
          <a:off x="-609600" y="1295400"/>
          <a:ext cx="6343380" cy="398708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10" name="Picture 9">
            <a:extLst>
              <a:ext uri="{FF2B5EF4-FFF2-40B4-BE49-F238E27FC236}">
                <a16:creationId xmlns:a16="http://schemas.microsoft.com/office/drawing/2014/main" id="{4A8679E8-1756-41BD-9102-DD3FFABC4806}"/>
              </a:ext>
            </a:extLst>
          </p:cNvPr>
          <p:cNvPicPr>
            <a:picLocks noChangeAspect="1"/>
          </p:cNvPicPr>
          <p:nvPr/>
        </p:nvPicPr>
        <p:blipFill>
          <a:blip r:embed="rId8"/>
          <a:stretch>
            <a:fillRect/>
          </a:stretch>
        </p:blipFill>
        <p:spPr>
          <a:xfrm>
            <a:off x="6095997" y="1631442"/>
            <a:ext cx="4793364" cy="3987086"/>
          </a:xfrm>
          <a:prstGeom prst="rect">
            <a:avLst/>
          </a:prstGeom>
        </p:spPr>
      </p:pic>
      <p:pic>
        <p:nvPicPr>
          <p:cNvPr id="8" name="Picture 7">
            <a:extLst>
              <a:ext uri="{FF2B5EF4-FFF2-40B4-BE49-F238E27FC236}">
                <a16:creationId xmlns:a16="http://schemas.microsoft.com/office/drawing/2014/main" id="{83116648-6BD6-4C42-BB09-EAD34DF98447}"/>
              </a:ext>
            </a:extLst>
          </p:cNvPr>
          <p:cNvPicPr>
            <a:picLocks noChangeAspect="1"/>
          </p:cNvPicPr>
          <p:nvPr/>
        </p:nvPicPr>
        <p:blipFill>
          <a:blip r:embed="rId9"/>
          <a:stretch>
            <a:fillRect/>
          </a:stretch>
        </p:blipFill>
        <p:spPr>
          <a:xfrm>
            <a:off x="9829800" y="4376781"/>
            <a:ext cx="975360" cy="849777"/>
          </a:xfrm>
          <a:prstGeom prst="rect">
            <a:avLst/>
          </a:prstGeom>
        </p:spPr>
      </p:pic>
      <p:sp>
        <p:nvSpPr>
          <p:cNvPr id="4" name="TextBox 3">
            <a:extLst>
              <a:ext uri="{FF2B5EF4-FFF2-40B4-BE49-F238E27FC236}">
                <a16:creationId xmlns:a16="http://schemas.microsoft.com/office/drawing/2014/main" id="{82A3FEE8-E535-AB68-825E-2ED6046631A9}"/>
              </a:ext>
            </a:extLst>
          </p:cNvPr>
          <p:cNvSpPr txBox="1"/>
          <p:nvPr/>
        </p:nvSpPr>
        <p:spPr>
          <a:xfrm>
            <a:off x="1752600" y="5791200"/>
            <a:ext cx="2805063" cy="369332"/>
          </a:xfrm>
          <a:prstGeom prst="rect">
            <a:avLst/>
          </a:prstGeom>
          <a:noFill/>
        </p:spPr>
        <p:txBody>
          <a:bodyPr wrap="none" rtlCol="0">
            <a:spAutoFit/>
          </a:bodyPr>
          <a:lstStyle/>
          <a:p>
            <a:r>
              <a:rPr lang="en-US" dirty="0"/>
              <a:t>JCL is part of the monitor.</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par>
                                <p:cTn id="8" presetID="10" presetClass="entr" presetSubtype="0"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b="1" dirty="0">
                <a:ln w="1905"/>
                <a:solidFill>
                  <a:schemeClr val="accent1">
                    <a:lumMod val="75000"/>
                  </a:schemeClr>
                </a:solidFill>
                <a:effectLst>
                  <a:innerShdw blurRad="69850" dist="43180" dir="5400000">
                    <a:srgbClr val="000000">
                      <a:alpha val="65000"/>
                    </a:srgbClr>
                  </a:innerShdw>
                </a:effectLst>
              </a:rPr>
              <a:t>Desirable Hardware Features</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45707770"/>
              </p:ext>
            </p:extLst>
          </p:nvPr>
        </p:nvGraphicFramePr>
        <p:xfrm>
          <a:off x="3030743" y="1418162"/>
          <a:ext cx="8229600" cy="53625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Slide Number Placeholder 2">
            <a:extLst>
              <a:ext uri="{FF2B5EF4-FFF2-40B4-BE49-F238E27FC236}">
                <a16:creationId xmlns:a16="http://schemas.microsoft.com/office/drawing/2014/main" id="{37A7FCCF-E7B5-44A5-90DB-D5BFFAC436B6}"/>
              </a:ext>
            </a:extLst>
          </p:cNvPr>
          <p:cNvSpPr>
            <a:spLocks noGrp="1"/>
          </p:cNvSpPr>
          <p:nvPr>
            <p:ph type="sldNum" sz="quarter" idx="12"/>
          </p:nvPr>
        </p:nvSpPr>
        <p:spPr/>
        <p:txBody>
          <a:bodyPr/>
          <a:lstStyle/>
          <a:p>
            <a:pPr>
              <a:defRPr/>
            </a:pPr>
            <a:fld id="{97012834-41A2-49E3-8762-B14EE3F5CFB1}" type="slidenum">
              <a:rPr lang="en-US" smtClean="0"/>
              <a:pPr>
                <a:defRPr/>
              </a:pPr>
              <a:t>18</a:t>
            </a:fld>
            <a:endParaRPr lang="en-US" dirty="0"/>
          </a:p>
        </p:txBody>
      </p:sp>
      <p:pic>
        <p:nvPicPr>
          <p:cNvPr id="6" name="Picture 5"/>
          <p:cNvPicPr>
            <a:picLocks noChangeAspect="1"/>
          </p:cNvPicPr>
          <p:nvPr/>
        </p:nvPicPr>
        <p:blipFill>
          <a:blip r:embed="rId8"/>
          <a:stretch>
            <a:fillRect/>
          </a:stretch>
        </p:blipFill>
        <p:spPr>
          <a:xfrm>
            <a:off x="931657" y="1591680"/>
            <a:ext cx="1601980" cy="1612660"/>
          </a:xfrm>
          <a:prstGeom prst="rect">
            <a:avLst/>
          </a:prstGeom>
        </p:spPr>
      </p:pic>
      <p:sp>
        <p:nvSpPr>
          <p:cNvPr id="5" name="TextBox 4">
            <a:extLst>
              <a:ext uri="{FF2B5EF4-FFF2-40B4-BE49-F238E27FC236}">
                <a16:creationId xmlns:a16="http://schemas.microsoft.com/office/drawing/2014/main" id="{53B81511-267E-E693-669F-865249A7A3A6}"/>
              </a:ext>
            </a:extLst>
          </p:cNvPr>
          <p:cNvSpPr txBox="1"/>
          <p:nvPr/>
        </p:nvSpPr>
        <p:spPr>
          <a:xfrm>
            <a:off x="609599" y="1066800"/>
            <a:ext cx="2879314" cy="461665"/>
          </a:xfrm>
          <a:prstGeom prst="rect">
            <a:avLst/>
          </a:prstGeom>
          <a:noFill/>
        </p:spPr>
        <p:txBody>
          <a:bodyPr wrap="none" rtlCol="0">
            <a:spAutoFit/>
          </a:bodyPr>
          <a:lstStyle/>
          <a:p>
            <a:r>
              <a:rPr lang="en-US" sz="2400" kern="1200" baseline="0" dirty="0">
                <a:solidFill>
                  <a:srgbClr val="FF0000"/>
                </a:solidFill>
                <a:latin typeface="+mn-lt"/>
                <a:ea typeface="+mn-ea"/>
                <a:cs typeface="+mn-cs"/>
              </a:rPr>
              <a:t>Monitor = Batch OS</a:t>
            </a:r>
            <a:endParaRPr lang="en-US" sz="2400" dirty="0">
              <a:solidFill>
                <a:srgbClr val="FF0000"/>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solidFill>
                  <a:schemeClr val="accent1">
                    <a:lumMod val="75000"/>
                  </a:schemeClr>
                </a:solidFill>
              </a:rPr>
              <a:t>Modes of Operation</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862320939"/>
              </p:ext>
            </p:extLst>
          </p:nvPr>
        </p:nvGraphicFramePr>
        <p:xfrm>
          <a:off x="1981200" y="1038226"/>
          <a:ext cx="8229600" cy="53625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Slide Number Placeholder 2">
            <a:extLst>
              <a:ext uri="{FF2B5EF4-FFF2-40B4-BE49-F238E27FC236}">
                <a16:creationId xmlns:a16="http://schemas.microsoft.com/office/drawing/2014/main" id="{A78B5121-8E7A-4CEA-BDBE-CE785824FA79}"/>
              </a:ext>
            </a:extLst>
          </p:cNvPr>
          <p:cNvSpPr>
            <a:spLocks noGrp="1"/>
          </p:cNvSpPr>
          <p:nvPr>
            <p:ph type="sldNum" sz="quarter" idx="12"/>
          </p:nvPr>
        </p:nvSpPr>
        <p:spPr/>
        <p:txBody>
          <a:bodyPr/>
          <a:lstStyle/>
          <a:p>
            <a:pPr>
              <a:defRPr/>
            </a:pPr>
            <a:fld id="{97012834-41A2-49E3-8762-B14EE3F5CFB1}" type="slidenum">
              <a:rPr lang="en-US" smtClean="0"/>
              <a:pPr>
                <a:defRPr/>
              </a:pPr>
              <a:t>19</a:t>
            </a:fld>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DE8B90-3D34-5311-D8B7-1C3120AD4A7A}"/>
              </a:ext>
            </a:extLst>
          </p:cNvPr>
          <p:cNvSpPr>
            <a:spLocks noGrp="1"/>
          </p:cNvSpPr>
          <p:nvPr>
            <p:ph type="title"/>
          </p:nvPr>
        </p:nvSpPr>
        <p:spPr>
          <a:xfrm>
            <a:off x="2362200" y="228600"/>
            <a:ext cx="7752160" cy="491218"/>
          </a:xfrm>
        </p:spPr>
        <p:txBody>
          <a:bodyPr/>
          <a:lstStyle/>
          <a:p>
            <a:pPr>
              <a:defRPr/>
            </a:pPr>
            <a:r>
              <a:rPr lang="en-US" dirty="0">
                <a:effectLst/>
              </a:rPr>
              <a:t>Crossing Protection Boundaries </a:t>
            </a:r>
            <a:endParaRPr lang="en-US" dirty="0"/>
          </a:p>
        </p:txBody>
      </p:sp>
      <p:sp>
        <p:nvSpPr>
          <p:cNvPr id="31746" name="Content Placeholder 2">
            <a:extLst>
              <a:ext uri="{FF2B5EF4-FFF2-40B4-BE49-F238E27FC236}">
                <a16:creationId xmlns:a16="http://schemas.microsoft.com/office/drawing/2014/main" id="{03495C6B-FBA6-E54B-5E42-BF3114202528}"/>
              </a:ext>
            </a:extLst>
          </p:cNvPr>
          <p:cNvSpPr>
            <a:spLocks noGrp="1" noChangeArrowheads="1"/>
          </p:cNvSpPr>
          <p:nvPr>
            <p:ph idx="1"/>
          </p:nvPr>
        </p:nvSpPr>
        <p:spPr>
          <a:xfrm>
            <a:off x="1575027" y="1060273"/>
            <a:ext cx="9041946" cy="4142100"/>
          </a:xfrm>
        </p:spPr>
        <p:txBody>
          <a:bodyPr>
            <a:normAutofit/>
          </a:bodyPr>
          <a:lstStyle/>
          <a:p>
            <a:r>
              <a:rPr lang="en-US" altLang="en-US" b="1" dirty="0"/>
              <a:t>System call: </a:t>
            </a:r>
            <a:r>
              <a:rPr lang="en-US" altLang="en-US" sz="1800" dirty="0"/>
              <a:t>OS procedure that executes privileged instructions (e.g., I/O) ; </a:t>
            </a:r>
            <a:endParaRPr lang="en-US" altLang="en-US" sz="1800" b="1" dirty="0"/>
          </a:p>
          <a:p>
            <a:pPr lvl="1"/>
            <a:r>
              <a:rPr lang="en-US" altLang="en-US" sz="1600" dirty="0"/>
              <a:t>Causes a trap, which vectors (jumps) to the trap handler in the OS kernel. </a:t>
            </a:r>
          </a:p>
          <a:p>
            <a:pPr lvl="1"/>
            <a:r>
              <a:rPr lang="en-US" altLang="en-US" sz="1600" dirty="0"/>
              <a:t>The trap handler uses the parameter to the system call to jump to the appropriate handler (I/O, Terminal, etc.). </a:t>
            </a:r>
          </a:p>
          <a:p>
            <a:pPr lvl="1"/>
            <a:r>
              <a:rPr lang="en-US" altLang="en-US" sz="1600" dirty="0"/>
              <a:t>The handler saves caller's state (PC, mode bit) so it can restore control to the user process. </a:t>
            </a:r>
          </a:p>
          <a:p>
            <a:pPr lvl="1"/>
            <a:r>
              <a:rPr lang="en-US" altLang="en-US" sz="1600" dirty="0"/>
              <a:t>The architecture must permit the OS to verify the caller's parameters. </a:t>
            </a:r>
          </a:p>
          <a:p>
            <a:pPr lvl="1"/>
            <a:r>
              <a:rPr lang="en-US" altLang="en-US" sz="1600" dirty="0"/>
              <a:t>The architecture must also provide a way to return to user mode when finished </a:t>
            </a:r>
          </a:p>
          <a:p>
            <a:endParaRPr lang="en-US" altLang="en-US" sz="1800" dirty="0"/>
          </a:p>
        </p:txBody>
      </p:sp>
      <p:pic>
        <p:nvPicPr>
          <p:cNvPr id="31747" name="Picture 3">
            <a:extLst>
              <a:ext uri="{FF2B5EF4-FFF2-40B4-BE49-F238E27FC236}">
                <a16:creationId xmlns:a16="http://schemas.microsoft.com/office/drawing/2014/main" id="{7C490C55-EAA8-5CB4-76FE-2A80C3019EB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5000" y="3562754"/>
            <a:ext cx="7848600" cy="24946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F3E31B-9F80-20A0-BC2F-05E39E1C1075}"/>
              </a:ext>
            </a:extLst>
          </p:cNvPr>
          <p:cNvSpPr>
            <a:spLocks noGrp="1"/>
          </p:cNvSpPr>
          <p:nvPr>
            <p:ph type="title"/>
          </p:nvPr>
        </p:nvSpPr>
        <p:spPr/>
        <p:txBody>
          <a:bodyPr/>
          <a:lstStyle/>
          <a:p>
            <a:r>
              <a:rPr lang="en-US" dirty="0"/>
              <a:t>Question time</a:t>
            </a:r>
          </a:p>
        </p:txBody>
      </p:sp>
      <p:pic>
        <p:nvPicPr>
          <p:cNvPr id="4" name="Content Placeholder 3">
            <a:extLst>
              <a:ext uri="{FF2B5EF4-FFF2-40B4-BE49-F238E27FC236}">
                <a16:creationId xmlns:a16="http://schemas.microsoft.com/office/drawing/2014/main" id="{D929461E-366E-2227-EA2B-30A0399922B9}"/>
              </a:ext>
            </a:extLst>
          </p:cNvPr>
          <p:cNvPicPr>
            <a:picLocks noGrp="1" noChangeAspect="1"/>
          </p:cNvPicPr>
          <p:nvPr>
            <p:ph idx="1"/>
          </p:nvPr>
        </p:nvPicPr>
        <p:blipFill>
          <a:blip r:embed="rId2"/>
          <a:stretch>
            <a:fillRect/>
          </a:stretch>
        </p:blipFill>
        <p:spPr>
          <a:xfrm>
            <a:off x="1981200" y="1175731"/>
            <a:ext cx="8229600" cy="5087565"/>
          </a:xfrm>
          <a:prstGeom prst="rect">
            <a:avLst/>
          </a:prstGeom>
        </p:spPr>
      </p:pic>
    </p:spTree>
    <p:extLst>
      <p:ext uri="{BB962C8B-B14F-4D97-AF65-F5344CB8AC3E}">
        <p14:creationId xmlns:p14="http://schemas.microsoft.com/office/powerpoint/2010/main" val="60277726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5458DA-2E8C-A7CD-55F0-5E93C16AA7FE}"/>
              </a:ext>
            </a:extLst>
          </p:cNvPr>
          <p:cNvSpPr>
            <a:spLocks noGrp="1"/>
          </p:cNvSpPr>
          <p:nvPr>
            <p:ph type="title"/>
          </p:nvPr>
        </p:nvSpPr>
        <p:spPr/>
        <p:txBody>
          <a:bodyPr/>
          <a:lstStyle/>
          <a:p>
            <a:r>
              <a:rPr lang="en-US" dirty="0"/>
              <a:t>Question time</a:t>
            </a:r>
          </a:p>
        </p:txBody>
      </p:sp>
      <p:pic>
        <p:nvPicPr>
          <p:cNvPr id="4" name="Content Placeholder 3">
            <a:extLst>
              <a:ext uri="{FF2B5EF4-FFF2-40B4-BE49-F238E27FC236}">
                <a16:creationId xmlns:a16="http://schemas.microsoft.com/office/drawing/2014/main" id="{10BC2F01-1F2B-CAB4-9B76-68580C430052}"/>
              </a:ext>
            </a:extLst>
          </p:cNvPr>
          <p:cNvPicPr>
            <a:picLocks noGrp="1" noChangeAspect="1"/>
          </p:cNvPicPr>
          <p:nvPr>
            <p:ph idx="1"/>
          </p:nvPr>
        </p:nvPicPr>
        <p:blipFill>
          <a:blip r:embed="rId2"/>
          <a:stretch>
            <a:fillRect/>
          </a:stretch>
        </p:blipFill>
        <p:spPr>
          <a:xfrm>
            <a:off x="1981200" y="1531450"/>
            <a:ext cx="8229600" cy="4376127"/>
          </a:xfrm>
          <a:prstGeom prst="rect">
            <a:avLst/>
          </a:prstGeom>
        </p:spPr>
      </p:pic>
    </p:spTree>
    <p:extLst>
      <p:ext uri="{BB962C8B-B14F-4D97-AF65-F5344CB8AC3E}">
        <p14:creationId xmlns:p14="http://schemas.microsoft.com/office/powerpoint/2010/main" val="194832451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E4B55D-AF5B-C356-2033-399E97EEC539}"/>
              </a:ext>
            </a:extLst>
          </p:cNvPr>
          <p:cNvSpPr>
            <a:spLocks noGrp="1"/>
          </p:cNvSpPr>
          <p:nvPr>
            <p:ph type="title"/>
          </p:nvPr>
        </p:nvSpPr>
        <p:spPr/>
        <p:txBody>
          <a:bodyPr/>
          <a:lstStyle/>
          <a:p>
            <a:r>
              <a:rPr lang="en-US" dirty="0"/>
              <a:t>Kernel Mode Instructions</a:t>
            </a:r>
          </a:p>
        </p:txBody>
      </p:sp>
      <p:pic>
        <p:nvPicPr>
          <p:cNvPr id="4" name="Content Placeholder 3">
            <a:extLst>
              <a:ext uri="{FF2B5EF4-FFF2-40B4-BE49-F238E27FC236}">
                <a16:creationId xmlns:a16="http://schemas.microsoft.com/office/drawing/2014/main" id="{4DB98C7A-3270-BDEC-AD42-C35AE58F0B67}"/>
              </a:ext>
            </a:extLst>
          </p:cNvPr>
          <p:cNvPicPr>
            <a:picLocks noGrp="1" noChangeAspect="1"/>
          </p:cNvPicPr>
          <p:nvPr>
            <p:ph idx="1"/>
          </p:nvPr>
        </p:nvPicPr>
        <p:blipFill>
          <a:blip r:embed="rId3"/>
          <a:stretch>
            <a:fillRect/>
          </a:stretch>
        </p:blipFill>
        <p:spPr>
          <a:xfrm>
            <a:off x="3155947" y="1676400"/>
            <a:ext cx="5880100" cy="3352800"/>
          </a:xfrm>
          <a:prstGeom prst="rect">
            <a:avLst/>
          </a:prstGeom>
        </p:spPr>
      </p:pic>
    </p:spTree>
    <p:extLst>
      <p:ext uri="{BB962C8B-B14F-4D97-AF65-F5344CB8AC3E}">
        <p14:creationId xmlns:p14="http://schemas.microsoft.com/office/powerpoint/2010/main" val="393173330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752601" y="126709"/>
            <a:ext cx="8839199" cy="546071"/>
          </a:xfrm>
        </p:spPr>
        <p:txBody>
          <a:bodyPr/>
          <a:lstStyle/>
          <a:p>
            <a:pPr algn="l"/>
            <a:r>
              <a:rPr lang="en-US" b="1" dirty="0">
                <a:ln w="1905"/>
                <a:solidFill>
                  <a:schemeClr val="accent1"/>
                </a:solidFill>
                <a:effectLst>
                  <a:innerShdw blurRad="69850" dist="43180" dir="5400000">
                    <a:srgbClr val="000000">
                      <a:alpha val="65000"/>
                    </a:srgbClr>
                  </a:innerShdw>
                </a:effectLst>
              </a:rPr>
              <a:t>Simple Batch Systems Overhead</a:t>
            </a:r>
          </a:p>
        </p:txBody>
      </p:sp>
      <p:sp>
        <p:nvSpPr>
          <p:cNvPr id="4" name="Content Placeholder 3"/>
          <p:cNvSpPr>
            <a:spLocks noGrp="1"/>
          </p:cNvSpPr>
          <p:nvPr>
            <p:ph idx="1"/>
          </p:nvPr>
        </p:nvSpPr>
        <p:spPr/>
        <p:txBody>
          <a:bodyPr>
            <a:normAutofit/>
          </a:bodyPr>
          <a:lstStyle/>
          <a:p>
            <a:pPr marL="0" indent="0">
              <a:buNone/>
            </a:pPr>
            <a:r>
              <a:rPr lang="en-US" sz="2400" dirty="0"/>
              <a:t>Processor time alternates between execution of user programs and execution of the monitor</a:t>
            </a:r>
          </a:p>
          <a:p>
            <a:r>
              <a:rPr lang="en-US" sz="2400" dirty="0"/>
              <a:t>Sacrifices:</a:t>
            </a:r>
          </a:p>
          <a:p>
            <a:pPr lvl="2"/>
            <a:r>
              <a:rPr lang="en-US" sz="2200" dirty="0"/>
              <a:t>some main memory is now given over to the monitor</a:t>
            </a:r>
          </a:p>
          <a:p>
            <a:pPr lvl="2"/>
            <a:r>
              <a:rPr lang="en-US" sz="2200" dirty="0"/>
              <a:t>some processor time is consumed by the monitor</a:t>
            </a:r>
            <a:endParaRPr lang="en-US" dirty="0"/>
          </a:p>
          <a:p>
            <a:pPr marL="282575" lvl="1" indent="-282575">
              <a:spcBef>
                <a:spcPts val="1800"/>
              </a:spcBef>
            </a:pPr>
            <a:r>
              <a:rPr lang="en-US" sz="2400" dirty="0"/>
              <a:t>Despite overhead, the simple batch system improves utilization of the computer, when compared to serial processing.</a:t>
            </a:r>
          </a:p>
          <a:p>
            <a:pPr marL="847725" lvl="3">
              <a:spcBef>
                <a:spcPts val="1800"/>
              </a:spcBef>
            </a:pPr>
            <a:r>
              <a:rPr lang="en-US" sz="2400" dirty="0"/>
              <a:t>STILL: </a:t>
            </a:r>
            <a:r>
              <a:rPr lang="en-US" sz="2400" b="1" dirty="0">
                <a:solidFill>
                  <a:schemeClr val="accent1">
                    <a:lumMod val="60000"/>
                    <a:lumOff val="40000"/>
                  </a:schemeClr>
                </a:solidFill>
              </a:rPr>
              <a:t>HIGHLY INEFFICIENT </a:t>
            </a:r>
          </a:p>
          <a:p>
            <a:endParaRPr lang="en-US" sz="2400" dirty="0"/>
          </a:p>
        </p:txBody>
      </p:sp>
      <p:sp>
        <p:nvSpPr>
          <p:cNvPr id="2" name="Slide Number Placeholder 1">
            <a:extLst>
              <a:ext uri="{FF2B5EF4-FFF2-40B4-BE49-F238E27FC236}">
                <a16:creationId xmlns:a16="http://schemas.microsoft.com/office/drawing/2014/main" id="{0F4BD2E2-8056-48CE-B5F7-7D3F0A7BF698}"/>
              </a:ext>
            </a:extLst>
          </p:cNvPr>
          <p:cNvSpPr>
            <a:spLocks noGrp="1"/>
          </p:cNvSpPr>
          <p:nvPr>
            <p:ph type="sldNum" sz="quarter" idx="12"/>
          </p:nvPr>
        </p:nvSpPr>
        <p:spPr/>
        <p:txBody>
          <a:bodyPr/>
          <a:lstStyle/>
          <a:p>
            <a:pPr>
              <a:defRPr/>
            </a:pPr>
            <a:fld id="{E4367C90-D8D8-4A11-9BC3-E7451ACC5EB2}" type="slidenum">
              <a:rPr lang="en-US" smtClean="0"/>
              <a:pPr>
                <a:defRPr/>
              </a:pPr>
              <a:t>24</a:t>
            </a:fld>
            <a:endParaRPr lang="en-US" dirty="0"/>
          </a:p>
        </p:txBody>
      </p:sp>
      <p:pic>
        <p:nvPicPr>
          <p:cNvPr id="6" name="Picture 5"/>
          <p:cNvPicPr>
            <a:picLocks noChangeAspect="1"/>
          </p:cNvPicPr>
          <p:nvPr/>
        </p:nvPicPr>
        <p:blipFill>
          <a:blip r:embed="rId3"/>
          <a:stretch>
            <a:fillRect/>
          </a:stretch>
        </p:blipFill>
        <p:spPr>
          <a:xfrm>
            <a:off x="9067800" y="5029200"/>
            <a:ext cx="1066800" cy="1411458"/>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0" y="126709"/>
            <a:ext cx="9144000" cy="546071"/>
          </a:xfrm>
        </p:spPr>
        <p:txBody>
          <a:bodyPr/>
          <a:lstStyle/>
          <a:p>
            <a:pPr algn="ctr"/>
            <a:r>
              <a:rPr lang="en-NZ" b="1" dirty="0">
                <a:ln w="1905"/>
                <a:solidFill>
                  <a:schemeClr val="accent1"/>
                </a:solidFill>
                <a:effectLst>
                  <a:innerShdw blurRad="69850" dist="43180" dir="5400000">
                    <a:srgbClr val="000000">
                      <a:alpha val="65000"/>
                    </a:srgbClr>
                  </a:innerShdw>
                </a:effectLst>
              </a:rPr>
              <a:t>Single Batch Systems Underutilization</a:t>
            </a:r>
          </a:p>
        </p:txBody>
      </p:sp>
      <p:sp>
        <p:nvSpPr>
          <p:cNvPr id="3" name="Content Placeholder 2"/>
          <p:cNvSpPr>
            <a:spLocks noGrp="1"/>
          </p:cNvSpPr>
          <p:nvPr>
            <p:ph idx="1"/>
          </p:nvPr>
        </p:nvSpPr>
        <p:spPr/>
        <p:txBody>
          <a:bodyPr>
            <a:normAutofit/>
          </a:bodyPr>
          <a:lstStyle/>
          <a:p>
            <a:r>
              <a:rPr lang="en-NZ" sz="2800" dirty="0"/>
              <a:t>Processor is often idle </a:t>
            </a:r>
          </a:p>
          <a:p>
            <a:pPr lvl="2"/>
            <a:r>
              <a:rPr lang="en-NZ" sz="2200" dirty="0"/>
              <a:t>even with automatic job sequencing</a:t>
            </a:r>
          </a:p>
          <a:p>
            <a:pPr lvl="2"/>
            <a:r>
              <a:rPr lang="en-NZ" sz="2200" dirty="0"/>
              <a:t>I/O devices are slow compared to processor</a:t>
            </a:r>
          </a:p>
          <a:p>
            <a:endParaRPr lang="en-NZ" dirty="0"/>
          </a:p>
        </p:txBody>
      </p:sp>
      <p:sp>
        <p:nvSpPr>
          <p:cNvPr id="5" name="Slide Number Placeholder 4">
            <a:extLst>
              <a:ext uri="{FF2B5EF4-FFF2-40B4-BE49-F238E27FC236}">
                <a16:creationId xmlns:a16="http://schemas.microsoft.com/office/drawing/2014/main" id="{B311C3F1-FD99-45DF-A326-ED57C8A55BD0}"/>
              </a:ext>
            </a:extLst>
          </p:cNvPr>
          <p:cNvSpPr>
            <a:spLocks noGrp="1"/>
          </p:cNvSpPr>
          <p:nvPr>
            <p:ph type="sldNum" sz="quarter" idx="12"/>
          </p:nvPr>
        </p:nvSpPr>
        <p:spPr/>
        <p:txBody>
          <a:bodyPr/>
          <a:lstStyle/>
          <a:p>
            <a:pPr>
              <a:defRPr/>
            </a:pPr>
            <a:fld id="{97012834-41A2-49E3-8762-B14EE3F5CFB1}" type="slidenum">
              <a:rPr lang="en-US" smtClean="0"/>
              <a:pPr>
                <a:defRPr/>
              </a:pPr>
              <a:t>25</a:t>
            </a:fld>
            <a:endParaRPr lang="en-US" dirty="0"/>
          </a:p>
        </p:txBody>
      </p:sp>
      <p:pic>
        <p:nvPicPr>
          <p:cNvPr id="4" name="Content Placeholder 3" descr="Fig02_04.gif"/>
          <p:cNvPicPr>
            <a:picLocks noChangeAspect="1"/>
          </p:cNvPicPr>
          <p:nvPr/>
        </p:nvPicPr>
        <p:blipFill>
          <a:blip r:embed="rId3" cstate="print"/>
          <a:stretch>
            <a:fillRect/>
          </a:stretch>
        </p:blipFill>
        <p:spPr bwMode="auto">
          <a:xfrm>
            <a:off x="3124200" y="2407115"/>
            <a:ext cx="5257800" cy="3294043"/>
          </a:xfrm>
          <a:prstGeom prst="rect">
            <a:avLst/>
          </a:prstGeom>
          <a:noFill/>
          <a:ln w="9525">
            <a:noFill/>
            <a:miter lim="800000"/>
            <a:headEnd/>
            <a:tailEnd/>
          </a:ln>
        </p:spPr>
      </p:pic>
      <p:cxnSp>
        <p:nvCxnSpPr>
          <p:cNvPr id="7" name="Straight Arrow Connector 6">
            <a:extLst>
              <a:ext uri="{FF2B5EF4-FFF2-40B4-BE49-F238E27FC236}">
                <a16:creationId xmlns:a16="http://schemas.microsoft.com/office/drawing/2014/main" id="{0A6D213D-EA03-AB11-3C2A-9EB5BD579A17}"/>
              </a:ext>
            </a:extLst>
          </p:cNvPr>
          <p:cNvCxnSpPr/>
          <p:nvPr/>
        </p:nvCxnSpPr>
        <p:spPr>
          <a:xfrm flipH="1" flipV="1">
            <a:off x="6831701" y="3112165"/>
            <a:ext cx="2819400" cy="45720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8" name="TextBox 7">
            <a:extLst>
              <a:ext uri="{FF2B5EF4-FFF2-40B4-BE49-F238E27FC236}">
                <a16:creationId xmlns:a16="http://schemas.microsoft.com/office/drawing/2014/main" id="{63DFD1F2-5485-379C-2B8D-FD1887E53CC0}"/>
              </a:ext>
            </a:extLst>
          </p:cNvPr>
          <p:cNvSpPr txBox="1"/>
          <p:nvPr/>
        </p:nvSpPr>
        <p:spPr>
          <a:xfrm>
            <a:off x="9651102" y="3436203"/>
            <a:ext cx="671979" cy="369332"/>
          </a:xfrm>
          <a:prstGeom prst="rect">
            <a:avLst/>
          </a:prstGeom>
          <a:noFill/>
        </p:spPr>
        <p:txBody>
          <a:bodyPr wrap="none" rtlCol="0">
            <a:spAutoFit/>
          </a:bodyPr>
          <a:lstStyle/>
          <a:p>
            <a:r>
              <a:rPr lang="en-US" dirty="0"/>
              <a:t>CPU</a:t>
            </a:r>
          </a:p>
        </p:txBody>
      </p:sp>
      <p:sp>
        <p:nvSpPr>
          <p:cNvPr id="9" name="TextBox 8">
            <a:extLst>
              <a:ext uri="{FF2B5EF4-FFF2-40B4-BE49-F238E27FC236}">
                <a16:creationId xmlns:a16="http://schemas.microsoft.com/office/drawing/2014/main" id="{F7A60CEB-E0E3-F7D0-E87B-42383FE7BA57}"/>
              </a:ext>
            </a:extLst>
          </p:cNvPr>
          <p:cNvSpPr txBox="1"/>
          <p:nvPr/>
        </p:nvSpPr>
        <p:spPr>
          <a:xfrm>
            <a:off x="1981200" y="5776332"/>
            <a:ext cx="8665222" cy="923330"/>
          </a:xfrm>
          <a:prstGeom prst="rect">
            <a:avLst/>
          </a:prstGeom>
          <a:noFill/>
        </p:spPr>
        <p:txBody>
          <a:bodyPr wrap="square" rtlCol="0">
            <a:spAutoFit/>
          </a:bodyPr>
          <a:lstStyle/>
          <a:p>
            <a:r>
              <a:rPr lang="en-US" dirty="0">
                <a:latin typeface="+mn-lt"/>
              </a:rPr>
              <a:t>The computer spends over 96% of its time waiting for I/O devices to finish transferring data to and from the file.</a:t>
            </a:r>
            <a:endParaRPr lang="en-NZ" dirty="0"/>
          </a:p>
          <a:p>
            <a:endParaRPr lang="en-US" dirty="0"/>
          </a:p>
        </p:txBody>
      </p:sp>
    </p:spTree>
  </p:cSld>
  <p:clrMapOvr>
    <a:masterClrMapping/>
  </p:clrMapOvr>
  <mc:AlternateContent xmlns:mc="http://schemas.openxmlformats.org/markup-compatibility/2006" xmlns:p14="http://schemas.microsoft.com/office/powerpoint/2010/main">
    <mc:Choice Requires="p14">
      <p:transition spd="slow" p14:dur="800">
        <p:circle/>
      </p:transition>
    </mc:Choice>
    <mc:Fallback xmlns="" xmlns:mv="urn:schemas-microsoft-com:mac:vml">
      <p:transition spd="slow">
        <p:circl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ln w="1905"/>
                <a:solidFill>
                  <a:schemeClr val="accent1"/>
                </a:solidFill>
                <a:effectLst>
                  <a:innerShdw blurRad="69850" dist="43180" dir="5400000">
                    <a:srgbClr val="000000">
                      <a:alpha val="65000"/>
                    </a:srgbClr>
                  </a:innerShdw>
                </a:effectLst>
              </a:rPr>
              <a:t>Uniprogramming</a:t>
            </a:r>
          </a:p>
        </p:txBody>
      </p:sp>
      <p:sp>
        <p:nvSpPr>
          <p:cNvPr id="3" name="Content Placeholder 2"/>
          <p:cNvSpPr>
            <a:spLocks noGrp="1"/>
          </p:cNvSpPr>
          <p:nvPr>
            <p:ph idx="1"/>
          </p:nvPr>
        </p:nvSpPr>
        <p:spPr/>
        <p:txBody>
          <a:bodyPr>
            <a:normAutofit/>
          </a:bodyPr>
          <a:lstStyle/>
          <a:p>
            <a:r>
              <a:rPr lang="en-US" sz="2400" dirty="0"/>
              <a:t>The processor spends a certain amount of time executing, until it reaches an I/O instruction; it must then wait until that I/O instruction concludes before proceeding</a:t>
            </a:r>
          </a:p>
        </p:txBody>
      </p:sp>
      <p:sp>
        <p:nvSpPr>
          <p:cNvPr id="4" name="Slide Number Placeholder 3">
            <a:extLst>
              <a:ext uri="{FF2B5EF4-FFF2-40B4-BE49-F238E27FC236}">
                <a16:creationId xmlns:a16="http://schemas.microsoft.com/office/drawing/2014/main" id="{FEA60E40-4C6D-4A6F-9708-2232F1A37EEE}"/>
              </a:ext>
            </a:extLst>
          </p:cNvPr>
          <p:cNvSpPr>
            <a:spLocks noGrp="1"/>
          </p:cNvSpPr>
          <p:nvPr>
            <p:ph type="sldNum" sz="quarter" idx="12"/>
          </p:nvPr>
        </p:nvSpPr>
        <p:spPr/>
        <p:txBody>
          <a:bodyPr/>
          <a:lstStyle/>
          <a:p>
            <a:pPr>
              <a:defRPr/>
            </a:pPr>
            <a:fld id="{97012834-41A2-49E3-8762-B14EE3F5CFB1}" type="slidenum">
              <a:rPr lang="en-US" smtClean="0"/>
              <a:pPr>
                <a:defRPr/>
              </a:pPr>
              <a:t>26</a:t>
            </a:fld>
            <a:endParaRPr lang="en-US" dirty="0"/>
          </a:p>
        </p:txBody>
      </p:sp>
      <p:pic>
        <p:nvPicPr>
          <p:cNvPr id="5" name="Picture 4" descr="f5.pdf"/>
          <p:cNvPicPr>
            <a:picLocks noChangeAspect="1"/>
          </p:cNvPicPr>
          <p:nvPr/>
        </p:nvPicPr>
        <p:blipFill>
          <a:blip r:embed="rId3"/>
          <a:srcRect l="7059" t="6364" r="8235" b="80909"/>
          <a:stretch>
            <a:fillRect/>
          </a:stretch>
        </p:blipFill>
        <p:spPr>
          <a:xfrm>
            <a:off x="1905000" y="2438400"/>
            <a:ext cx="8621472" cy="16764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solidFill>
                  <a:schemeClr val="accent1">
                    <a:lumMod val="75000"/>
                  </a:schemeClr>
                </a:solidFill>
              </a:rPr>
              <a:t>Evolution of Operating Systems</a:t>
            </a:r>
            <a:endParaRPr lang="en-NZ" b="1" dirty="0">
              <a:solidFill>
                <a:schemeClr val="accent1">
                  <a:lumMod val="75000"/>
                </a:schemeClr>
              </a:solidFill>
            </a:endParaRPr>
          </a:p>
        </p:txBody>
      </p:sp>
      <p:sp>
        <p:nvSpPr>
          <p:cNvPr id="4" name="Slide Number Placeholder 3">
            <a:extLst>
              <a:ext uri="{FF2B5EF4-FFF2-40B4-BE49-F238E27FC236}">
                <a16:creationId xmlns:a16="http://schemas.microsoft.com/office/drawing/2014/main" id="{8F6AEFC1-1C49-425D-B3A0-8F4B35DE0C6F}"/>
              </a:ext>
            </a:extLst>
          </p:cNvPr>
          <p:cNvSpPr>
            <a:spLocks noGrp="1"/>
          </p:cNvSpPr>
          <p:nvPr>
            <p:ph type="sldNum" sz="quarter" idx="12"/>
          </p:nvPr>
        </p:nvSpPr>
        <p:spPr/>
        <p:txBody>
          <a:bodyPr/>
          <a:lstStyle/>
          <a:p>
            <a:pPr>
              <a:defRPr/>
            </a:pPr>
            <a:fld id="{97012834-41A2-49E3-8762-B14EE3F5CFB1}" type="slidenum">
              <a:rPr lang="en-US" smtClean="0"/>
              <a:pPr>
                <a:defRPr/>
              </a:pPr>
              <a:t>27</a:t>
            </a:fld>
            <a:endParaRPr lang="en-US" dirty="0"/>
          </a:p>
        </p:txBody>
      </p:sp>
      <p:graphicFrame>
        <p:nvGraphicFramePr>
          <p:cNvPr id="5" name="Diagram 4"/>
          <p:cNvGraphicFramePr/>
          <p:nvPr>
            <p:extLst>
              <p:ext uri="{D42A27DB-BD31-4B8C-83A1-F6EECF244321}">
                <p14:modId xmlns:p14="http://schemas.microsoft.com/office/powerpoint/2010/main" val="43716890"/>
              </p:ext>
            </p:extLst>
          </p:nvPr>
        </p:nvGraphicFramePr>
        <p:xfrm>
          <a:off x="2438400" y="2133600"/>
          <a:ext cx="7315200" cy="43688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TextBox 5">
            <a:extLst>
              <a:ext uri="{FF2B5EF4-FFF2-40B4-BE49-F238E27FC236}">
                <a16:creationId xmlns:a16="http://schemas.microsoft.com/office/drawing/2014/main" id="{9F237410-6B3B-4C4A-BD87-E21775D01264}"/>
              </a:ext>
            </a:extLst>
          </p:cNvPr>
          <p:cNvSpPr txBox="1"/>
          <p:nvPr/>
        </p:nvSpPr>
        <p:spPr>
          <a:xfrm>
            <a:off x="4419600" y="5562601"/>
            <a:ext cx="1905000" cy="307777"/>
          </a:xfrm>
          <a:prstGeom prst="rect">
            <a:avLst/>
          </a:prstGeom>
          <a:noFill/>
        </p:spPr>
        <p:txBody>
          <a:bodyPr wrap="square" rtlCol="0">
            <a:spAutoFit/>
          </a:bodyPr>
          <a:lstStyle/>
          <a:p>
            <a:r>
              <a:rPr lang="en-US" sz="1400" b="1" dirty="0">
                <a:solidFill>
                  <a:schemeClr val="accent1">
                    <a:lumMod val="60000"/>
                    <a:lumOff val="40000"/>
                  </a:schemeClr>
                </a:solidFill>
              </a:rPr>
              <a:t>Uni-programming</a:t>
            </a:r>
          </a:p>
        </p:txBody>
      </p:sp>
      <p:sp>
        <p:nvSpPr>
          <p:cNvPr id="7" name="TextBox 6">
            <a:extLst>
              <a:ext uri="{FF2B5EF4-FFF2-40B4-BE49-F238E27FC236}">
                <a16:creationId xmlns:a16="http://schemas.microsoft.com/office/drawing/2014/main" id="{D40AD5A4-A854-4777-B137-0E376B66947E}"/>
              </a:ext>
            </a:extLst>
          </p:cNvPr>
          <p:cNvSpPr txBox="1"/>
          <p:nvPr/>
        </p:nvSpPr>
        <p:spPr>
          <a:xfrm>
            <a:off x="6048908" y="4780905"/>
            <a:ext cx="1905000" cy="307777"/>
          </a:xfrm>
          <a:prstGeom prst="rect">
            <a:avLst/>
          </a:prstGeom>
          <a:noFill/>
        </p:spPr>
        <p:txBody>
          <a:bodyPr wrap="square" rtlCol="0">
            <a:spAutoFit/>
          </a:bodyPr>
          <a:lstStyle/>
          <a:p>
            <a:r>
              <a:rPr lang="en-US" sz="1400" b="1" dirty="0">
                <a:solidFill>
                  <a:schemeClr val="accent3"/>
                </a:solidFill>
              </a:rPr>
              <a:t>Multi-programming</a:t>
            </a:r>
          </a:p>
        </p:txBody>
      </p:sp>
    </p:spTree>
    <p:extLst>
      <p:ext uri="{BB962C8B-B14F-4D97-AF65-F5344CB8AC3E}">
        <p14:creationId xmlns:p14="http://schemas.microsoft.com/office/powerpoint/2010/main" val="340562652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ln w="1905"/>
                <a:solidFill>
                  <a:schemeClr val="accent1">
                    <a:lumMod val="75000"/>
                  </a:schemeClr>
                </a:solidFill>
                <a:effectLst>
                  <a:innerShdw blurRad="69850" dist="43180" dir="5400000">
                    <a:srgbClr val="000000">
                      <a:alpha val="65000"/>
                    </a:srgbClr>
                  </a:innerShdw>
                </a:effectLst>
              </a:rPr>
              <a:t>Multiprogramming</a:t>
            </a:r>
            <a:endParaRPr lang="en-US" sz="2800" b="1" dirty="0">
              <a:ln w="1905"/>
              <a:solidFill>
                <a:schemeClr val="accent1">
                  <a:lumMod val="75000"/>
                </a:schemeClr>
              </a:solidFill>
              <a:effectLst>
                <a:innerShdw blurRad="69850" dist="43180" dir="5400000">
                  <a:srgbClr val="000000">
                    <a:alpha val="65000"/>
                  </a:srgbClr>
                </a:innerShdw>
              </a:effectLst>
            </a:endParaRPr>
          </a:p>
        </p:txBody>
      </p:sp>
      <p:sp>
        <p:nvSpPr>
          <p:cNvPr id="3" name="Content Placeholder 2"/>
          <p:cNvSpPr>
            <a:spLocks noGrp="1"/>
          </p:cNvSpPr>
          <p:nvPr>
            <p:ph idx="1"/>
          </p:nvPr>
        </p:nvSpPr>
        <p:spPr/>
        <p:txBody>
          <a:bodyPr>
            <a:noAutofit/>
          </a:bodyPr>
          <a:lstStyle/>
          <a:p>
            <a:pPr>
              <a:spcBef>
                <a:spcPts val="600"/>
              </a:spcBef>
            </a:pPr>
            <a:r>
              <a:rPr lang="en-US" sz="1600" dirty="0"/>
              <a:t>There are enough memory to hold the OS (resident monitor) and two user programs</a:t>
            </a:r>
          </a:p>
          <a:p>
            <a:pPr>
              <a:spcBef>
                <a:spcPts val="600"/>
              </a:spcBef>
            </a:pPr>
            <a:r>
              <a:rPr lang="en-US" sz="1600" dirty="0"/>
              <a:t>When one job needs to wait for I/O, the processor can switch to the other job, which is likely not waiting for I/O</a:t>
            </a:r>
          </a:p>
        </p:txBody>
      </p:sp>
      <p:sp>
        <p:nvSpPr>
          <p:cNvPr id="4" name="Slide Number Placeholder 3">
            <a:extLst>
              <a:ext uri="{FF2B5EF4-FFF2-40B4-BE49-F238E27FC236}">
                <a16:creationId xmlns:a16="http://schemas.microsoft.com/office/drawing/2014/main" id="{D99CAA7E-1C05-48A1-9F1A-FAB19EBF9A4E}"/>
              </a:ext>
            </a:extLst>
          </p:cNvPr>
          <p:cNvSpPr>
            <a:spLocks noGrp="1"/>
          </p:cNvSpPr>
          <p:nvPr>
            <p:ph type="sldNum" sz="quarter" idx="12"/>
          </p:nvPr>
        </p:nvSpPr>
        <p:spPr/>
        <p:txBody>
          <a:bodyPr/>
          <a:lstStyle/>
          <a:p>
            <a:pPr>
              <a:defRPr/>
            </a:pPr>
            <a:fld id="{97012834-41A2-49E3-8762-B14EE3F5CFB1}" type="slidenum">
              <a:rPr lang="en-US" smtClean="0"/>
              <a:pPr>
                <a:defRPr/>
              </a:pPr>
              <a:t>28</a:t>
            </a:fld>
            <a:endParaRPr lang="en-US" dirty="0"/>
          </a:p>
        </p:txBody>
      </p:sp>
      <p:pic>
        <p:nvPicPr>
          <p:cNvPr id="5" name="Picture 4" descr="f5.pdf"/>
          <p:cNvPicPr>
            <a:picLocks noChangeAspect="1"/>
          </p:cNvPicPr>
          <p:nvPr/>
        </p:nvPicPr>
        <p:blipFill>
          <a:blip r:embed="rId3"/>
          <a:srcRect l="4706" t="23636" r="7059" b="48182"/>
          <a:stretch>
            <a:fillRect/>
          </a:stretch>
        </p:blipFill>
        <p:spPr>
          <a:xfrm>
            <a:off x="2239165" y="2290093"/>
            <a:ext cx="7971632" cy="3294996"/>
          </a:xfrm>
          <a:prstGeom prst="rect">
            <a:avLst/>
          </a:prstGeom>
        </p:spPr>
      </p:pic>
      <p:sp>
        <p:nvSpPr>
          <p:cNvPr id="6" name="TextBox 5">
            <a:extLst>
              <a:ext uri="{FF2B5EF4-FFF2-40B4-BE49-F238E27FC236}">
                <a16:creationId xmlns:a16="http://schemas.microsoft.com/office/drawing/2014/main" id="{C3C741B7-B4E9-64DE-23E6-FB87BED4BDD1}"/>
              </a:ext>
            </a:extLst>
          </p:cNvPr>
          <p:cNvSpPr txBox="1"/>
          <p:nvPr/>
        </p:nvSpPr>
        <p:spPr>
          <a:xfrm>
            <a:off x="5410201" y="2453963"/>
            <a:ext cx="492443" cy="369332"/>
          </a:xfrm>
          <a:prstGeom prst="rect">
            <a:avLst/>
          </a:prstGeom>
          <a:noFill/>
        </p:spPr>
        <p:txBody>
          <a:bodyPr wrap="none" rtlCol="0">
            <a:spAutoFit/>
          </a:bodyPr>
          <a:lstStyle/>
          <a:p>
            <a:r>
              <a:rPr lang="en-US" dirty="0">
                <a:solidFill>
                  <a:srgbClr val="FF0000"/>
                </a:solidFill>
              </a:rPr>
              <a:t>I/O</a:t>
            </a:r>
          </a:p>
        </p:txBody>
      </p:sp>
      <p:sp>
        <p:nvSpPr>
          <p:cNvPr id="9" name="TextBox 8">
            <a:extLst>
              <a:ext uri="{FF2B5EF4-FFF2-40B4-BE49-F238E27FC236}">
                <a16:creationId xmlns:a16="http://schemas.microsoft.com/office/drawing/2014/main" id="{D3D36148-BE41-5033-3192-6371B7155495}"/>
              </a:ext>
            </a:extLst>
          </p:cNvPr>
          <p:cNvSpPr txBox="1"/>
          <p:nvPr/>
        </p:nvSpPr>
        <p:spPr>
          <a:xfrm>
            <a:off x="5656422" y="3244334"/>
            <a:ext cx="492443" cy="369332"/>
          </a:xfrm>
          <a:prstGeom prst="rect">
            <a:avLst/>
          </a:prstGeom>
          <a:noFill/>
        </p:spPr>
        <p:txBody>
          <a:bodyPr wrap="none" rtlCol="0">
            <a:spAutoFit/>
          </a:bodyPr>
          <a:lstStyle/>
          <a:p>
            <a:r>
              <a:rPr lang="en-US" dirty="0">
                <a:solidFill>
                  <a:srgbClr val="FF0000"/>
                </a:solidFill>
              </a:rPr>
              <a:t>I/O</a:t>
            </a:r>
          </a:p>
        </p:txBody>
      </p:sp>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xmlns:mv="urn:schemas-microsoft-com:mac:vml">
      <p:transition spd="slow">
        <p:split orient="vert"/>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E6D9F1-D5BF-EF25-B9AE-6ECF85B1DD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9967C1E-C749-F0B5-D326-3689E3E882E8}"/>
              </a:ext>
            </a:extLst>
          </p:cNvPr>
          <p:cNvSpPr>
            <a:spLocks noGrp="1"/>
          </p:cNvSpPr>
          <p:nvPr>
            <p:ph type="title"/>
          </p:nvPr>
        </p:nvSpPr>
        <p:spPr/>
        <p:txBody>
          <a:bodyPr/>
          <a:lstStyle/>
          <a:p>
            <a:pPr algn="ctr"/>
            <a:r>
              <a:rPr lang="en-US" b="1" dirty="0">
                <a:ln w="1905"/>
                <a:solidFill>
                  <a:schemeClr val="accent1">
                    <a:lumMod val="75000"/>
                  </a:schemeClr>
                </a:solidFill>
                <a:effectLst>
                  <a:innerShdw blurRad="69850" dist="43180" dir="5400000">
                    <a:srgbClr val="000000">
                      <a:alpha val="65000"/>
                    </a:srgbClr>
                  </a:innerShdw>
                </a:effectLst>
              </a:rPr>
              <a:t>Multiprogramming</a:t>
            </a:r>
            <a:endParaRPr lang="en-US" sz="2800" b="1" dirty="0">
              <a:ln w="1905"/>
              <a:solidFill>
                <a:schemeClr val="accent1">
                  <a:lumMod val="75000"/>
                </a:schemeClr>
              </a:solidFill>
              <a:effectLst>
                <a:innerShdw blurRad="69850" dist="43180" dir="5400000">
                  <a:srgbClr val="000000">
                    <a:alpha val="65000"/>
                  </a:srgbClr>
                </a:innerShdw>
              </a:effectLst>
            </a:endParaRPr>
          </a:p>
        </p:txBody>
      </p:sp>
      <p:sp>
        <p:nvSpPr>
          <p:cNvPr id="3" name="Content Placeholder 2">
            <a:extLst>
              <a:ext uri="{FF2B5EF4-FFF2-40B4-BE49-F238E27FC236}">
                <a16:creationId xmlns:a16="http://schemas.microsoft.com/office/drawing/2014/main" id="{86B7FABB-42D8-DB9D-6896-E8FC4DA95BCB}"/>
              </a:ext>
            </a:extLst>
          </p:cNvPr>
          <p:cNvSpPr>
            <a:spLocks noGrp="1"/>
          </p:cNvSpPr>
          <p:nvPr>
            <p:ph idx="1"/>
          </p:nvPr>
        </p:nvSpPr>
        <p:spPr/>
        <p:txBody>
          <a:bodyPr>
            <a:noAutofit/>
          </a:bodyPr>
          <a:lstStyle/>
          <a:p>
            <a:pPr>
              <a:spcBef>
                <a:spcPts val="600"/>
              </a:spcBef>
            </a:pPr>
            <a:r>
              <a:rPr lang="en-US" sz="1600" dirty="0"/>
              <a:t>There are enough memory to hold the OS (resident monitor) and two user programs</a:t>
            </a:r>
          </a:p>
          <a:p>
            <a:pPr>
              <a:spcBef>
                <a:spcPts val="600"/>
              </a:spcBef>
            </a:pPr>
            <a:r>
              <a:rPr lang="en-US" sz="1600" dirty="0"/>
              <a:t>When one job needs to wait for I/O, the processor can switch to the other job, which is likely not waiting for I/O</a:t>
            </a:r>
          </a:p>
        </p:txBody>
      </p:sp>
      <p:sp>
        <p:nvSpPr>
          <p:cNvPr id="4" name="Slide Number Placeholder 3">
            <a:extLst>
              <a:ext uri="{FF2B5EF4-FFF2-40B4-BE49-F238E27FC236}">
                <a16:creationId xmlns:a16="http://schemas.microsoft.com/office/drawing/2014/main" id="{7C819259-5F68-43AE-C198-DC8907D20AEC}"/>
              </a:ext>
            </a:extLst>
          </p:cNvPr>
          <p:cNvSpPr>
            <a:spLocks noGrp="1"/>
          </p:cNvSpPr>
          <p:nvPr>
            <p:ph type="sldNum" sz="quarter" idx="12"/>
          </p:nvPr>
        </p:nvSpPr>
        <p:spPr/>
        <p:txBody>
          <a:bodyPr/>
          <a:lstStyle/>
          <a:p>
            <a:pPr>
              <a:defRPr/>
            </a:pPr>
            <a:fld id="{97012834-41A2-49E3-8762-B14EE3F5CFB1}" type="slidenum">
              <a:rPr lang="en-US" smtClean="0"/>
              <a:pPr>
                <a:defRPr/>
              </a:pPr>
              <a:t>29</a:t>
            </a:fld>
            <a:endParaRPr lang="en-US" dirty="0"/>
          </a:p>
        </p:txBody>
      </p:sp>
      <p:pic>
        <p:nvPicPr>
          <p:cNvPr id="5" name="Picture 4" descr="f5.pdf">
            <a:extLst>
              <a:ext uri="{FF2B5EF4-FFF2-40B4-BE49-F238E27FC236}">
                <a16:creationId xmlns:a16="http://schemas.microsoft.com/office/drawing/2014/main" id="{5500204E-64F5-F85E-4826-34077BC8244B}"/>
              </a:ext>
            </a:extLst>
          </p:cNvPr>
          <p:cNvPicPr>
            <a:picLocks noChangeAspect="1"/>
          </p:cNvPicPr>
          <p:nvPr/>
        </p:nvPicPr>
        <p:blipFill>
          <a:blip r:embed="rId3"/>
          <a:srcRect l="4706" t="23636" r="7059" b="48182"/>
          <a:stretch>
            <a:fillRect/>
          </a:stretch>
        </p:blipFill>
        <p:spPr>
          <a:xfrm>
            <a:off x="2239165" y="2290093"/>
            <a:ext cx="7971632" cy="3294996"/>
          </a:xfrm>
          <a:prstGeom prst="rect">
            <a:avLst/>
          </a:prstGeom>
        </p:spPr>
      </p:pic>
      <p:sp>
        <p:nvSpPr>
          <p:cNvPr id="6" name="TextBox 5">
            <a:extLst>
              <a:ext uri="{FF2B5EF4-FFF2-40B4-BE49-F238E27FC236}">
                <a16:creationId xmlns:a16="http://schemas.microsoft.com/office/drawing/2014/main" id="{1863692C-538C-D935-491B-C4059241840C}"/>
              </a:ext>
            </a:extLst>
          </p:cNvPr>
          <p:cNvSpPr txBox="1"/>
          <p:nvPr/>
        </p:nvSpPr>
        <p:spPr>
          <a:xfrm>
            <a:off x="3810000" y="5987533"/>
            <a:ext cx="5429692" cy="369332"/>
          </a:xfrm>
          <a:prstGeom prst="rect">
            <a:avLst/>
          </a:prstGeom>
          <a:noFill/>
        </p:spPr>
        <p:txBody>
          <a:bodyPr wrap="none" rtlCol="0">
            <a:spAutoFit/>
          </a:bodyPr>
          <a:lstStyle/>
          <a:p>
            <a:r>
              <a:rPr lang="en-US" dirty="0">
                <a:solidFill>
                  <a:srgbClr val="FF0000"/>
                </a:solidFill>
              </a:rPr>
              <a:t>How many CPU/cores do we have in this example?</a:t>
            </a:r>
          </a:p>
        </p:txBody>
      </p:sp>
    </p:spTree>
    <p:extLst>
      <p:ext uri="{BB962C8B-B14F-4D97-AF65-F5344CB8AC3E}">
        <p14:creationId xmlns:p14="http://schemas.microsoft.com/office/powerpoint/2010/main" val="3701754952"/>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xmlns:mv="urn:schemas-microsoft-com:mac:vml">
      <p:transition spd="slow">
        <p:split orient="vert"/>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ln w="1905"/>
                <a:solidFill>
                  <a:schemeClr val="accent1">
                    <a:lumMod val="75000"/>
                  </a:schemeClr>
                </a:solidFill>
                <a:effectLst>
                  <a:innerShdw blurRad="69850" dist="43180" dir="5400000">
                    <a:srgbClr val="000000">
                      <a:alpha val="65000"/>
                    </a:srgbClr>
                  </a:innerShdw>
                </a:effectLst>
              </a:rPr>
              <a:t>Multiprogramming</a:t>
            </a:r>
          </a:p>
        </p:txBody>
      </p:sp>
      <p:sp>
        <p:nvSpPr>
          <p:cNvPr id="16" name="Content Placeholder 15"/>
          <p:cNvSpPr>
            <a:spLocks noGrp="1"/>
          </p:cNvSpPr>
          <p:nvPr>
            <p:ph idx="1"/>
          </p:nvPr>
        </p:nvSpPr>
        <p:spPr/>
        <p:txBody>
          <a:bodyPr>
            <a:normAutofit/>
          </a:bodyPr>
          <a:lstStyle/>
          <a:p>
            <a:r>
              <a:rPr lang="en-US" sz="2400" dirty="0"/>
              <a:t>Multiprogramming/multitasking</a:t>
            </a:r>
          </a:p>
          <a:p>
            <a:pPr lvl="2"/>
            <a:r>
              <a:rPr lang="en-US" sz="2400" dirty="0"/>
              <a:t>memory is expanded to hold three, four, or more programs and switch among all of them</a:t>
            </a:r>
          </a:p>
        </p:txBody>
      </p:sp>
      <p:sp>
        <p:nvSpPr>
          <p:cNvPr id="3" name="Slide Number Placeholder 2">
            <a:extLst>
              <a:ext uri="{FF2B5EF4-FFF2-40B4-BE49-F238E27FC236}">
                <a16:creationId xmlns:a16="http://schemas.microsoft.com/office/drawing/2014/main" id="{51145648-DEC0-4F0F-B5F9-9F3026B22B06}"/>
              </a:ext>
            </a:extLst>
          </p:cNvPr>
          <p:cNvSpPr>
            <a:spLocks noGrp="1"/>
          </p:cNvSpPr>
          <p:nvPr>
            <p:ph type="sldNum" sz="quarter" idx="12"/>
          </p:nvPr>
        </p:nvSpPr>
        <p:spPr/>
        <p:txBody>
          <a:bodyPr/>
          <a:lstStyle/>
          <a:p>
            <a:pPr>
              <a:defRPr/>
            </a:pPr>
            <a:fld id="{97012834-41A2-49E3-8762-B14EE3F5CFB1}" type="slidenum">
              <a:rPr lang="en-US" smtClean="0"/>
              <a:pPr>
                <a:defRPr/>
              </a:pPr>
              <a:t>30</a:t>
            </a:fld>
            <a:endParaRPr lang="en-US" dirty="0"/>
          </a:p>
        </p:txBody>
      </p:sp>
      <p:pic>
        <p:nvPicPr>
          <p:cNvPr id="5" name="Picture 4" descr="f5.pdf"/>
          <p:cNvPicPr>
            <a:picLocks noChangeAspect="1"/>
          </p:cNvPicPr>
          <p:nvPr/>
        </p:nvPicPr>
        <p:blipFill>
          <a:blip r:embed="rId3"/>
          <a:srcRect l="4706" t="53636" r="7059" b="12727"/>
          <a:stretch>
            <a:fillRect/>
          </a:stretch>
        </p:blipFill>
        <p:spPr>
          <a:xfrm>
            <a:off x="2286000" y="2514601"/>
            <a:ext cx="7543800" cy="3721683"/>
          </a:xfrm>
          <a:prstGeom prst="rect">
            <a:avLst/>
          </a:prstGeom>
        </p:spPr>
      </p:pic>
      <p:sp>
        <p:nvSpPr>
          <p:cNvPr id="6" name="TextBox 5"/>
          <p:cNvSpPr txBox="1"/>
          <p:nvPr/>
        </p:nvSpPr>
        <p:spPr>
          <a:xfrm>
            <a:off x="3059453" y="3876209"/>
            <a:ext cx="184666" cy="369332"/>
          </a:xfrm>
          <a:prstGeom prst="rect">
            <a:avLst/>
          </a:prstGeom>
          <a:noFill/>
        </p:spPr>
        <p:txBody>
          <a:bodyPr wrap="none" rtlCol="0">
            <a:spAutoFit/>
          </a:bodyPr>
          <a:lstStyle/>
          <a:p>
            <a:endParaRPr lang="en-US" dirty="0"/>
          </a:p>
        </p:txBody>
      </p:sp>
    </p:spTree>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xmlns:mv="urn:schemas-microsoft-com:mac:vml">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ln w="1905"/>
                <a:solidFill>
                  <a:schemeClr val="accent1">
                    <a:lumMod val="75000"/>
                  </a:schemeClr>
                </a:solidFill>
                <a:effectLst>
                  <a:innerShdw blurRad="69850" dist="43180" dir="5400000">
                    <a:srgbClr val="000000">
                      <a:alpha val="65000"/>
                    </a:srgbClr>
                  </a:innerShdw>
                </a:effectLst>
              </a:rPr>
              <a:t>Multiprogramming Example</a:t>
            </a:r>
          </a:p>
        </p:txBody>
      </p:sp>
      <p:sp>
        <p:nvSpPr>
          <p:cNvPr id="7" name="Content Placeholder 6">
            <a:extLst>
              <a:ext uri="{FF2B5EF4-FFF2-40B4-BE49-F238E27FC236}">
                <a16:creationId xmlns:a16="http://schemas.microsoft.com/office/drawing/2014/main" id="{264C4FA4-2608-4E62-A5B8-78CA224F1215}"/>
              </a:ext>
            </a:extLst>
          </p:cNvPr>
          <p:cNvSpPr>
            <a:spLocks noGrp="1"/>
          </p:cNvSpPr>
          <p:nvPr>
            <p:ph idx="1"/>
          </p:nvPr>
        </p:nvSpPr>
        <p:spPr/>
        <p:txBody>
          <a:bodyPr/>
          <a:lstStyle/>
          <a:p>
            <a:r>
              <a:rPr lang="en-US" dirty="0"/>
              <a:t>Given the following 3 jobs, we will show </a:t>
            </a:r>
            <a:r>
              <a:rPr lang="en-US" dirty="0" err="1"/>
              <a:t>Uniprogramming</a:t>
            </a:r>
            <a:r>
              <a:rPr lang="en-US" dirty="0"/>
              <a:t> VS Multiprogramming</a:t>
            </a:r>
          </a:p>
        </p:txBody>
      </p:sp>
      <p:sp>
        <p:nvSpPr>
          <p:cNvPr id="3" name="Slide Number Placeholder 2">
            <a:extLst>
              <a:ext uri="{FF2B5EF4-FFF2-40B4-BE49-F238E27FC236}">
                <a16:creationId xmlns:a16="http://schemas.microsoft.com/office/drawing/2014/main" id="{1DBC4B4D-E0C4-4C10-A91B-67E10CAFB966}"/>
              </a:ext>
            </a:extLst>
          </p:cNvPr>
          <p:cNvSpPr>
            <a:spLocks noGrp="1"/>
          </p:cNvSpPr>
          <p:nvPr>
            <p:ph type="sldNum" sz="quarter" idx="12"/>
          </p:nvPr>
        </p:nvSpPr>
        <p:spPr/>
        <p:txBody>
          <a:bodyPr/>
          <a:lstStyle/>
          <a:p>
            <a:pPr>
              <a:defRPr/>
            </a:pPr>
            <a:fld id="{97012834-41A2-49E3-8762-B14EE3F5CFB1}" type="slidenum">
              <a:rPr lang="en-US" smtClean="0"/>
              <a:pPr>
                <a:defRPr/>
              </a:pPr>
              <a:t>31</a:t>
            </a:fld>
            <a:endParaRPr lang="en-US" dirty="0"/>
          </a:p>
        </p:txBody>
      </p:sp>
      <p:pic>
        <p:nvPicPr>
          <p:cNvPr id="5" name="Picture 4"/>
          <p:cNvPicPr>
            <a:picLocks noChangeAspect="1"/>
          </p:cNvPicPr>
          <p:nvPr/>
        </p:nvPicPr>
        <p:blipFill>
          <a:blip r:embed="rId3"/>
          <a:stretch>
            <a:fillRect/>
          </a:stretch>
        </p:blipFill>
        <p:spPr>
          <a:xfrm>
            <a:off x="1910377" y="2184200"/>
            <a:ext cx="8371242" cy="2901950"/>
          </a:xfrm>
          <a:prstGeom prst="rect">
            <a:avLst/>
          </a:prstGeom>
        </p:spPr>
      </p:pic>
      <p:sp>
        <p:nvSpPr>
          <p:cNvPr id="6" name="Rectangle 5"/>
          <p:cNvSpPr/>
          <p:nvPr/>
        </p:nvSpPr>
        <p:spPr>
          <a:xfrm>
            <a:off x="1910377" y="5281586"/>
            <a:ext cx="8305800" cy="338554"/>
          </a:xfrm>
          <a:prstGeom prst="rect">
            <a:avLst/>
          </a:prstGeom>
        </p:spPr>
        <p:txBody>
          <a:bodyPr wrap="square">
            <a:spAutoFit/>
          </a:bodyPr>
          <a:lstStyle/>
          <a:p>
            <a:pPr algn="ctr"/>
            <a:r>
              <a:rPr lang="en-US" sz="1600" b="1" dirty="0">
                <a:latin typeface="+mn-lt"/>
              </a:rPr>
              <a:t>Table 2.1   Sample Program Execution Attributes</a:t>
            </a:r>
            <a:r>
              <a:rPr lang="en-US" sz="1600" dirty="0">
                <a:latin typeface="+mn-lt"/>
              </a:rPr>
              <a:t> </a:t>
            </a:r>
          </a:p>
        </p:txBody>
      </p:sp>
      <p:sp>
        <p:nvSpPr>
          <p:cNvPr id="4" name="TextBox 3">
            <a:extLst>
              <a:ext uri="{FF2B5EF4-FFF2-40B4-BE49-F238E27FC236}">
                <a16:creationId xmlns:a16="http://schemas.microsoft.com/office/drawing/2014/main" id="{6C8DDDF1-65B3-87F7-2EFB-7CD85DF7614C}"/>
              </a:ext>
            </a:extLst>
          </p:cNvPr>
          <p:cNvSpPr txBox="1"/>
          <p:nvPr/>
        </p:nvSpPr>
        <p:spPr>
          <a:xfrm>
            <a:off x="6781800" y="1800265"/>
            <a:ext cx="1223412" cy="369332"/>
          </a:xfrm>
          <a:prstGeom prst="rect">
            <a:avLst/>
          </a:prstGeom>
          <a:noFill/>
        </p:spPr>
        <p:txBody>
          <a:bodyPr wrap="none" rtlCol="0">
            <a:spAutoFit/>
          </a:bodyPr>
          <a:lstStyle/>
          <a:p>
            <a:r>
              <a:rPr lang="en-US" dirty="0">
                <a:solidFill>
                  <a:srgbClr val="FF0000"/>
                </a:solidFill>
              </a:rPr>
              <a:t>I/O Bound</a:t>
            </a:r>
          </a:p>
        </p:txBody>
      </p:sp>
      <p:sp>
        <p:nvSpPr>
          <p:cNvPr id="8" name="TextBox 7">
            <a:extLst>
              <a:ext uri="{FF2B5EF4-FFF2-40B4-BE49-F238E27FC236}">
                <a16:creationId xmlns:a16="http://schemas.microsoft.com/office/drawing/2014/main" id="{91515FC9-F0D5-B306-C4D6-4D8A4E28A5AE}"/>
              </a:ext>
            </a:extLst>
          </p:cNvPr>
          <p:cNvSpPr txBox="1"/>
          <p:nvPr/>
        </p:nvSpPr>
        <p:spPr>
          <a:xfrm>
            <a:off x="8686800" y="1800265"/>
            <a:ext cx="1223412" cy="369332"/>
          </a:xfrm>
          <a:prstGeom prst="rect">
            <a:avLst/>
          </a:prstGeom>
          <a:noFill/>
        </p:spPr>
        <p:txBody>
          <a:bodyPr wrap="none" rtlCol="0">
            <a:spAutoFit/>
          </a:bodyPr>
          <a:lstStyle/>
          <a:p>
            <a:r>
              <a:rPr lang="en-US" dirty="0">
                <a:solidFill>
                  <a:srgbClr val="FF0000"/>
                </a:solidFill>
              </a:rPr>
              <a:t>I/O Bound</a:t>
            </a:r>
          </a:p>
        </p:txBody>
      </p:sp>
      <p:sp>
        <p:nvSpPr>
          <p:cNvPr id="9" name="TextBox 8">
            <a:extLst>
              <a:ext uri="{FF2B5EF4-FFF2-40B4-BE49-F238E27FC236}">
                <a16:creationId xmlns:a16="http://schemas.microsoft.com/office/drawing/2014/main" id="{87CF83F3-D84F-14F8-D8FE-91A7D64C5AB9}"/>
              </a:ext>
            </a:extLst>
          </p:cNvPr>
          <p:cNvSpPr txBox="1"/>
          <p:nvPr/>
        </p:nvSpPr>
        <p:spPr>
          <a:xfrm>
            <a:off x="5038058" y="1765216"/>
            <a:ext cx="1402948" cy="369332"/>
          </a:xfrm>
          <a:prstGeom prst="rect">
            <a:avLst/>
          </a:prstGeom>
          <a:noFill/>
        </p:spPr>
        <p:txBody>
          <a:bodyPr wrap="none" rtlCol="0">
            <a:spAutoFit/>
          </a:bodyPr>
          <a:lstStyle/>
          <a:p>
            <a:r>
              <a:rPr lang="en-US" dirty="0">
                <a:solidFill>
                  <a:srgbClr val="FF0000"/>
                </a:solidFill>
              </a:rPr>
              <a:t>CPU Bound</a:t>
            </a:r>
          </a:p>
        </p:txBody>
      </p:sp>
      <p:sp>
        <p:nvSpPr>
          <p:cNvPr id="10" name="TextBox 9">
            <a:extLst>
              <a:ext uri="{FF2B5EF4-FFF2-40B4-BE49-F238E27FC236}">
                <a16:creationId xmlns:a16="http://schemas.microsoft.com/office/drawing/2014/main" id="{F6B19960-D709-E9D6-BD78-25A4A1134090}"/>
              </a:ext>
            </a:extLst>
          </p:cNvPr>
          <p:cNvSpPr txBox="1"/>
          <p:nvPr/>
        </p:nvSpPr>
        <p:spPr>
          <a:xfrm>
            <a:off x="2895600" y="2971800"/>
            <a:ext cx="1390124" cy="369332"/>
          </a:xfrm>
          <a:prstGeom prst="rect">
            <a:avLst/>
          </a:prstGeom>
          <a:noFill/>
        </p:spPr>
        <p:txBody>
          <a:bodyPr wrap="none" rtlCol="0">
            <a:spAutoFit/>
          </a:bodyPr>
          <a:lstStyle/>
          <a:p>
            <a:r>
              <a:rPr lang="en-US" dirty="0">
                <a:solidFill>
                  <a:srgbClr val="FF0000"/>
                </a:solidFill>
              </a:rPr>
              <a:t>CPU Bursts</a:t>
            </a:r>
          </a:p>
        </p:txBody>
      </p:sp>
      <p:sp>
        <p:nvSpPr>
          <p:cNvPr id="11" name="TextBox 10">
            <a:extLst>
              <a:ext uri="{FF2B5EF4-FFF2-40B4-BE49-F238E27FC236}">
                <a16:creationId xmlns:a16="http://schemas.microsoft.com/office/drawing/2014/main" id="{18124177-B6CD-BF8B-C852-8FE43922CE16}"/>
              </a:ext>
            </a:extLst>
          </p:cNvPr>
          <p:cNvSpPr txBox="1"/>
          <p:nvPr/>
        </p:nvSpPr>
        <p:spPr>
          <a:xfrm>
            <a:off x="3344441" y="3635175"/>
            <a:ext cx="492443" cy="369332"/>
          </a:xfrm>
          <a:prstGeom prst="rect">
            <a:avLst/>
          </a:prstGeom>
          <a:noFill/>
        </p:spPr>
        <p:txBody>
          <a:bodyPr wrap="none" rtlCol="0">
            <a:spAutoFit/>
          </a:bodyPr>
          <a:lstStyle/>
          <a:p>
            <a:r>
              <a:rPr lang="en-US" dirty="0">
                <a:solidFill>
                  <a:srgbClr val="FF0000"/>
                </a:solidFill>
              </a:rPr>
              <a:t>I/O</a:t>
            </a:r>
          </a:p>
        </p:txBody>
      </p:sp>
      <p:sp>
        <p:nvSpPr>
          <p:cNvPr id="12" name="TextBox 11">
            <a:extLst>
              <a:ext uri="{FF2B5EF4-FFF2-40B4-BE49-F238E27FC236}">
                <a16:creationId xmlns:a16="http://schemas.microsoft.com/office/drawing/2014/main" id="{33E8CD61-A5F4-AD49-55CB-DB407F161142}"/>
              </a:ext>
            </a:extLst>
          </p:cNvPr>
          <p:cNvSpPr txBox="1"/>
          <p:nvPr/>
        </p:nvSpPr>
        <p:spPr>
          <a:xfrm>
            <a:off x="3344440" y="4028975"/>
            <a:ext cx="492443" cy="369332"/>
          </a:xfrm>
          <a:prstGeom prst="rect">
            <a:avLst/>
          </a:prstGeom>
          <a:noFill/>
        </p:spPr>
        <p:txBody>
          <a:bodyPr wrap="none" rtlCol="0">
            <a:spAutoFit/>
          </a:bodyPr>
          <a:lstStyle/>
          <a:p>
            <a:r>
              <a:rPr lang="en-US" dirty="0">
                <a:solidFill>
                  <a:srgbClr val="FF0000"/>
                </a:solidFill>
              </a:rPr>
              <a:t>I/O</a:t>
            </a:r>
          </a:p>
        </p:txBody>
      </p:sp>
      <p:sp>
        <p:nvSpPr>
          <p:cNvPr id="13" name="TextBox 12">
            <a:extLst>
              <a:ext uri="{FF2B5EF4-FFF2-40B4-BE49-F238E27FC236}">
                <a16:creationId xmlns:a16="http://schemas.microsoft.com/office/drawing/2014/main" id="{37F3C258-4FC6-F9B0-042F-B813FA384CF2}"/>
              </a:ext>
            </a:extLst>
          </p:cNvPr>
          <p:cNvSpPr txBox="1"/>
          <p:nvPr/>
        </p:nvSpPr>
        <p:spPr>
          <a:xfrm>
            <a:off x="3344439" y="4429336"/>
            <a:ext cx="492443" cy="369332"/>
          </a:xfrm>
          <a:prstGeom prst="rect">
            <a:avLst/>
          </a:prstGeom>
          <a:noFill/>
        </p:spPr>
        <p:txBody>
          <a:bodyPr wrap="none" rtlCol="0">
            <a:spAutoFit/>
          </a:bodyPr>
          <a:lstStyle/>
          <a:p>
            <a:r>
              <a:rPr lang="en-US" dirty="0">
                <a:solidFill>
                  <a:srgbClr val="FF0000"/>
                </a:solidFill>
              </a:rPr>
              <a:t>I/O</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f6.pdf"/>
          <p:cNvPicPr>
            <a:picLocks noChangeAspect="1"/>
          </p:cNvPicPr>
          <p:nvPr/>
        </p:nvPicPr>
        <p:blipFill>
          <a:blip r:embed="rId3"/>
          <a:stretch>
            <a:fillRect/>
          </a:stretch>
        </p:blipFill>
        <p:spPr>
          <a:xfrm>
            <a:off x="1371600" y="38100"/>
            <a:ext cx="9220200" cy="7124700"/>
          </a:xfrm>
          <a:prstGeom prst="rect">
            <a:avLst/>
          </a:prstGeom>
        </p:spPr>
      </p:pic>
      <p:sp>
        <p:nvSpPr>
          <p:cNvPr id="2" name="Slide Number Placeholder 1">
            <a:extLst>
              <a:ext uri="{FF2B5EF4-FFF2-40B4-BE49-F238E27FC236}">
                <a16:creationId xmlns:a16="http://schemas.microsoft.com/office/drawing/2014/main" id="{C2973A31-D2AE-4D0C-8DD6-364FE8F1E9CA}"/>
              </a:ext>
            </a:extLst>
          </p:cNvPr>
          <p:cNvSpPr>
            <a:spLocks noGrp="1"/>
          </p:cNvSpPr>
          <p:nvPr>
            <p:ph type="sldNum" sz="quarter" idx="12"/>
          </p:nvPr>
        </p:nvSpPr>
        <p:spPr/>
        <p:txBody>
          <a:bodyPr/>
          <a:lstStyle/>
          <a:p>
            <a:pPr>
              <a:defRPr/>
            </a:pPr>
            <a:fld id="{0A9A6F0D-A611-4358-861D-7B01E8303898}" type="slidenum">
              <a:rPr lang="en-US" smtClean="0"/>
              <a:pPr>
                <a:defRPr/>
              </a:pPr>
              <a:t>32</a:t>
            </a:fld>
            <a:endParaRPr lang="en-US" dirty="0"/>
          </a:p>
        </p:txBody>
      </p:sp>
      <p:sp>
        <p:nvSpPr>
          <p:cNvPr id="3" name="TextBox 2">
            <a:extLst>
              <a:ext uri="{FF2B5EF4-FFF2-40B4-BE49-F238E27FC236}">
                <a16:creationId xmlns:a16="http://schemas.microsoft.com/office/drawing/2014/main" id="{498D485B-C5C3-5466-CC26-629E294F1EA1}"/>
              </a:ext>
            </a:extLst>
          </p:cNvPr>
          <p:cNvSpPr txBox="1"/>
          <p:nvPr/>
        </p:nvSpPr>
        <p:spPr>
          <a:xfrm>
            <a:off x="3352800" y="6248400"/>
            <a:ext cx="7848600" cy="338554"/>
          </a:xfrm>
          <a:prstGeom prst="rect">
            <a:avLst/>
          </a:prstGeom>
          <a:noFill/>
        </p:spPr>
        <p:txBody>
          <a:bodyPr wrap="square" rtlCol="0">
            <a:spAutoFit/>
          </a:bodyPr>
          <a:lstStyle/>
          <a:p>
            <a:r>
              <a:rPr lang="en-US" sz="1600" dirty="0">
                <a:solidFill>
                  <a:srgbClr val="FF0000"/>
                </a:solidFill>
                <a:latin typeface="+mn-lt"/>
              </a:rPr>
              <a:t>the jobs are running concurrently under a multiprogramming OS</a:t>
            </a:r>
            <a:endParaRPr lang="en-US" sz="1600" dirty="0">
              <a:solidFill>
                <a:srgbClr val="FF0000"/>
              </a:solidFil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DB87D4-1319-908E-CBDC-667C35C4E74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E0C5E0-874D-BA4E-2664-203183B4676D}"/>
              </a:ext>
            </a:extLst>
          </p:cNvPr>
          <p:cNvSpPr>
            <a:spLocks noGrp="1"/>
          </p:cNvSpPr>
          <p:nvPr>
            <p:ph type="title"/>
          </p:nvPr>
        </p:nvSpPr>
        <p:spPr/>
        <p:txBody>
          <a:bodyPr/>
          <a:lstStyle/>
          <a:p>
            <a:pPr algn="ctr"/>
            <a:r>
              <a:rPr lang="en-US" b="1" dirty="0">
                <a:ln w="1905"/>
                <a:solidFill>
                  <a:schemeClr val="accent1">
                    <a:lumMod val="75000"/>
                  </a:schemeClr>
                </a:solidFill>
                <a:effectLst>
                  <a:innerShdw blurRad="69850" dist="43180" dir="5400000">
                    <a:srgbClr val="000000">
                      <a:alpha val="65000"/>
                    </a:srgbClr>
                  </a:innerShdw>
                </a:effectLst>
              </a:rPr>
              <a:t>Multiprogramming Example</a:t>
            </a:r>
          </a:p>
        </p:txBody>
      </p:sp>
      <p:sp>
        <p:nvSpPr>
          <p:cNvPr id="7" name="Content Placeholder 6">
            <a:extLst>
              <a:ext uri="{FF2B5EF4-FFF2-40B4-BE49-F238E27FC236}">
                <a16:creationId xmlns:a16="http://schemas.microsoft.com/office/drawing/2014/main" id="{DCCF4E51-8353-59E5-9D19-4D67A25A4A63}"/>
              </a:ext>
            </a:extLst>
          </p:cNvPr>
          <p:cNvSpPr>
            <a:spLocks noGrp="1"/>
          </p:cNvSpPr>
          <p:nvPr>
            <p:ph idx="1"/>
          </p:nvPr>
        </p:nvSpPr>
        <p:spPr/>
        <p:txBody>
          <a:bodyPr/>
          <a:lstStyle/>
          <a:p>
            <a:r>
              <a:rPr lang="en-US" dirty="0"/>
              <a:t>Given the following 3 jobs, we will show </a:t>
            </a:r>
            <a:r>
              <a:rPr lang="en-US" dirty="0" err="1"/>
              <a:t>Uniprogramming</a:t>
            </a:r>
            <a:r>
              <a:rPr lang="en-US" dirty="0"/>
              <a:t> VS Multiprogramming</a:t>
            </a:r>
          </a:p>
        </p:txBody>
      </p:sp>
      <p:sp>
        <p:nvSpPr>
          <p:cNvPr id="3" name="Slide Number Placeholder 2">
            <a:extLst>
              <a:ext uri="{FF2B5EF4-FFF2-40B4-BE49-F238E27FC236}">
                <a16:creationId xmlns:a16="http://schemas.microsoft.com/office/drawing/2014/main" id="{41A73FE3-3258-DEEA-04F1-E0C2FE2B779A}"/>
              </a:ext>
            </a:extLst>
          </p:cNvPr>
          <p:cNvSpPr>
            <a:spLocks noGrp="1"/>
          </p:cNvSpPr>
          <p:nvPr>
            <p:ph type="sldNum" sz="quarter" idx="12"/>
          </p:nvPr>
        </p:nvSpPr>
        <p:spPr/>
        <p:txBody>
          <a:bodyPr/>
          <a:lstStyle/>
          <a:p>
            <a:pPr>
              <a:defRPr/>
            </a:pPr>
            <a:fld id="{97012834-41A2-49E3-8762-B14EE3F5CFB1}" type="slidenum">
              <a:rPr lang="en-US" smtClean="0"/>
              <a:pPr>
                <a:defRPr/>
              </a:pPr>
              <a:t>33</a:t>
            </a:fld>
            <a:endParaRPr lang="en-US" dirty="0"/>
          </a:p>
        </p:txBody>
      </p:sp>
      <p:pic>
        <p:nvPicPr>
          <p:cNvPr id="5" name="Picture 4">
            <a:extLst>
              <a:ext uri="{FF2B5EF4-FFF2-40B4-BE49-F238E27FC236}">
                <a16:creationId xmlns:a16="http://schemas.microsoft.com/office/drawing/2014/main" id="{5FBBFB0F-23D8-CAD3-BB04-11CDD1EAEDCD}"/>
              </a:ext>
            </a:extLst>
          </p:cNvPr>
          <p:cNvPicPr>
            <a:picLocks noChangeAspect="1"/>
          </p:cNvPicPr>
          <p:nvPr/>
        </p:nvPicPr>
        <p:blipFill>
          <a:blip r:embed="rId3"/>
          <a:stretch>
            <a:fillRect/>
          </a:stretch>
        </p:blipFill>
        <p:spPr>
          <a:xfrm>
            <a:off x="1910377" y="2184200"/>
            <a:ext cx="8371242" cy="2901950"/>
          </a:xfrm>
          <a:prstGeom prst="rect">
            <a:avLst/>
          </a:prstGeom>
        </p:spPr>
      </p:pic>
      <p:sp>
        <p:nvSpPr>
          <p:cNvPr id="6" name="Rectangle 5">
            <a:extLst>
              <a:ext uri="{FF2B5EF4-FFF2-40B4-BE49-F238E27FC236}">
                <a16:creationId xmlns:a16="http://schemas.microsoft.com/office/drawing/2014/main" id="{8C7A1B40-2932-6216-3F2C-33F67C0E905C}"/>
              </a:ext>
            </a:extLst>
          </p:cNvPr>
          <p:cNvSpPr/>
          <p:nvPr/>
        </p:nvSpPr>
        <p:spPr>
          <a:xfrm>
            <a:off x="1910377" y="5281586"/>
            <a:ext cx="8305800" cy="338554"/>
          </a:xfrm>
          <a:prstGeom prst="rect">
            <a:avLst/>
          </a:prstGeom>
        </p:spPr>
        <p:txBody>
          <a:bodyPr wrap="square">
            <a:spAutoFit/>
          </a:bodyPr>
          <a:lstStyle/>
          <a:p>
            <a:pPr algn="ctr"/>
            <a:r>
              <a:rPr lang="en-US" sz="1600" b="1" dirty="0">
                <a:latin typeface="+mn-lt"/>
              </a:rPr>
              <a:t>Table 2.1   Sample Program Execution Attributes</a:t>
            </a:r>
            <a:r>
              <a:rPr lang="en-US" sz="1600" dirty="0">
                <a:latin typeface="+mn-lt"/>
              </a:rPr>
              <a:t> </a:t>
            </a:r>
          </a:p>
        </p:txBody>
      </p:sp>
      <p:sp>
        <p:nvSpPr>
          <p:cNvPr id="4" name="TextBox 3">
            <a:extLst>
              <a:ext uri="{FF2B5EF4-FFF2-40B4-BE49-F238E27FC236}">
                <a16:creationId xmlns:a16="http://schemas.microsoft.com/office/drawing/2014/main" id="{B184A067-FEE0-FA1A-21B7-1A504FFAB1EE}"/>
              </a:ext>
            </a:extLst>
          </p:cNvPr>
          <p:cNvSpPr txBox="1"/>
          <p:nvPr/>
        </p:nvSpPr>
        <p:spPr>
          <a:xfrm>
            <a:off x="6781800" y="1800265"/>
            <a:ext cx="1223412" cy="369332"/>
          </a:xfrm>
          <a:prstGeom prst="rect">
            <a:avLst/>
          </a:prstGeom>
          <a:noFill/>
        </p:spPr>
        <p:txBody>
          <a:bodyPr wrap="none" rtlCol="0">
            <a:spAutoFit/>
          </a:bodyPr>
          <a:lstStyle/>
          <a:p>
            <a:r>
              <a:rPr lang="en-US" dirty="0">
                <a:solidFill>
                  <a:srgbClr val="FF0000"/>
                </a:solidFill>
              </a:rPr>
              <a:t>I/O Bound</a:t>
            </a:r>
          </a:p>
        </p:txBody>
      </p:sp>
      <p:sp>
        <p:nvSpPr>
          <p:cNvPr id="8" name="TextBox 7">
            <a:extLst>
              <a:ext uri="{FF2B5EF4-FFF2-40B4-BE49-F238E27FC236}">
                <a16:creationId xmlns:a16="http://schemas.microsoft.com/office/drawing/2014/main" id="{5FA8F495-650C-C1C4-A22F-CEEF7EA7C1BD}"/>
              </a:ext>
            </a:extLst>
          </p:cNvPr>
          <p:cNvSpPr txBox="1"/>
          <p:nvPr/>
        </p:nvSpPr>
        <p:spPr>
          <a:xfrm>
            <a:off x="8686800" y="1800265"/>
            <a:ext cx="1223412" cy="369332"/>
          </a:xfrm>
          <a:prstGeom prst="rect">
            <a:avLst/>
          </a:prstGeom>
          <a:noFill/>
        </p:spPr>
        <p:txBody>
          <a:bodyPr wrap="none" rtlCol="0">
            <a:spAutoFit/>
          </a:bodyPr>
          <a:lstStyle/>
          <a:p>
            <a:r>
              <a:rPr lang="en-US" dirty="0">
                <a:solidFill>
                  <a:srgbClr val="FF0000"/>
                </a:solidFill>
              </a:rPr>
              <a:t>I/O Bound</a:t>
            </a:r>
          </a:p>
        </p:txBody>
      </p:sp>
      <p:sp>
        <p:nvSpPr>
          <p:cNvPr id="9" name="TextBox 8">
            <a:extLst>
              <a:ext uri="{FF2B5EF4-FFF2-40B4-BE49-F238E27FC236}">
                <a16:creationId xmlns:a16="http://schemas.microsoft.com/office/drawing/2014/main" id="{2AB69657-C636-C5F4-B2DF-50CDC13F6A0D}"/>
              </a:ext>
            </a:extLst>
          </p:cNvPr>
          <p:cNvSpPr txBox="1"/>
          <p:nvPr/>
        </p:nvSpPr>
        <p:spPr>
          <a:xfrm>
            <a:off x="5038058" y="1765216"/>
            <a:ext cx="1402948" cy="369332"/>
          </a:xfrm>
          <a:prstGeom prst="rect">
            <a:avLst/>
          </a:prstGeom>
          <a:noFill/>
        </p:spPr>
        <p:txBody>
          <a:bodyPr wrap="none" rtlCol="0">
            <a:spAutoFit/>
          </a:bodyPr>
          <a:lstStyle/>
          <a:p>
            <a:r>
              <a:rPr lang="en-US" dirty="0">
                <a:solidFill>
                  <a:srgbClr val="FF0000"/>
                </a:solidFill>
              </a:rPr>
              <a:t>CPU Bound</a:t>
            </a:r>
          </a:p>
        </p:txBody>
      </p:sp>
      <p:sp>
        <p:nvSpPr>
          <p:cNvPr id="10" name="TextBox 9">
            <a:extLst>
              <a:ext uri="{FF2B5EF4-FFF2-40B4-BE49-F238E27FC236}">
                <a16:creationId xmlns:a16="http://schemas.microsoft.com/office/drawing/2014/main" id="{A5A2DB7D-7954-89DC-9B85-C2AB9D3B13BB}"/>
              </a:ext>
            </a:extLst>
          </p:cNvPr>
          <p:cNvSpPr txBox="1"/>
          <p:nvPr/>
        </p:nvSpPr>
        <p:spPr>
          <a:xfrm>
            <a:off x="2895600" y="2971800"/>
            <a:ext cx="1390124" cy="369332"/>
          </a:xfrm>
          <a:prstGeom prst="rect">
            <a:avLst/>
          </a:prstGeom>
          <a:noFill/>
        </p:spPr>
        <p:txBody>
          <a:bodyPr wrap="none" rtlCol="0">
            <a:spAutoFit/>
          </a:bodyPr>
          <a:lstStyle/>
          <a:p>
            <a:r>
              <a:rPr lang="en-US" dirty="0">
                <a:solidFill>
                  <a:srgbClr val="FF0000"/>
                </a:solidFill>
              </a:rPr>
              <a:t>CPU Bursts</a:t>
            </a:r>
          </a:p>
        </p:txBody>
      </p:sp>
      <p:sp>
        <p:nvSpPr>
          <p:cNvPr id="11" name="TextBox 10">
            <a:extLst>
              <a:ext uri="{FF2B5EF4-FFF2-40B4-BE49-F238E27FC236}">
                <a16:creationId xmlns:a16="http://schemas.microsoft.com/office/drawing/2014/main" id="{BB260405-5BEF-F0DB-AE82-DECB1ECB1FA4}"/>
              </a:ext>
            </a:extLst>
          </p:cNvPr>
          <p:cNvSpPr txBox="1"/>
          <p:nvPr/>
        </p:nvSpPr>
        <p:spPr>
          <a:xfrm>
            <a:off x="3344441" y="3635175"/>
            <a:ext cx="492443" cy="369332"/>
          </a:xfrm>
          <a:prstGeom prst="rect">
            <a:avLst/>
          </a:prstGeom>
          <a:noFill/>
        </p:spPr>
        <p:txBody>
          <a:bodyPr wrap="none" rtlCol="0">
            <a:spAutoFit/>
          </a:bodyPr>
          <a:lstStyle/>
          <a:p>
            <a:r>
              <a:rPr lang="en-US" dirty="0">
                <a:solidFill>
                  <a:srgbClr val="FF0000"/>
                </a:solidFill>
              </a:rPr>
              <a:t>I/O</a:t>
            </a:r>
          </a:p>
        </p:txBody>
      </p:sp>
      <p:sp>
        <p:nvSpPr>
          <p:cNvPr id="12" name="TextBox 11">
            <a:extLst>
              <a:ext uri="{FF2B5EF4-FFF2-40B4-BE49-F238E27FC236}">
                <a16:creationId xmlns:a16="http://schemas.microsoft.com/office/drawing/2014/main" id="{684FA761-DBFE-84A5-4646-C5CC548BA77A}"/>
              </a:ext>
            </a:extLst>
          </p:cNvPr>
          <p:cNvSpPr txBox="1"/>
          <p:nvPr/>
        </p:nvSpPr>
        <p:spPr>
          <a:xfrm>
            <a:off x="3344440" y="4028975"/>
            <a:ext cx="492443" cy="369332"/>
          </a:xfrm>
          <a:prstGeom prst="rect">
            <a:avLst/>
          </a:prstGeom>
          <a:noFill/>
        </p:spPr>
        <p:txBody>
          <a:bodyPr wrap="none" rtlCol="0">
            <a:spAutoFit/>
          </a:bodyPr>
          <a:lstStyle/>
          <a:p>
            <a:r>
              <a:rPr lang="en-US" dirty="0">
                <a:solidFill>
                  <a:srgbClr val="FF0000"/>
                </a:solidFill>
              </a:rPr>
              <a:t>I/O</a:t>
            </a:r>
          </a:p>
        </p:txBody>
      </p:sp>
      <p:sp>
        <p:nvSpPr>
          <p:cNvPr id="13" name="TextBox 12">
            <a:extLst>
              <a:ext uri="{FF2B5EF4-FFF2-40B4-BE49-F238E27FC236}">
                <a16:creationId xmlns:a16="http://schemas.microsoft.com/office/drawing/2014/main" id="{D979F633-B34C-B973-689D-913CB6911EDE}"/>
              </a:ext>
            </a:extLst>
          </p:cNvPr>
          <p:cNvSpPr txBox="1"/>
          <p:nvPr/>
        </p:nvSpPr>
        <p:spPr>
          <a:xfrm>
            <a:off x="3344439" y="4429336"/>
            <a:ext cx="492443" cy="369332"/>
          </a:xfrm>
          <a:prstGeom prst="rect">
            <a:avLst/>
          </a:prstGeom>
          <a:noFill/>
        </p:spPr>
        <p:txBody>
          <a:bodyPr wrap="none" rtlCol="0">
            <a:spAutoFit/>
          </a:bodyPr>
          <a:lstStyle/>
          <a:p>
            <a:r>
              <a:rPr lang="en-US" dirty="0">
                <a:solidFill>
                  <a:srgbClr val="FF0000"/>
                </a:solidFill>
              </a:rPr>
              <a:t>I/O</a:t>
            </a:r>
          </a:p>
        </p:txBody>
      </p:sp>
      <p:sp>
        <p:nvSpPr>
          <p:cNvPr id="14" name="TextBox 13">
            <a:extLst>
              <a:ext uri="{FF2B5EF4-FFF2-40B4-BE49-F238E27FC236}">
                <a16:creationId xmlns:a16="http://schemas.microsoft.com/office/drawing/2014/main" id="{DD136100-B1DA-17E3-D59B-333358346183}"/>
              </a:ext>
            </a:extLst>
          </p:cNvPr>
          <p:cNvSpPr txBox="1"/>
          <p:nvPr/>
        </p:nvSpPr>
        <p:spPr>
          <a:xfrm>
            <a:off x="3429000" y="5886872"/>
            <a:ext cx="5852884" cy="369332"/>
          </a:xfrm>
          <a:prstGeom prst="rect">
            <a:avLst/>
          </a:prstGeom>
          <a:noFill/>
        </p:spPr>
        <p:txBody>
          <a:bodyPr wrap="none" rtlCol="0">
            <a:spAutoFit/>
          </a:bodyPr>
          <a:lstStyle/>
          <a:p>
            <a:r>
              <a:rPr lang="en-US" b="1" dirty="0">
                <a:solidFill>
                  <a:srgbClr val="FF0000"/>
                </a:solidFill>
              </a:rPr>
              <a:t>What happen if both Job 2 and Job 3 need disk I/O?</a:t>
            </a:r>
          </a:p>
        </p:txBody>
      </p:sp>
      <p:sp>
        <p:nvSpPr>
          <p:cNvPr id="15" name="TextBox 14">
            <a:extLst>
              <a:ext uri="{FF2B5EF4-FFF2-40B4-BE49-F238E27FC236}">
                <a16:creationId xmlns:a16="http://schemas.microsoft.com/office/drawing/2014/main" id="{154BF6EF-66A7-E216-374A-E5C71D221879}"/>
              </a:ext>
            </a:extLst>
          </p:cNvPr>
          <p:cNvSpPr txBox="1"/>
          <p:nvPr/>
        </p:nvSpPr>
        <p:spPr>
          <a:xfrm>
            <a:off x="7444162" y="3672198"/>
            <a:ext cx="561051" cy="369332"/>
          </a:xfrm>
          <a:prstGeom prst="rect">
            <a:avLst/>
          </a:prstGeom>
          <a:noFill/>
        </p:spPr>
        <p:txBody>
          <a:bodyPr wrap="none" rtlCol="0">
            <a:spAutoFit/>
          </a:bodyPr>
          <a:lstStyle/>
          <a:p>
            <a:r>
              <a:rPr lang="en-US" dirty="0">
                <a:solidFill>
                  <a:srgbClr val="FF0000"/>
                </a:solidFill>
              </a:rPr>
              <a:t>Yes</a:t>
            </a:r>
          </a:p>
        </p:txBody>
      </p:sp>
    </p:spTree>
    <p:extLst>
      <p:ext uri="{BB962C8B-B14F-4D97-AF65-F5344CB8AC3E}">
        <p14:creationId xmlns:p14="http://schemas.microsoft.com/office/powerpoint/2010/main" val="24780457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ln w="1905"/>
                <a:solidFill>
                  <a:schemeClr val="accent1">
                    <a:lumMod val="75000"/>
                  </a:schemeClr>
                </a:solidFill>
                <a:effectLst>
                  <a:innerShdw blurRad="69850" dist="43180" dir="5400000">
                    <a:srgbClr val="000000">
                      <a:alpha val="65000"/>
                    </a:srgbClr>
                  </a:innerShdw>
                </a:effectLst>
              </a:rPr>
              <a:t>Effects on Resource Utilization</a:t>
            </a:r>
          </a:p>
        </p:txBody>
      </p:sp>
      <p:sp>
        <p:nvSpPr>
          <p:cNvPr id="3" name="Slide Number Placeholder 2">
            <a:extLst>
              <a:ext uri="{FF2B5EF4-FFF2-40B4-BE49-F238E27FC236}">
                <a16:creationId xmlns:a16="http://schemas.microsoft.com/office/drawing/2014/main" id="{4C8EAC0D-E764-46A1-B092-A00873C4BBF6}"/>
              </a:ext>
            </a:extLst>
          </p:cNvPr>
          <p:cNvSpPr>
            <a:spLocks noGrp="1"/>
          </p:cNvSpPr>
          <p:nvPr>
            <p:ph type="sldNum" sz="quarter" idx="12"/>
          </p:nvPr>
        </p:nvSpPr>
        <p:spPr/>
        <p:txBody>
          <a:bodyPr/>
          <a:lstStyle/>
          <a:p>
            <a:pPr>
              <a:defRPr/>
            </a:pPr>
            <a:fld id="{97012834-41A2-49E3-8762-B14EE3F5CFB1}" type="slidenum">
              <a:rPr lang="en-US" smtClean="0"/>
              <a:pPr>
                <a:defRPr/>
              </a:pPr>
              <a:t>34</a:t>
            </a:fld>
            <a:endParaRPr lang="en-US" dirty="0"/>
          </a:p>
        </p:txBody>
      </p:sp>
      <p:pic>
        <p:nvPicPr>
          <p:cNvPr id="6" name="Picture 5"/>
          <p:cNvPicPr>
            <a:picLocks noChangeAspect="1"/>
          </p:cNvPicPr>
          <p:nvPr/>
        </p:nvPicPr>
        <p:blipFill>
          <a:blip r:embed="rId3"/>
          <a:stretch>
            <a:fillRect/>
          </a:stretch>
        </p:blipFill>
        <p:spPr>
          <a:xfrm>
            <a:off x="1846577" y="1862995"/>
            <a:ext cx="8458200" cy="3132011"/>
          </a:xfrm>
          <a:prstGeom prst="rect">
            <a:avLst/>
          </a:prstGeom>
        </p:spPr>
      </p:pic>
      <p:sp>
        <p:nvSpPr>
          <p:cNvPr id="7" name="Rectangle 6"/>
          <p:cNvSpPr/>
          <p:nvPr/>
        </p:nvSpPr>
        <p:spPr>
          <a:xfrm>
            <a:off x="1846577" y="5294773"/>
            <a:ext cx="8305800" cy="338554"/>
          </a:xfrm>
          <a:prstGeom prst="rect">
            <a:avLst/>
          </a:prstGeom>
        </p:spPr>
        <p:txBody>
          <a:bodyPr wrap="square">
            <a:spAutoFit/>
          </a:bodyPr>
          <a:lstStyle/>
          <a:p>
            <a:pPr algn="ctr"/>
            <a:r>
              <a:rPr lang="en-US" sz="1600" b="1" dirty="0">
                <a:latin typeface="+mn-lt"/>
              </a:rPr>
              <a:t>Table 2.2   Effects of Multiprogramming on Resource Utilization </a:t>
            </a:r>
          </a:p>
        </p:txBody>
      </p:sp>
    </p:spTree>
  </p:cSld>
  <p:clrMapOvr>
    <a:masterClrMapping/>
  </p:clrMapOvr>
  <p:transition spd="slow">
    <p:randomBar dir="vert"/>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95AC440B-50C2-4AB8-95C9-76E7FFF56D60}"/>
              </a:ext>
            </a:extLst>
          </p:cNvPr>
          <p:cNvSpPr>
            <a:spLocks noGrp="1"/>
          </p:cNvSpPr>
          <p:nvPr>
            <p:ph type="title"/>
          </p:nvPr>
        </p:nvSpPr>
        <p:spPr/>
        <p:txBody>
          <a:bodyPr/>
          <a:lstStyle/>
          <a:p>
            <a:endParaRPr lang="en-US" dirty="0"/>
          </a:p>
        </p:txBody>
      </p:sp>
      <p:sp>
        <p:nvSpPr>
          <p:cNvPr id="8" name="Content Placeholder 7">
            <a:extLst>
              <a:ext uri="{FF2B5EF4-FFF2-40B4-BE49-F238E27FC236}">
                <a16:creationId xmlns:a16="http://schemas.microsoft.com/office/drawing/2014/main" id="{EE9B6D5B-1D7D-40AB-8903-24BA3B0A9A77}"/>
              </a:ext>
            </a:extLst>
          </p:cNvPr>
          <p:cNvSpPr>
            <a:spLocks noGrp="1"/>
          </p:cNvSpPr>
          <p:nvPr>
            <p:ph idx="1"/>
          </p:nvPr>
        </p:nvSpPr>
        <p:spPr>
          <a:xfrm>
            <a:off x="1981199" y="1037492"/>
            <a:ext cx="8229598" cy="5693800"/>
          </a:xfrm>
        </p:spPr>
        <p:txBody>
          <a:bodyPr>
            <a:normAutofit lnSpcReduction="10000"/>
          </a:bodyPr>
          <a:lstStyle/>
          <a:p>
            <a:pPr marL="0" indent="0">
              <a:buNone/>
            </a:pPr>
            <a:r>
              <a:rPr lang="en-US" dirty="0"/>
              <a:t>A multiprocessor with eight processors has 20 attached tape drives. There is a large number of jobs submitted to the system that each require a maximum of five tape drives to complete execution. </a:t>
            </a:r>
            <a:br>
              <a:rPr lang="en-US" dirty="0"/>
            </a:br>
            <a:r>
              <a:rPr lang="en-US" b="1" dirty="0"/>
              <a:t>Assume that each job starts running with only three tape drives for a long period before requiring the fourth and fifth tape drives for a short period towards the end of its operation. Also assume an endless supply of such jobs.</a:t>
            </a:r>
          </a:p>
          <a:p>
            <a:pPr marL="0" indent="0">
              <a:buNone/>
            </a:pPr>
            <a:r>
              <a:rPr lang="en-US" b="1" dirty="0"/>
              <a:t>a)</a:t>
            </a:r>
            <a:r>
              <a:rPr lang="en-US" dirty="0"/>
              <a:t> Assume the scheduler in the OS will not start a job unless there are five tape drives available. When a  job is started, five drives are assigned immediately and are not released until the job finishes. What is the maximum number of jobs that can be in progress at once? What are the maximum and minimum number of tape drives that may be left idle as a result of this policy?</a:t>
            </a:r>
          </a:p>
          <a:p>
            <a:pPr marL="0" indent="0">
              <a:buNone/>
            </a:pPr>
            <a:r>
              <a:rPr lang="en-US" b="1" dirty="0"/>
              <a:t>b)</a:t>
            </a:r>
            <a:r>
              <a:rPr lang="en-US" dirty="0"/>
              <a:t> Suggest an alternative policy to improve tape drive utilization and at the same time avoid system deadlock. What is the maximum number of jobs that can be in progress at once? What are the bounds on the number of idling tape drives?</a:t>
            </a:r>
          </a:p>
          <a:p>
            <a:endParaRPr lang="en-US" dirty="0"/>
          </a:p>
        </p:txBody>
      </p:sp>
      <p:sp>
        <p:nvSpPr>
          <p:cNvPr id="9" name="Title 6">
            <a:extLst>
              <a:ext uri="{FF2B5EF4-FFF2-40B4-BE49-F238E27FC236}">
                <a16:creationId xmlns:a16="http://schemas.microsoft.com/office/drawing/2014/main" id="{8650AE7F-1BC5-4903-A966-B9D223C715B8}"/>
              </a:ext>
            </a:extLst>
          </p:cNvPr>
          <p:cNvSpPr txBox="1">
            <a:spLocks/>
          </p:cNvSpPr>
          <p:nvPr/>
        </p:nvSpPr>
        <p:spPr>
          <a:xfrm>
            <a:off x="1981199" y="126708"/>
            <a:ext cx="8229598" cy="546071"/>
          </a:xfrm>
          <a:prstGeom prst="rect">
            <a:avLst/>
          </a:prstGeom>
          <a:solidFill>
            <a:schemeClr val="accent2">
              <a:lumMod val="40000"/>
              <a:lumOff val="60000"/>
            </a:schemeClr>
          </a:solidFill>
          <a:effectLst/>
        </p:spPr>
        <p:txBody>
          <a:bodyPr vert="horz" lIns="91440" tIns="0" rIns="91440" bIns="0" rtlCol="0" anchor="b" anchorCtr="0">
            <a:noAutofit/>
          </a:bodyPr>
          <a:lstStyle>
            <a:lvl1pPr algn="ctr" defTabSz="914400" rtl="0" eaLnBrk="1" latinLnBrk="0" hangingPunct="1">
              <a:lnSpc>
                <a:spcPts val="5400"/>
              </a:lnSpc>
              <a:spcBef>
                <a:spcPct val="0"/>
              </a:spcBef>
              <a:buNone/>
              <a:defRPr sz="4000" kern="1200">
                <a:solidFill>
                  <a:srgbClr val="AC0000"/>
                </a:solidFill>
                <a:effectLst>
                  <a:outerShdw blurRad="50800" dist="38100" dir="2700000" algn="tl" rotWithShape="0">
                    <a:prstClr val="black">
                      <a:alpha val="40000"/>
                    </a:prstClr>
                  </a:outerShdw>
                </a:effectLst>
                <a:latin typeface="+mj-lt"/>
                <a:ea typeface="+mj-ea"/>
                <a:cs typeface="+mj-cs"/>
              </a:defRPr>
            </a:lvl1pPr>
          </a:lstStyle>
          <a:p>
            <a:pPr fontAlgn="auto">
              <a:spcAft>
                <a:spcPts val="0"/>
              </a:spcAft>
              <a:defRPr/>
            </a:pPr>
            <a:r>
              <a:rPr lang="en-US" b="1" dirty="0">
                <a:solidFill>
                  <a:schemeClr val="accent1"/>
                </a:solidFill>
                <a:latin typeface="Calisto MT"/>
              </a:rPr>
              <a:t>Problem Time</a:t>
            </a:r>
          </a:p>
        </p:txBody>
      </p:sp>
    </p:spTree>
    <p:extLst>
      <p:ext uri="{BB962C8B-B14F-4D97-AF65-F5344CB8AC3E}">
        <p14:creationId xmlns:p14="http://schemas.microsoft.com/office/powerpoint/2010/main" val="184486833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solidFill>
                  <a:schemeClr val="accent1"/>
                </a:solidFill>
              </a:rPr>
              <a:t>Evolution of Operating Systems</a:t>
            </a:r>
            <a:endParaRPr lang="en-NZ" b="1" dirty="0">
              <a:solidFill>
                <a:schemeClr val="accent1"/>
              </a:solidFill>
            </a:endParaRPr>
          </a:p>
        </p:txBody>
      </p:sp>
      <p:sp>
        <p:nvSpPr>
          <p:cNvPr id="4" name="Slide Number Placeholder 3">
            <a:extLst>
              <a:ext uri="{FF2B5EF4-FFF2-40B4-BE49-F238E27FC236}">
                <a16:creationId xmlns:a16="http://schemas.microsoft.com/office/drawing/2014/main" id="{8F6AEFC1-1C49-425D-B3A0-8F4B35DE0C6F}"/>
              </a:ext>
            </a:extLst>
          </p:cNvPr>
          <p:cNvSpPr>
            <a:spLocks noGrp="1"/>
          </p:cNvSpPr>
          <p:nvPr>
            <p:ph type="sldNum" sz="quarter" idx="12"/>
          </p:nvPr>
        </p:nvSpPr>
        <p:spPr/>
        <p:txBody>
          <a:bodyPr/>
          <a:lstStyle/>
          <a:p>
            <a:pPr>
              <a:defRPr/>
            </a:pPr>
            <a:fld id="{97012834-41A2-49E3-8762-B14EE3F5CFB1}" type="slidenum">
              <a:rPr lang="en-US" smtClean="0"/>
              <a:pPr>
                <a:defRPr/>
              </a:pPr>
              <a:t>36</a:t>
            </a:fld>
            <a:endParaRPr lang="en-US" dirty="0"/>
          </a:p>
        </p:txBody>
      </p:sp>
      <p:graphicFrame>
        <p:nvGraphicFramePr>
          <p:cNvPr id="5" name="Diagram 4"/>
          <p:cNvGraphicFramePr/>
          <p:nvPr>
            <p:extLst>
              <p:ext uri="{D42A27DB-BD31-4B8C-83A1-F6EECF244321}">
                <p14:modId xmlns:p14="http://schemas.microsoft.com/office/powerpoint/2010/main" val="4234007005"/>
              </p:ext>
            </p:extLst>
          </p:nvPr>
        </p:nvGraphicFramePr>
        <p:xfrm>
          <a:off x="2438400" y="2133600"/>
          <a:ext cx="7315200" cy="43688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55533100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ln w="1905"/>
                <a:solidFill>
                  <a:schemeClr val="accent1">
                    <a:lumMod val="75000"/>
                  </a:schemeClr>
                </a:solidFill>
                <a:effectLst>
                  <a:innerShdw blurRad="69850" dist="43180" dir="5400000">
                    <a:srgbClr val="000000">
                      <a:alpha val="65000"/>
                    </a:srgbClr>
                  </a:innerShdw>
                </a:effectLst>
              </a:rPr>
              <a:t>Time-Sharing Systems</a:t>
            </a:r>
          </a:p>
        </p:txBody>
      </p:sp>
      <p:sp>
        <p:nvSpPr>
          <p:cNvPr id="3" name="Content Placeholder 2"/>
          <p:cNvSpPr>
            <a:spLocks noGrp="1"/>
          </p:cNvSpPr>
          <p:nvPr>
            <p:ph idx="1"/>
          </p:nvPr>
        </p:nvSpPr>
        <p:spPr/>
        <p:txBody>
          <a:bodyPr>
            <a:normAutofit/>
          </a:bodyPr>
          <a:lstStyle/>
          <a:p>
            <a:r>
              <a:rPr lang="en-US" sz="2800" dirty="0"/>
              <a:t>Can be used to handle multiple interactive jobs</a:t>
            </a:r>
          </a:p>
          <a:p>
            <a:r>
              <a:rPr lang="en-US" sz="2800" dirty="0"/>
              <a:t>Processor time is shared among multiple users</a:t>
            </a:r>
          </a:p>
          <a:p>
            <a:r>
              <a:rPr lang="en-US" sz="2800" dirty="0"/>
              <a:t>Multiple users simultaneously access the system through terminals</a:t>
            </a:r>
          </a:p>
          <a:p>
            <a:r>
              <a:rPr lang="en-US" sz="2800" dirty="0"/>
              <a:t>The OS interleaves the execution of each user program in a short burst or quantum of computation</a:t>
            </a:r>
          </a:p>
        </p:txBody>
      </p:sp>
      <p:sp>
        <p:nvSpPr>
          <p:cNvPr id="4" name="Slide Number Placeholder 3">
            <a:extLst>
              <a:ext uri="{FF2B5EF4-FFF2-40B4-BE49-F238E27FC236}">
                <a16:creationId xmlns:a16="http://schemas.microsoft.com/office/drawing/2014/main" id="{9D856AD1-87F0-4710-B82C-7D5A871CDDC0}"/>
              </a:ext>
            </a:extLst>
          </p:cNvPr>
          <p:cNvSpPr>
            <a:spLocks noGrp="1"/>
          </p:cNvSpPr>
          <p:nvPr>
            <p:ph type="sldNum" sz="quarter" idx="12"/>
          </p:nvPr>
        </p:nvSpPr>
        <p:spPr/>
        <p:txBody>
          <a:bodyPr/>
          <a:lstStyle/>
          <a:p>
            <a:pPr>
              <a:defRPr/>
            </a:pPr>
            <a:fld id="{E4367C90-D8D8-4A11-9BC3-E7451ACC5EB2}" type="slidenum">
              <a:rPr lang="en-US" smtClean="0"/>
              <a:pPr>
                <a:defRPr/>
              </a:pPr>
              <a:t>37</a:t>
            </a:fld>
            <a:endParaRPr lang="en-US"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0" y="126709"/>
            <a:ext cx="9144000" cy="546071"/>
          </a:xfrm>
        </p:spPr>
        <p:txBody>
          <a:bodyPr/>
          <a:lstStyle/>
          <a:p>
            <a:pPr algn="ctr"/>
            <a:r>
              <a:rPr lang="en-US" sz="3600" b="1" dirty="0">
                <a:ln w="1905"/>
                <a:solidFill>
                  <a:schemeClr val="accent1">
                    <a:lumMod val="75000"/>
                  </a:schemeClr>
                </a:solidFill>
                <a:effectLst>
                  <a:innerShdw blurRad="69850" dist="43180" dir="5400000">
                    <a:srgbClr val="000000">
                      <a:alpha val="65000"/>
                    </a:srgbClr>
                  </a:innerShdw>
                </a:effectLst>
              </a:rPr>
              <a:t>Batch Multiprogramming vs. Time Sharing</a:t>
            </a:r>
          </a:p>
        </p:txBody>
      </p:sp>
      <p:sp>
        <p:nvSpPr>
          <p:cNvPr id="3" name="Slide Number Placeholder 2">
            <a:extLst>
              <a:ext uri="{FF2B5EF4-FFF2-40B4-BE49-F238E27FC236}">
                <a16:creationId xmlns:a16="http://schemas.microsoft.com/office/drawing/2014/main" id="{7ABEF20E-2261-477E-8342-E2D3DDB22DB0}"/>
              </a:ext>
            </a:extLst>
          </p:cNvPr>
          <p:cNvSpPr>
            <a:spLocks noGrp="1"/>
          </p:cNvSpPr>
          <p:nvPr>
            <p:ph type="sldNum" sz="quarter" idx="12"/>
          </p:nvPr>
        </p:nvSpPr>
        <p:spPr/>
        <p:txBody>
          <a:bodyPr/>
          <a:lstStyle/>
          <a:p>
            <a:pPr>
              <a:defRPr/>
            </a:pPr>
            <a:fld id="{97012834-41A2-49E3-8762-B14EE3F5CFB1}" type="slidenum">
              <a:rPr lang="en-US" smtClean="0"/>
              <a:pPr>
                <a:defRPr/>
              </a:pPr>
              <a:t>38</a:t>
            </a:fld>
            <a:endParaRPr lang="en-US" dirty="0"/>
          </a:p>
        </p:txBody>
      </p:sp>
      <p:pic>
        <p:nvPicPr>
          <p:cNvPr id="5" name="Picture 4"/>
          <p:cNvPicPr>
            <a:picLocks noChangeAspect="1"/>
          </p:cNvPicPr>
          <p:nvPr/>
        </p:nvPicPr>
        <p:blipFill>
          <a:blip r:embed="rId3"/>
          <a:stretch>
            <a:fillRect/>
          </a:stretch>
        </p:blipFill>
        <p:spPr>
          <a:xfrm>
            <a:off x="1905001" y="2209801"/>
            <a:ext cx="8537331" cy="1861389"/>
          </a:xfrm>
          <a:prstGeom prst="rect">
            <a:avLst/>
          </a:prstGeom>
        </p:spPr>
      </p:pic>
      <p:sp>
        <p:nvSpPr>
          <p:cNvPr id="7" name="Rectangle 6"/>
          <p:cNvSpPr/>
          <p:nvPr/>
        </p:nvSpPr>
        <p:spPr>
          <a:xfrm>
            <a:off x="1905000" y="4419600"/>
            <a:ext cx="8382000" cy="338554"/>
          </a:xfrm>
          <a:prstGeom prst="rect">
            <a:avLst/>
          </a:prstGeom>
        </p:spPr>
        <p:txBody>
          <a:bodyPr wrap="square">
            <a:spAutoFit/>
          </a:bodyPr>
          <a:lstStyle/>
          <a:p>
            <a:pPr algn="ctr"/>
            <a:r>
              <a:rPr lang="en-US" sz="1600" b="1" dirty="0">
                <a:latin typeface="+mn-lt"/>
              </a:rPr>
              <a:t>Table 2.3   Batch Multiprogramming versus Time Sharing </a:t>
            </a:r>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xmlns:mv="urn:schemas-microsoft-com:mac:vml">
      <p:transition spd="slow">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6400" y="126709"/>
            <a:ext cx="8991600" cy="546071"/>
          </a:xfrm>
        </p:spPr>
        <p:txBody>
          <a:bodyPr/>
          <a:lstStyle/>
          <a:p>
            <a:pPr algn="ctr"/>
            <a:r>
              <a:rPr lang="en-NZ" sz="3600" b="1" dirty="0">
                <a:solidFill>
                  <a:schemeClr val="accent1">
                    <a:lumMod val="75000"/>
                  </a:schemeClr>
                </a:solidFill>
              </a:rPr>
              <a:t>Compatible Time-Sharing Systems (CTSS)</a:t>
            </a:r>
          </a:p>
        </p:txBody>
      </p:sp>
      <p:sp>
        <p:nvSpPr>
          <p:cNvPr id="5" name="Text Placeholder 4"/>
          <p:cNvSpPr>
            <a:spLocks noGrp="1"/>
          </p:cNvSpPr>
          <p:nvPr>
            <p:ph type="body" idx="1"/>
          </p:nvPr>
        </p:nvSpPr>
        <p:spPr/>
        <p:txBody>
          <a:bodyPr/>
          <a:lstStyle/>
          <a:p>
            <a:r>
              <a:rPr lang="en-US" dirty="0"/>
              <a:t>What is CTSS?</a:t>
            </a:r>
          </a:p>
        </p:txBody>
      </p:sp>
      <p:sp>
        <p:nvSpPr>
          <p:cNvPr id="3" name="Content Placeholder 2"/>
          <p:cNvSpPr>
            <a:spLocks noGrp="1"/>
          </p:cNvSpPr>
          <p:nvPr>
            <p:ph sz="half" idx="2"/>
          </p:nvPr>
        </p:nvSpPr>
        <p:spPr/>
        <p:txBody>
          <a:bodyPr>
            <a:normAutofit/>
          </a:bodyPr>
          <a:lstStyle/>
          <a:p>
            <a:r>
              <a:rPr lang="en-NZ" dirty="0"/>
              <a:t>One of the first time-sharing operating systems</a:t>
            </a:r>
          </a:p>
          <a:p>
            <a:pPr marL="282575" lvl="1" indent="-282575">
              <a:spcBef>
                <a:spcPts val="1800"/>
              </a:spcBef>
            </a:pPr>
            <a:r>
              <a:rPr lang="en-NZ" dirty="0"/>
              <a:t>Developed at MIT by a group known as Project MAC in 1961</a:t>
            </a:r>
          </a:p>
          <a:p>
            <a:pPr marL="282575" lvl="1" indent="-282575">
              <a:spcBef>
                <a:spcPts val="1800"/>
              </a:spcBef>
            </a:pPr>
            <a:r>
              <a:rPr lang="en-NZ" dirty="0"/>
              <a:t>Ran on a computer with 32,000, 36-bit words of main memory, with the resident monitor consuming 5,000 of that.</a:t>
            </a:r>
          </a:p>
          <a:p>
            <a:pPr marL="282575" lvl="1" indent="-282575">
              <a:spcBef>
                <a:spcPts val="1800"/>
              </a:spcBef>
            </a:pPr>
            <a:r>
              <a:rPr lang="en-NZ" dirty="0"/>
              <a:t>To simplify both the monitor and memory management a program was always loaded to start at the location of the 5000</a:t>
            </a:r>
            <a:r>
              <a:rPr lang="en-NZ" baseline="30000" dirty="0"/>
              <a:t>th</a:t>
            </a:r>
            <a:r>
              <a:rPr lang="en-NZ" dirty="0"/>
              <a:t> word</a:t>
            </a:r>
          </a:p>
        </p:txBody>
      </p:sp>
      <p:sp>
        <p:nvSpPr>
          <p:cNvPr id="6" name="Text Placeholder 5"/>
          <p:cNvSpPr>
            <a:spLocks noGrp="1"/>
          </p:cNvSpPr>
          <p:nvPr>
            <p:ph type="body" sz="quarter" idx="3"/>
          </p:nvPr>
        </p:nvSpPr>
        <p:spPr/>
        <p:txBody>
          <a:bodyPr/>
          <a:lstStyle/>
          <a:p>
            <a:r>
              <a:rPr lang="en-US" dirty="0"/>
              <a:t>How was time slicing implemented?</a:t>
            </a:r>
          </a:p>
        </p:txBody>
      </p:sp>
      <p:sp>
        <p:nvSpPr>
          <p:cNvPr id="7" name="Content Placeholder 6"/>
          <p:cNvSpPr>
            <a:spLocks noGrp="1"/>
          </p:cNvSpPr>
          <p:nvPr>
            <p:ph sz="quarter" idx="4"/>
          </p:nvPr>
        </p:nvSpPr>
        <p:spPr/>
        <p:txBody>
          <a:bodyPr>
            <a:normAutofit/>
          </a:bodyPr>
          <a:lstStyle/>
          <a:p>
            <a:pPr marL="282575" lvl="1" indent="-282575">
              <a:spcBef>
                <a:spcPts val="1800"/>
              </a:spcBef>
            </a:pPr>
            <a:r>
              <a:rPr lang="en-NZ" dirty="0"/>
              <a:t>System </a:t>
            </a:r>
            <a:r>
              <a:rPr lang="en-NZ" dirty="0">
                <a:solidFill>
                  <a:srgbClr val="C00000"/>
                </a:solidFill>
              </a:rPr>
              <a:t>clock generates interrupts </a:t>
            </a:r>
            <a:r>
              <a:rPr lang="en-NZ" dirty="0"/>
              <a:t>at a rate of approximately one every 0.2 seconds</a:t>
            </a:r>
          </a:p>
          <a:p>
            <a:pPr marL="282575" lvl="1" indent="-282575">
              <a:spcBef>
                <a:spcPts val="1800"/>
              </a:spcBef>
            </a:pPr>
            <a:r>
              <a:rPr lang="en-NZ" dirty="0">
                <a:solidFill>
                  <a:srgbClr val="C00000"/>
                </a:solidFill>
              </a:rPr>
              <a:t>At each interrupt OS regained control and could assign processor to another user</a:t>
            </a:r>
          </a:p>
          <a:p>
            <a:pPr marL="282575" lvl="1" indent="-282575">
              <a:spcBef>
                <a:spcPts val="1800"/>
              </a:spcBef>
            </a:pPr>
            <a:r>
              <a:rPr lang="en-NZ" dirty="0"/>
              <a:t>At regular time intervals the current user would be </a:t>
            </a:r>
            <a:r>
              <a:rPr lang="en-NZ" dirty="0" err="1">
                <a:solidFill>
                  <a:srgbClr val="C00000"/>
                </a:solidFill>
              </a:rPr>
              <a:t>preempted</a:t>
            </a:r>
            <a:r>
              <a:rPr lang="en-NZ" dirty="0"/>
              <a:t>, and another user loaded in</a:t>
            </a:r>
          </a:p>
          <a:p>
            <a:pPr marL="282575" lvl="1" indent="-282575">
              <a:spcBef>
                <a:spcPts val="1800"/>
              </a:spcBef>
            </a:pPr>
            <a:r>
              <a:rPr lang="en-NZ" dirty="0"/>
              <a:t>Old user programs and data were </a:t>
            </a:r>
            <a:r>
              <a:rPr lang="en-NZ" dirty="0">
                <a:solidFill>
                  <a:srgbClr val="C00000"/>
                </a:solidFill>
              </a:rPr>
              <a:t>written out </a:t>
            </a:r>
            <a:r>
              <a:rPr lang="en-NZ" dirty="0"/>
              <a:t>to disk</a:t>
            </a:r>
          </a:p>
          <a:p>
            <a:pPr marL="282575" lvl="1" indent="-282575">
              <a:spcBef>
                <a:spcPts val="1800"/>
              </a:spcBef>
            </a:pPr>
            <a:r>
              <a:rPr lang="en-NZ" dirty="0"/>
              <a:t>Old user program code and data were restored in main memory when that program was next given a turn</a:t>
            </a:r>
          </a:p>
          <a:p>
            <a:endParaRPr lang="en-US" sz="1400" dirty="0"/>
          </a:p>
        </p:txBody>
      </p:sp>
      <p:sp>
        <p:nvSpPr>
          <p:cNvPr id="4" name="Slide Number Placeholder 3">
            <a:extLst>
              <a:ext uri="{FF2B5EF4-FFF2-40B4-BE49-F238E27FC236}">
                <a16:creationId xmlns:a16="http://schemas.microsoft.com/office/drawing/2014/main" id="{3B97FB32-869A-424A-AB5C-B81DD32ED8EA}"/>
              </a:ext>
            </a:extLst>
          </p:cNvPr>
          <p:cNvSpPr>
            <a:spLocks noGrp="1"/>
          </p:cNvSpPr>
          <p:nvPr>
            <p:ph type="sldNum" sz="quarter" idx="12"/>
          </p:nvPr>
        </p:nvSpPr>
        <p:spPr/>
        <p:txBody>
          <a:bodyPr/>
          <a:lstStyle/>
          <a:p>
            <a:pPr>
              <a:defRPr/>
            </a:pPr>
            <a:fld id="{D56104A5-FF6A-4891-8FE3-D539A7A66E05}" type="slidenum">
              <a:rPr lang="en-US" sz="2000"/>
              <a:pPr>
                <a:defRPr/>
              </a:pPr>
              <a:t>39</a:t>
            </a:fld>
            <a:endParaRPr lang="en-US" sz="2000" dirty="0"/>
          </a:p>
        </p:txBody>
      </p:sp>
      <p:sp>
        <p:nvSpPr>
          <p:cNvPr id="8" name="TextBox 7">
            <a:extLst>
              <a:ext uri="{FF2B5EF4-FFF2-40B4-BE49-F238E27FC236}">
                <a16:creationId xmlns:a16="http://schemas.microsoft.com/office/drawing/2014/main" id="{1E071FB5-2006-F747-EF1D-549EDEE22123}"/>
              </a:ext>
            </a:extLst>
          </p:cNvPr>
          <p:cNvSpPr txBox="1"/>
          <p:nvPr/>
        </p:nvSpPr>
        <p:spPr>
          <a:xfrm>
            <a:off x="1981198" y="6149344"/>
            <a:ext cx="8915403" cy="523220"/>
          </a:xfrm>
          <a:prstGeom prst="rect">
            <a:avLst/>
          </a:prstGeom>
          <a:noFill/>
        </p:spPr>
        <p:txBody>
          <a:bodyPr wrap="square" rtlCol="0">
            <a:spAutoFit/>
          </a:bodyPr>
          <a:lstStyle/>
          <a:p>
            <a:r>
              <a:rPr lang="en-US" sz="1400" dirty="0">
                <a:latin typeface="+mn-lt"/>
              </a:rPr>
              <a:t>The system was first developed for the IBM 709 in 1961 and later transferred to an IBM 7094.</a:t>
            </a:r>
          </a:p>
          <a:p>
            <a:endParaRPr lang="en-US" sz="1400" dirty="0"/>
          </a:p>
        </p:txBody>
      </p:sp>
      <p:sp>
        <p:nvSpPr>
          <p:cNvPr id="9" name="TextBox 8">
            <a:extLst>
              <a:ext uri="{FF2B5EF4-FFF2-40B4-BE49-F238E27FC236}">
                <a16:creationId xmlns:a16="http://schemas.microsoft.com/office/drawing/2014/main" id="{5F1BA3ED-0AB1-76B9-0C72-C55F04A1963E}"/>
              </a:ext>
            </a:extLst>
          </p:cNvPr>
          <p:cNvSpPr txBox="1"/>
          <p:nvPr/>
        </p:nvSpPr>
        <p:spPr>
          <a:xfrm>
            <a:off x="170481" y="5556142"/>
            <a:ext cx="8211519" cy="261610"/>
          </a:xfrm>
          <a:prstGeom prst="rect">
            <a:avLst/>
          </a:prstGeom>
          <a:noFill/>
        </p:spPr>
        <p:txBody>
          <a:bodyPr wrap="square" rtlCol="0">
            <a:spAutoFit/>
          </a:bodyPr>
          <a:lstStyle/>
          <a:p>
            <a:r>
              <a:rPr lang="en-US" sz="1100" dirty="0"/>
              <a:t>https://</a:t>
            </a:r>
            <a:r>
              <a:rPr lang="en-US" sz="1100" dirty="0" err="1"/>
              <a:t>www.youtube.com</a:t>
            </a:r>
            <a:r>
              <a:rPr lang="en-US" sz="1100" dirty="0"/>
              <a:t>/</a:t>
            </a:r>
            <a:r>
              <a:rPr lang="en-US" sz="1100" dirty="0" err="1"/>
              <a:t>watch?v</a:t>
            </a:r>
            <a:r>
              <a:rPr lang="en-US" sz="1100" dirty="0"/>
              <a:t>=Q07PhW5sCEk&amp;list=PLT8Ms9NT2xpb6yBvtVpBXzUoIMAhDu0G9</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f7.pdf"/>
          <p:cNvPicPr>
            <a:picLocks noChangeAspect="1"/>
          </p:cNvPicPr>
          <p:nvPr/>
        </p:nvPicPr>
        <p:blipFill>
          <a:blip r:embed="rId3"/>
          <a:srcRect l="10000" t="10588" r="7273" b="9412"/>
          <a:stretch>
            <a:fillRect/>
          </a:stretch>
        </p:blipFill>
        <p:spPr>
          <a:xfrm>
            <a:off x="1828800" y="594634"/>
            <a:ext cx="8382000" cy="6263367"/>
          </a:xfrm>
          <a:prstGeom prst="rect">
            <a:avLst/>
          </a:prstGeom>
        </p:spPr>
      </p:pic>
      <p:sp>
        <p:nvSpPr>
          <p:cNvPr id="2" name="Slide Number Placeholder 1">
            <a:extLst>
              <a:ext uri="{FF2B5EF4-FFF2-40B4-BE49-F238E27FC236}">
                <a16:creationId xmlns:a16="http://schemas.microsoft.com/office/drawing/2014/main" id="{654960D1-312E-49E7-A27D-AEB210008EFD}"/>
              </a:ext>
            </a:extLst>
          </p:cNvPr>
          <p:cNvSpPr>
            <a:spLocks noGrp="1"/>
          </p:cNvSpPr>
          <p:nvPr>
            <p:ph type="sldNum" sz="quarter" idx="12"/>
          </p:nvPr>
        </p:nvSpPr>
        <p:spPr/>
        <p:txBody>
          <a:bodyPr/>
          <a:lstStyle/>
          <a:p>
            <a:pPr>
              <a:defRPr/>
            </a:pPr>
            <a:fld id="{0A9A6F0D-A611-4358-861D-7B01E8303898}" type="slidenum">
              <a:rPr lang="en-US" smtClean="0"/>
              <a:pPr>
                <a:defRPr/>
              </a:pPr>
              <a:t>40</a:t>
            </a:fld>
            <a:endParaRPr lang="en-US" dirty="0"/>
          </a:p>
        </p:txBody>
      </p:sp>
      <p:sp>
        <p:nvSpPr>
          <p:cNvPr id="3" name="TextBox 2">
            <a:extLst>
              <a:ext uri="{FF2B5EF4-FFF2-40B4-BE49-F238E27FC236}">
                <a16:creationId xmlns:a16="http://schemas.microsoft.com/office/drawing/2014/main" id="{E3410809-3EEC-F15E-ABE9-0E2AB98D6830}"/>
              </a:ext>
            </a:extLst>
          </p:cNvPr>
          <p:cNvSpPr txBox="1"/>
          <p:nvPr/>
        </p:nvSpPr>
        <p:spPr>
          <a:xfrm>
            <a:off x="2119938" y="5913085"/>
            <a:ext cx="8109912" cy="369332"/>
          </a:xfrm>
          <a:prstGeom prst="rect">
            <a:avLst/>
          </a:prstGeom>
          <a:noFill/>
        </p:spPr>
        <p:txBody>
          <a:bodyPr wrap="none" rtlCol="0">
            <a:spAutoFit/>
          </a:bodyPr>
          <a:lstStyle/>
          <a:p>
            <a:r>
              <a:rPr lang="en-US" dirty="0">
                <a:solidFill>
                  <a:srgbClr val="C00000"/>
                </a:solidFill>
              </a:rPr>
              <a:t>Will we lose data of Job 1 when Job1 is suspended and overwritten by Job 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NZ" b="1" dirty="0">
                <a:ln w="1905"/>
                <a:solidFill>
                  <a:schemeClr val="accent1">
                    <a:lumMod val="75000"/>
                  </a:schemeClr>
                </a:solidFill>
                <a:effectLst>
                  <a:innerShdw blurRad="69850" dist="43180" dir="5400000">
                    <a:srgbClr val="000000">
                      <a:alpha val="65000"/>
                    </a:srgbClr>
                  </a:innerShdw>
                </a:effectLst>
              </a:rPr>
              <a:t>Modern O/S</a:t>
            </a:r>
          </a:p>
        </p:txBody>
      </p:sp>
      <p:sp>
        <p:nvSpPr>
          <p:cNvPr id="3" name="Content Placeholder 2"/>
          <p:cNvSpPr>
            <a:spLocks noGrp="1"/>
          </p:cNvSpPr>
          <p:nvPr>
            <p:ph idx="1"/>
          </p:nvPr>
        </p:nvSpPr>
        <p:spPr/>
        <p:txBody>
          <a:bodyPr>
            <a:normAutofit/>
          </a:bodyPr>
          <a:lstStyle/>
          <a:p>
            <a:r>
              <a:rPr lang="en-NZ" sz="3000" dirty="0"/>
              <a:t>Operating Systems are among the most complex pieces of software ever developed</a:t>
            </a:r>
          </a:p>
        </p:txBody>
      </p:sp>
      <p:sp>
        <p:nvSpPr>
          <p:cNvPr id="4" name="Slide Number Placeholder 3">
            <a:extLst>
              <a:ext uri="{FF2B5EF4-FFF2-40B4-BE49-F238E27FC236}">
                <a16:creationId xmlns:a16="http://schemas.microsoft.com/office/drawing/2014/main" id="{2FBBD0BC-B2EF-4B76-A8D4-E8DE403B2683}"/>
              </a:ext>
            </a:extLst>
          </p:cNvPr>
          <p:cNvSpPr>
            <a:spLocks noGrp="1"/>
          </p:cNvSpPr>
          <p:nvPr>
            <p:ph type="sldNum" sz="quarter" idx="12"/>
          </p:nvPr>
        </p:nvSpPr>
        <p:spPr/>
        <p:txBody>
          <a:bodyPr/>
          <a:lstStyle/>
          <a:p>
            <a:pPr>
              <a:defRPr/>
            </a:pPr>
            <a:fld id="{E4367C90-D8D8-4A11-9BC3-E7451ACC5EB2}" type="slidenum">
              <a:rPr lang="en-US" smtClean="0"/>
              <a:pPr>
                <a:defRPr/>
              </a:pPr>
              <a:t>41</a:t>
            </a:fld>
            <a:endParaRPr lang="en-US" dirty="0"/>
          </a:p>
        </p:txBody>
      </p:sp>
      <p:graphicFrame>
        <p:nvGraphicFramePr>
          <p:cNvPr id="6" name="Diagram 5"/>
          <p:cNvGraphicFramePr/>
          <p:nvPr>
            <p:extLst>
              <p:ext uri="{D42A27DB-BD31-4B8C-83A1-F6EECF244321}">
                <p14:modId xmlns:p14="http://schemas.microsoft.com/office/powerpoint/2010/main" val="553483938"/>
              </p:ext>
            </p:extLst>
          </p:nvPr>
        </p:nvGraphicFramePr>
        <p:xfrm>
          <a:off x="2133600" y="2514600"/>
          <a:ext cx="8229600" cy="30226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26724748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n w="1905"/>
                <a:solidFill>
                  <a:schemeClr val="accent1"/>
                </a:solidFill>
                <a:effectLst>
                  <a:innerShdw blurRad="69850" dist="43180" dir="5400000">
                    <a:srgbClr val="000000">
                      <a:alpha val="65000"/>
                    </a:srgbClr>
                  </a:innerShdw>
                </a:effectLst>
              </a:rPr>
              <a:t>Process</a:t>
            </a:r>
          </a:p>
        </p:txBody>
      </p:sp>
      <p:sp>
        <p:nvSpPr>
          <p:cNvPr id="3" name="Content Placeholder 2"/>
          <p:cNvSpPr>
            <a:spLocks noGrp="1"/>
          </p:cNvSpPr>
          <p:nvPr>
            <p:ph idx="1"/>
          </p:nvPr>
        </p:nvSpPr>
        <p:spPr>
          <a:xfrm>
            <a:off x="1955799" y="1037494"/>
            <a:ext cx="8229599" cy="5363307"/>
          </a:xfrm>
        </p:spPr>
        <p:txBody>
          <a:bodyPr>
            <a:noAutofit/>
          </a:bodyPr>
          <a:lstStyle/>
          <a:p>
            <a:r>
              <a:rPr lang="en-US" sz="2800" dirty="0"/>
              <a:t>Fundamental to the structure of operating systems</a:t>
            </a:r>
          </a:p>
        </p:txBody>
      </p:sp>
      <p:sp>
        <p:nvSpPr>
          <p:cNvPr id="4" name="Slide Number Placeholder 3">
            <a:extLst>
              <a:ext uri="{FF2B5EF4-FFF2-40B4-BE49-F238E27FC236}">
                <a16:creationId xmlns:a16="http://schemas.microsoft.com/office/drawing/2014/main" id="{D5A4921A-70B2-4178-B911-93F4E3130ACC}"/>
              </a:ext>
            </a:extLst>
          </p:cNvPr>
          <p:cNvSpPr>
            <a:spLocks noGrp="1"/>
          </p:cNvSpPr>
          <p:nvPr>
            <p:ph type="sldNum" sz="quarter" idx="12"/>
          </p:nvPr>
        </p:nvSpPr>
        <p:spPr/>
        <p:txBody>
          <a:bodyPr/>
          <a:lstStyle/>
          <a:p>
            <a:pPr>
              <a:defRPr/>
            </a:pPr>
            <a:fld id="{97012834-41A2-49E3-8762-B14EE3F5CFB1}" type="slidenum">
              <a:rPr lang="en-US" smtClean="0"/>
              <a:pPr>
                <a:defRPr/>
              </a:pPr>
              <a:t>42</a:t>
            </a:fld>
            <a:endParaRPr lang="en-US" dirty="0"/>
          </a:p>
        </p:txBody>
      </p:sp>
      <p:graphicFrame>
        <p:nvGraphicFramePr>
          <p:cNvPr id="5" name="Diagram 4"/>
          <p:cNvGraphicFramePr/>
          <p:nvPr>
            <p:extLst>
              <p:ext uri="{D42A27DB-BD31-4B8C-83A1-F6EECF244321}">
                <p14:modId xmlns:p14="http://schemas.microsoft.com/office/powerpoint/2010/main" val="2459106719"/>
              </p:ext>
            </p:extLst>
          </p:nvPr>
        </p:nvGraphicFramePr>
        <p:xfrm>
          <a:off x="2438400" y="2209800"/>
          <a:ext cx="7543800" cy="33528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solidFill>
                  <a:schemeClr val="accent1"/>
                </a:solidFill>
              </a:rPr>
              <a:t>The need for “Process”</a:t>
            </a:r>
          </a:p>
        </p:txBody>
      </p:sp>
      <p:sp>
        <p:nvSpPr>
          <p:cNvPr id="3" name="Slide Number Placeholder 2">
            <a:extLst>
              <a:ext uri="{FF2B5EF4-FFF2-40B4-BE49-F238E27FC236}">
                <a16:creationId xmlns:a16="http://schemas.microsoft.com/office/drawing/2014/main" id="{4B7B3B74-E70F-4A6E-8E32-76CD4FC0F04C}"/>
              </a:ext>
            </a:extLst>
          </p:cNvPr>
          <p:cNvSpPr>
            <a:spLocks noGrp="1"/>
          </p:cNvSpPr>
          <p:nvPr>
            <p:ph type="sldNum" sz="quarter" idx="12"/>
          </p:nvPr>
        </p:nvSpPr>
        <p:spPr/>
        <p:txBody>
          <a:bodyPr/>
          <a:lstStyle/>
          <a:p>
            <a:pPr>
              <a:defRPr/>
            </a:pPr>
            <a:fld id="{97012834-41A2-49E3-8762-B14EE3F5CFB1}" type="slidenum">
              <a:rPr lang="en-US" smtClean="0"/>
              <a:pPr>
                <a:defRPr/>
              </a:pPr>
              <a:t>43</a:t>
            </a:fld>
            <a:endParaRPr lang="en-US" dirty="0"/>
          </a:p>
        </p:txBody>
      </p:sp>
      <p:sp>
        <p:nvSpPr>
          <p:cNvPr id="4" name="TextBox 3"/>
          <p:cNvSpPr txBox="1"/>
          <p:nvPr/>
        </p:nvSpPr>
        <p:spPr>
          <a:xfrm>
            <a:off x="1884680" y="1524001"/>
            <a:ext cx="8153400" cy="1538883"/>
          </a:xfrm>
          <a:prstGeom prst="rect">
            <a:avLst/>
          </a:prstGeom>
          <a:noFill/>
        </p:spPr>
        <p:txBody>
          <a:bodyPr wrap="square" rtlCol="0">
            <a:spAutoFit/>
          </a:bodyPr>
          <a:lstStyle/>
          <a:p>
            <a:pPr>
              <a:buClr>
                <a:schemeClr val="accent1">
                  <a:lumMod val="75000"/>
                </a:schemeClr>
              </a:buClr>
              <a:buSzPct val="150000"/>
              <a:buFont typeface="Wingdings" charset="2"/>
              <a:buChar char="§"/>
            </a:pPr>
            <a:r>
              <a:rPr lang="en-US" sz="2400" dirty="0"/>
              <a:t> </a:t>
            </a:r>
            <a:r>
              <a:rPr lang="en-US" sz="2400" dirty="0">
                <a:latin typeface="+mn-lt"/>
              </a:rPr>
              <a:t>Three major lines of computer system development created   </a:t>
            </a:r>
          </a:p>
          <a:p>
            <a:pPr>
              <a:buClr>
                <a:schemeClr val="accent1">
                  <a:lumMod val="75000"/>
                </a:schemeClr>
              </a:buClr>
              <a:buSzPct val="150000"/>
            </a:pPr>
            <a:r>
              <a:rPr lang="en-US" sz="2400" dirty="0">
                <a:latin typeface="+mn-lt"/>
              </a:rPr>
              <a:t>    problems in timing and synchronization that contributed to  </a:t>
            </a:r>
          </a:p>
          <a:p>
            <a:pPr>
              <a:buClr>
                <a:schemeClr val="accent1">
                  <a:lumMod val="75000"/>
                </a:schemeClr>
              </a:buClr>
              <a:buSzPct val="150000"/>
            </a:pPr>
            <a:r>
              <a:rPr lang="en-US" sz="2400" dirty="0">
                <a:latin typeface="+mn-lt"/>
              </a:rPr>
              <a:t>    the development:</a:t>
            </a:r>
          </a:p>
          <a:p>
            <a:pPr>
              <a:buClr>
                <a:schemeClr val="accent1">
                  <a:lumMod val="75000"/>
                </a:schemeClr>
              </a:buClr>
              <a:buSzPct val="150000"/>
            </a:pPr>
            <a:endParaRPr lang="en-US" sz="2200" dirty="0"/>
          </a:p>
        </p:txBody>
      </p:sp>
      <p:graphicFrame>
        <p:nvGraphicFramePr>
          <p:cNvPr id="5" name="Diagram 4"/>
          <p:cNvGraphicFramePr/>
          <p:nvPr>
            <p:extLst>
              <p:ext uri="{D42A27DB-BD31-4B8C-83A1-F6EECF244321}">
                <p14:modId xmlns:p14="http://schemas.microsoft.com/office/powerpoint/2010/main" val="3625162491"/>
              </p:ext>
            </p:extLst>
          </p:nvPr>
        </p:nvGraphicFramePr>
        <p:xfrm>
          <a:off x="1955799" y="2971800"/>
          <a:ext cx="8382000" cy="30226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ln w="1905"/>
                <a:solidFill>
                  <a:schemeClr val="accent1"/>
                </a:solidFill>
                <a:effectLst>
                  <a:innerShdw blurRad="69850" dist="43180" dir="5400000">
                    <a:srgbClr val="000000">
                      <a:alpha val="65000"/>
                    </a:srgbClr>
                  </a:innerShdw>
                </a:effectLst>
              </a:rPr>
              <a:t>Components of a Process</a:t>
            </a:r>
          </a:p>
        </p:txBody>
      </p:sp>
      <p:sp>
        <p:nvSpPr>
          <p:cNvPr id="8" name="Text Placeholder 7">
            <a:extLst>
              <a:ext uri="{FF2B5EF4-FFF2-40B4-BE49-F238E27FC236}">
                <a16:creationId xmlns:a16="http://schemas.microsoft.com/office/drawing/2014/main" id="{61617129-DED9-45E4-B73A-E229EE196379}"/>
              </a:ext>
            </a:extLst>
          </p:cNvPr>
          <p:cNvSpPr>
            <a:spLocks noGrp="1"/>
          </p:cNvSpPr>
          <p:nvPr>
            <p:ph type="body" idx="1"/>
          </p:nvPr>
        </p:nvSpPr>
        <p:spPr/>
        <p:txBody>
          <a:bodyPr/>
          <a:lstStyle/>
          <a:p>
            <a:endParaRPr lang="en-US" dirty="0"/>
          </a:p>
        </p:txBody>
      </p:sp>
      <p:sp>
        <p:nvSpPr>
          <p:cNvPr id="5" name="Content Placeholder 4"/>
          <p:cNvSpPr>
            <a:spLocks noGrp="1"/>
          </p:cNvSpPr>
          <p:nvPr>
            <p:ph sz="half" idx="2"/>
          </p:nvPr>
        </p:nvSpPr>
        <p:spPr/>
        <p:txBody>
          <a:bodyPr>
            <a:normAutofit fontScale="92500"/>
          </a:bodyPr>
          <a:lstStyle/>
          <a:p>
            <a:pPr marL="236538" lvl="1" indent="-236538"/>
            <a:r>
              <a:rPr lang="en-US" sz="3000" dirty="0"/>
              <a:t>The execution context is   essential:</a:t>
            </a:r>
          </a:p>
          <a:p>
            <a:pPr lvl="1"/>
            <a:r>
              <a:rPr lang="en-US" sz="2400" dirty="0"/>
              <a:t>it is the internal data by which the OS is able to supervise and control the process</a:t>
            </a:r>
          </a:p>
          <a:p>
            <a:pPr lvl="1"/>
            <a:r>
              <a:rPr lang="en-US" sz="2400" dirty="0"/>
              <a:t>includes the contents of the various process registers</a:t>
            </a:r>
          </a:p>
          <a:p>
            <a:pPr lvl="1"/>
            <a:r>
              <a:rPr lang="en-US" sz="2400" dirty="0"/>
              <a:t>includes information such as the priority of the process and whether the process is waiting for the completion of a particular I/O event</a:t>
            </a:r>
          </a:p>
        </p:txBody>
      </p:sp>
      <p:sp>
        <p:nvSpPr>
          <p:cNvPr id="9" name="Text Placeholder 8">
            <a:extLst>
              <a:ext uri="{FF2B5EF4-FFF2-40B4-BE49-F238E27FC236}">
                <a16:creationId xmlns:a16="http://schemas.microsoft.com/office/drawing/2014/main" id="{A1A35CC0-B439-4216-AE5E-332991B31E05}"/>
              </a:ext>
            </a:extLst>
          </p:cNvPr>
          <p:cNvSpPr>
            <a:spLocks noGrp="1"/>
          </p:cNvSpPr>
          <p:nvPr>
            <p:ph type="body" sz="quarter" idx="3"/>
          </p:nvPr>
        </p:nvSpPr>
        <p:spPr/>
        <p:txBody>
          <a:bodyPr/>
          <a:lstStyle/>
          <a:p>
            <a:endParaRPr lang="en-US" dirty="0"/>
          </a:p>
        </p:txBody>
      </p:sp>
      <p:sp>
        <p:nvSpPr>
          <p:cNvPr id="6" name="Content Placeholder 5"/>
          <p:cNvSpPr>
            <a:spLocks noGrp="1"/>
          </p:cNvSpPr>
          <p:nvPr>
            <p:ph sz="quarter" idx="4"/>
          </p:nvPr>
        </p:nvSpPr>
        <p:spPr/>
        <p:txBody>
          <a:bodyPr>
            <a:noAutofit/>
          </a:bodyPr>
          <a:lstStyle/>
          <a:p>
            <a:r>
              <a:rPr lang="en-US" sz="2800" dirty="0"/>
              <a:t>A process contains three components:</a:t>
            </a:r>
          </a:p>
          <a:p>
            <a:pPr lvl="1"/>
            <a:r>
              <a:rPr lang="en-US" sz="2200" dirty="0"/>
              <a:t>an executable program</a:t>
            </a:r>
          </a:p>
          <a:p>
            <a:pPr lvl="1"/>
            <a:r>
              <a:rPr lang="en-US" sz="2200" dirty="0"/>
              <a:t>the associated data needed by the program (variables, work space, buffers, etc.)</a:t>
            </a:r>
          </a:p>
          <a:p>
            <a:pPr lvl="1"/>
            <a:r>
              <a:rPr lang="en-US" sz="2200" dirty="0"/>
              <a:t>the execution context (or “process state”) of the program</a:t>
            </a:r>
          </a:p>
        </p:txBody>
      </p:sp>
      <p:sp>
        <p:nvSpPr>
          <p:cNvPr id="3" name="Slide Number Placeholder 2">
            <a:extLst>
              <a:ext uri="{FF2B5EF4-FFF2-40B4-BE49-F238E27FC236}">
                <a16:creationId xmlns:a16="http://schemas.microsoft.com/office/drawing/2014/main" id="{D48B4AD2-2D9F-44CC-8E65-B3A5A8A7C9C6}"/>
              </a:ext>
            </a:extLst>
          </p:cNvPr>
          <p:cNvSpPr>
            <a:spLocks noGrp="1"/>
          </p:cNvSpPr>
          <p:nvPr>
            <p:ph type="sldNum" sz="quarter" idx="12"/>
          </p:nvPr>
        </p:nvSpPr>
        <p:spPr/>
        <p:txBody>
          <a:bodyPr/>
          <a:lstStyle/>
          <a:p>
            <a:pPr>
              <a:defRPr/>
            </a:pPr>
            <a:fld id="{E4367C90-D8D8-4A11-9BC3-E7451ACC5EB2}" type="slidenum">
              <a:rPr lang="en-US" smtClean="0"/>
              <a:pPr>
                <a:defRPr/>
              </a:pPr>
              <a:t>44</a:t>
            </a:fld>
            <a:endParaRPr lang="en-US" dirty="0"/>
          </a:p>
        </p:txBody>
      </p:sp>
      <p:pic>
        <p:nvPicPr>
          <p:cNvPr id="15" name="Picture 14"/>
          <p:cNvPicPr>
            <a:picLocks noChangeAspect="1"/>
          </p:cNvPicPr>
          <p:nvPr/>
        </p:nvPicPr>
        <p:blipFill>
          <a:blip r:embed="rId3"/>
          <a:stretch>
            <a:fillRect/>
          </a:stretch>
        </p:blipFill>
        <p:spPr>
          <a:xfrm>
            <a:off x="5696844" y="4515102"/>
            <a:ext cx="1219200" cy="2160337"/>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Process Management</a:t>
            </a:r>
          </a:p>
        </p:txBody>
      </p:sp>
      <p:sp>
        <p:nvSpPr>
          <p:cNvPr id="5" name="Text Placeholder 4"/>
          <p:cNvSpPr>
            <a:spLocks noGrp="1"/>
          </p:cNvSpPr>
          <p:nvPr>
            <p:ph idx="1"/>
          </p:nvPr>
        </p:nvSpPr>
        <p:spPr>
          <a:xfrm>
            <a:off x="1752598" y="1037492"/>
            <a:ext cx="4343401" cy="5363307"/>
          </a:xfrm>
        </p:spPr>
        <p:txBody>
          <a:bodyPr>
            <a:normAutofit/>
          </a:bodyPr>
          <a:lstStyle/>
          <a:p>
            <a:pPr>
              <a:buSzPct val="150000"/>
              <a:buFont typeface="Wingdings" charset="2"/>
              <a:buChar char="§"/>
            </a:pPr>
            <a:r>
              <a:rPr lang="en-US" sz="2400" dirty="0"/>
              <a:t> The entire state of the process at any instant is contained in its context</a:t>
            </a:r>
          </a:p>
          <a:p>
            <a:r>
              <a:rPr lang="en-US" sz="2400" dirty="0">
                <a:solidFill>
                  <a:schemeClr val="tx1"/>
                </a:solidFill>
                <a:latin typeface="+mn-lt"/>
                <a:cs typeface="+mn-cs"/>
              </a:rPr>
              <a:t>The process index register indicates that process B is executing. Process A was previously executing but has been temporarily interrupted. </a:t>
            </a:r>
            <a:endParaRPr lang="en-US" sz="2400" dirty="0"/>
          </a:p>
        </p:txBody>
      </p:sp>
      <p:sp>
        <p:nvSpPr>
          <p:cNvPr id="3" name="Slide Number Placeholder 2">
            <a:extLst>
              <a:ext uri="{FF2B5EF4-FFF2-40B4-BE49-F238E27FC236}">
                <a16:creationId xmlns:a16="http://schemas.microsoft.com/office/drawing/2014/main" id="{7B3DE21E-EB26-4E8C-9AD6-DF887C3EF88C}"/>
              </a:ext>
            </a:extLst>
          </p:cNvPr>
          <p:cNvSpPr>
            <a:spLocks noGrp="1"/>
          </p:cNvSpPr>
          <p:nvPr>
            <p:ph type="sldNum" sz="quarter" idx="12"/>
          </p:nvPr>
        </p:nvSpPr>
        <p:spPr/>
        <p:txBody>
          <a:bodyPr/>
          <a:lstStyle/>
          <a:p>
            <a:pPr>
              <a:defRPr/>
            </a:pPr>
            <a:fld id="{BAB79F47-3AF0-4617-BC60-2E592392BB48}" type="slidenum">
              <a:rPr lang="en-US" smtClean="0"/>
              <a:pPr>
                <a:defRPr/>
              </a:pPr>
              <a:t>45</a:t>
            </a:fld>
            <a:endParaRPr lang="en-US" dirty="0"/>
          </a:p>
        </p:txBody>
      </p:sp>
      <p:pic>
        <p:nvPicPr>
          <p:cNvPr id="7" name="Picture 6" descr="f8.pdf"/>
          <p:cNvPicPr>
            <a:picLocks noChangeAspect="1"/>
          </p:cNvPicPr>
          <p:nvPr/>
        </p:nvPicPr>
        <p:blipFill>
          <a:blip r:embed="rId3"/>
          <a:srcRect l="2353" t="12727" r="24706" b="21818"/>
          <a:stretch>
            <a:fillRect/>
          </a:stretch>
        </p:blipFill>
        <p:spPr>
          <a:xfrm>
            <a:off x="5334000" y="556845"/>
            <a:ext cx="5446106" cy="63246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mv="urn:schemas-microsoft-com:mac:vml" xmlns="">
      <p:transition spd="slow">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ln w="1905"/>
                <a:solidFill>
                  <a:schemeClr val="accent1">
                    <a:lumMod val="75000"/>
                  </a:schemeClr>
                </a:solidFill>
                <a:effectLst>
                  <a:innerShdw blurRad="69850" dist="43180" dir="5400000">
                    <a:srgbClr val="000000">
                      <a:alpha val="65000"/>
                    </a:srgbClr>
                  </a:innerShdw>
                </a:effectLst>
              </a:rPr>
              <a:t>Memory Management</a:t>
            </a:r>
          </a:p>
        </p:txBody>
      </p:sp>
      <p:sp>
        <p:nvSpPr>
          <p:cNvPr id="3" name="Content Placeholder 2"/>
          <p:cNvSpPr>
            <a:spLocks noGrp="1"/>
          </p:cNvSpPr>
          <p:nvPr>
            <p:ph idx="1"/>
          </p:nvPr>
        </p:nvSpPr>
        <p:spPr/>
        <p:txBody>
          <a:bodyPr/>
          <a:lstStyle/>
          <a:p>
            <a:r>
              <a:rPr lang="en-US" sz="3000" dirty="0"/>
              <a:t>The OS has </a:t>
            </a:r>
            <a:r>
              <a:rPr lang="en-US" sz="3000" dirty="0">
                <a:solidFill>
                  <a:schemeClr val="accent1"/>
                </a:solidFill>
              </a:rPr>
              <a:t>five</a:t>
            </a:r>
            <a:r>
              <a:rPr lang="en-US" sz="3000" dirty="0"/>
              <a:t> principal storage management responsibilities:</a:t>
            </a:r>
          </a:p>
          <a:p>
            <a:endParaRPr lang="en-US" dirty="0"/>
          </a:p>
        </p:txBody>
      </p:sp>
      <p:sp>
        <p:nvSpPr>
          <p:cNvPr id="4" name="Slide Number Placeholder 3">
            <a:extLst>
              <a:ext uri="{FF2B5EF4-FFF2-40B4-BE49-F238E27FC236}">
                <a16:creationId xmlns:a16="http://schemas.microsoft.com/office/drawing/2014/main" id="{CB88645B-9940-452F-A908-40E9C6C0E1F4}"/>
              </a:ext>
            </a:extLst>
          </p:cNvPr>
          <p:cNvSpPr>
            <a:spLocks noGrp="1"/>
          </p:cNvSpPr>
          <p:nvPr>
            <p:ph type="sldNum" sz="quarter" idx="12"/>
          </p:nvPr>
        </p:nvSpPr>
        <p:spPr/>
        <p:txBody>
          <a:bodyPr/>
          <a:lstStyle/>
          <a:p>
            <a:pPr>
              <a:defRPr/>
            </a:pPr>
            <a:fld id="{FD77EB8B-B6EB-443D-9CB4-B019CEC8F476}" type="slidenum">
              <a:rPr lang="en-US" smtClean="0"/>
              <a:pPr>
                <a:defRPr/>
              </a:pPr>
              <a:t>46</a:t>
            </a:fld>
            <a:endParaRPr lang="en-US" dirty="0"/>
          </a:p>
        </p:txBody>
      </p:sp>
      <p:graphicFrame>
        <p:nvGraphicFramePr>
          <p:cNvPr id="6" name="Diagram 5"/>
          <p:cNvGraphicFramePr/>
          <p:nvPr/>
        </p:nvGraphicFramePr>
        <p:xfrm>
          <a:off x="2057400" y="3429000"/>
          <a:ext cx="8077200" cy="30226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TextBox 4">
            <a:extLst>
              <a:ext uri="{FF2B5EF4-FFF2-40B4-BE49-F238E27FC236}">
                <a16:creationId xmlns:a16="http://schemas.microsoft.com/office/drawing/2014/main" id="{950DB392-6EC5-D98D-64ED-ABA2D14F056F}"/>
              </a:ext>
            </a:extLst>
          </p:cNvPr>
          <p:cNvSpPr txBox="1"/>
          <p:nvPr/>
        </p:nvSpPr>
        <p:spPr>
          <a:xfrm>
            <a:off x="1905000" y="2133600"/>
            <a:ext cx="8341964" cy="923330"/>
          </a:xfrm>
          <a:prstGeom prst="rect">
            <a:avLst/>
          </a:prstGeom>
          <a:noFill/>
        </p:spPr>
        <p:txBody>
          <a:bodyPr wrap="none" rtlCol="0">
            <a:spAutoFit/>
          </a:bodyPr>
          <a:lstStyle/>
          <a:p>
            <a:r>
              <a:rPr lang="en-US" dirty="0">
                <a:latin typeface="+mn-lt"/>
              </a:rPr>
              <a:t>• </a:t>
            </a:r>
            <a:r>
              <a:rPr lang="en-US" b="1" dirty="0">
                <a:latin typeface="+mn-lt"/>
              </a:rPr>
              <a:t>Process isolation: The OS must prevent independent processes from interfering </a:t>
            </a:r>
            <a:br>
              <a:rPr lang="en-US" b="1" dirty="0">
                <a:latin typeface="+mn-lt"/>
              </a:rPr>
            </a:br>
            <a:r>
              <a:rPr lang="en-US" dirty="0">
                <a:latin typeface="+mn-lt"/>
              </a:rPr>
              <a:t>with each other’s memory, both data and instructions.</a:t>
            </a:r>
          </a:p>
          <a:p>
            <a:endParaRPr lang="en-US"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F32FA7-DCEA-C38E-0E0B-197D0C63984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22BF2A-66A9-FD75-D4D9-2AEB8F62CEAB}"/>
              </a:ext>
            </a:extLst>
          </p:cNvPr>
          <p:cNvSpPr>
            <a:spLocks noGrp="1"/>
          </p:cNvSpPr>
          <p:nvPr>
            <p:ph type="title"/>
          </p:nvPr>
        </p:nvSpPr>
        <p:spPr/>
        <p:txBody>
          <a:bodyPr/>
          <a:lstStyle/>
          <a:p>
            <a:pPr algn="ctr"/>
            <a:r>
              <a:rPr lang="en-US" b="1" dirty="0">
                <a:ln w="1905"/>
                <a:solidFill>
                  <a:schemeClr val="accent1">
                    <a:lumMod val="75000"/>
                  </a:schemeClr>
                </a:solidFill>
                <a:effectLst>
                  <a:innerShdw blurRad="69850" dist="43180" dir="5400000">
                    <a:srgbClr val="000000">
                      <a:alpha val="65000"/>
                    </a:srgbClr>
                  </a:innerShdw>
                </a:effectLst>
              </a:rPr>
              <a:t>Memory Management</a:t>
            </a:r>
          </a:p>
        </p:txBody>
      </p:sp>
      <p:sp>
        <p:nvSpPr>
          <p:cNvPr id="3" name="Content Placeholder 2">
            <a:extLst>
              <a:ext uri="{FF2B5EF4-FFF2-40B4-BE49-F238E27FC236}">
                <a16:creationId xmlns:a16="http://schemas.microsoft.com/office/drawing/2014/main" id="{4EE3250F-3F1F-9A4A-634E-D6A3394C4E41}"/>
              </a:ext>
            </a:extLst>
          </p:cNvPr>
          <p:cNvSpPr>
            <a:spLocks noGrp="1"/>
          </p:cNvSpPr>
          <p:nvPr>
            <p:ph idx="1"/>
          </p:nvPr>
        </p:nvSpPr>
        <p:spPr/>
        <p:txBody>
          <a:bodyPr/>
          <a:lstStyle/>
          <a:p>
            <a:r>
              <a:rPr lang="en-US" sz="3000" dirty="0"/>
              <a:t>The OS has </a:t>
            </a:r>
            <a:r>
              <a:rPr lang="en-US" sz="3000" dirty="0">
                <a:solidFill>
                  <a:schemeClr val="accent1"/>
                </a:solidFill>
              </a:rPr>
              <a:t>five</a:t>
            </a:r>
            <a:r>
              <a:rPr lang="en-US" sz="3000" dirty="0"/>
              <a:t> principal storage management responsibilities:</a:t>
            </a:r>
          </a:p>
          <a:p>
            <a:endParaRPr lang="en-US" dirty="0"/>
          </a:p>
        </p:txBody>
      </p:sp>
      <p:sp>
        <p:nvSpPr>
          <p:cNvPr id="4" name="Slide Number Placeholder 3">
            <a:extLst>
              <a:ext uri="{FF2B5EF4-FFF2-40B4-BE49-F238E27FC236}">
                <a16:creationId xmlns:a16="http://schemas.microsoft.com/office/drawing/2014/main" id="{812AD82F-9D04-9130-DED7-72336FB7BD8B}"/>
              </a:ext>
            </a:extLst>
          </p:cNvPr>
          <p:cNvSpPr>
            <a:spLocks noGrp="1"/>
          </p:cNvSpPr>
          <p:nvPr>
            <p:ph type="sldNum" sz="quarter" idx="12"/>
          </p:nvPr>
        </p:nvSpPr>
        <p:spPr/>
        <p:txBody>
          <a:bodyPr/>
          <a:lstStyle/>
          <a:p>
            <a:pPr>
              <a:defRPr/>
            </a:pPr>
            <a:fld id="{FD77EB8B-B6EB-443D-9CB4-B019CEC8F476}" type="slidenum">
              <a:rPr lang="en-US" smtClean="0"/>
              <a:pPr>
                <a:defRPr/>
              </a:pPr>
              <a:t>47</a:t>
            </a:fld>
            <a:endParaRPr lang="en-US" dirty="0"/>
          </a:p>
        </p:txBody>
      </p:sp>
      <p:graphicFrame>
        <p:nvGraphicFramePr>
          <p:cNvPr id="6" name="Diagram 5">
            <a:extLst>
              <a:ext uri="{FF2B5EF4-FFF2-40B4-BE49-F238E27FC236}">
                <a16:creationId xmlns:a16="http://schemas.microsoft.com/office/drawing/2014/main" id="{9C85D02F-FC24-921E-4EF0-48A97B541CCC}"/>
              </a:ext>
            </a:extLst>
          </p:cNvPr>
          <p:cNvGraphicFramePr/>
          <p:nvPr/>
        </p:nvGraphicFramePr>
        <p:xfrm>
          <a:off x="2057400" y="3429000"/>
          <a:ext cx="8077200" cy="30226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TextBox 4">
            <a:extLst>
              <a:ext uri="{FF2B5EF4-FFF2-40B4-BE49-F238E27FC236}">
                <a16:creationId xmlns:a16="http://schemas.microsoft.com/office/drawing/2014/main" id="{0C84B214-87B9-A6AA-E6E9-0DD1AF7B3F7D}"/>
              </a:ext>
            </a:extLst>
          </p:cNvPr>
          <p:cNvSpPr txBox="1"/>
          <p:nvPr/>
        </p:nvSpPr>
        <p:spPr>
          <a:xfrm>
            <a:off x="1905000" y="2133601"/>
            <a:ext cx="8533042" cy="646331"/>
          </a:xfrm>
          <a:prstGeom prst="rect">
            <a:avLst/>
          </a:prstGeom>
          <a:noFill/>
        </p:spPr>
        <p:txBody>
          <a:bodyPr wrap="none" rtlCol="0">
            <a:spAutoFit/>
          </a:bodyPr>
          <a:lstStyle/>
          <a:p>
            <a:r>
              <a:rPr lang="en-US" b="1" dirty="0">
                <a:latin typeface="+mn-lt"/>
              </a:rPr>
              <a:t>Programs should be dynamically </a:t>
            </a:r>
            <a:r>
              <a:rPr lang="en-US" dirty="0">
                <a:latin typeface="+mn-lt"/>
              </a:rPr>
              <a:t>allocated across the memory hierarchy as required. </a:t>
            </a:r>
            <a:br>
              <a:rPr lang="en-US" dirty="0">
                <a:latin typeface="+mn-lt"/>
              </a:rPr>
            </a:br>
            <a:r>
              <a:rPr lang="en-US" dirty="0">
                <a:latin typeface="+mn-lt"/>
              </a:rPr>
              <a:t>Allocation should be transparent to the programmer.</a:t>
            </a:r>
            <a:endParaRPr lang="en-US" dirty="0"/>
          </a:p>
        </p:txBody>
      </p:sp>
    </p:spTree>
    <p:extLst>
      <p:ext uri="{BB962C8B-B14F-4D97-AF65-F5344CB8AC3E}">
        <p14:creationId xmlns:p14="http://schemas.microsoft.com/office/powerpoint/2010/main" val="101529576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4E0555-A3AD-C6D6-D339-76F3855819B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FD2361-5499-4541-8391-0D4B9A6B16FE}"/>
              </a:ext>
            </a:extLst>
          </p:cNvPr>
          <p:cNvSpPr>
            <a:spLocks noGrp="1"/>
          </p:cNvSpPr>
          <p:nvPr>
            <p:ph type="title"/>
          </p:nvPr>
        </p:nvSpPr>
        <p:spPr/>
        <p:txBody>
          <a:bodyPr/>
          <a:lstStyle/>
          <a:p>
            <a:pPr algn="ctr"/>
            <a:r>
              <a:rPr lang="en-US" b="1" dirty="0">
                <a:ln w="1905"/>
                <a:solidFill>
                  <a:schemeClr val="accent1">
                    <a:lumMod val="75000"/>
                  </a:schemeClr>
                </a:solidFill>
                <a:effectLst>
                  <a:innerShdw blurRad="69850" dist="43180" dir="5400000">
                    <a:srgbClr val="000000">
                      <a:alpha val="65000"/>
                    </a:srgbClr>
                  </a:innerShdw>
                </a:effectLst>
              </a:rPr>
              <a:t>Memory Management</a:t>
            </a:r>
          </a:p>
        </p:txBody>
      </p:sp>
      <p:sp>
        <p:nvSpPr>
          <p:cNvPr id="3" name="Content Placeholder 2">
            <a:extLst>
              <a:ext uri="{FF2B5EF4-FFF2-40B4-BE49-F238E27FC236}">
                <a16:creationId xmlns:a16="http://schemas.microsoft.com/office/drawing/2014/main" id="{55B1C87E-D8EA-054C-F04D-1FE567A4FE20}"/>
              </a:ext>
            </a:extLst>
          </p:cNvPr>
          <p:cNvSpPr>
            <a:spLocks noGrp="1"/>
          </p:cNvSpPr>
          <p:nvPr>
            <p:ph idx="1"/>
          </p:nvPr>
        </p:nvSpPr>
        <p:spPr/>
        <p:txBody>
          <a:bodyPr/>
          <a:lstStyle/>
          <a:p>
            <a:r>
              <a:rPr lang="en-US" sz="3000" dirty="0"/>
              <a:t>The OS has </a:t>
            </a:r>
            <a:r>
              <a:rPr lang="en-US" sz="3000" dirty="0">
                <a:solidFill>
                  <a:schemeClr val="accent1"/>
                </a:solidFill>
              </a:rPr>
              <a:t>five</a:t>
            </a:r>
            <a:r>
              <a:rPr lang="en-US" sz="3000" dirty="0"/>
              <a:t> principal storage management responsibilities:</a:t>
            </a:r>
          </a:p>
          <a:p>
            <a:endParaRPr lang="en-US" dirty="0"/>
          </a:p>
        </p:txBody>
      </p:sp>
      <p:sp>
        <p:nvSpPr>
          <p:cNvPr id="4" name="Slide Number Placeholder 3">
            <a:extLst>
              <a:ext uri="{FF2B5EF4-FFF2-40B4-BE49-F238E27FC236}">
                <a16:creationId xmlns:a16="http://schemas.microsoft.com/office/drawing/2014/main" id="{9BA1E905-B659-A6BE-397B-FCDC026A0E24}"/>
              </a:ext>
            </a:extLst>
          </p:cNvPr>
          <p:cNvSpPr>
            <a:spLocks noGrp="1"/>
          </p:cNvSpPr>
          <p:nvPr>
            <p:ph type="sldNum" sz="quarter" idx="12"/>
          </p:nvPr>
        </p:nvSpPr>
        <p:spPr/>
        <p:txBody>
          <a:bodyPr/>
          <a:lstStyle/>
          <a:p>
            <a:pPr>
              <a:defRPr/>
            </a:pPr>
            <a:fld id="{FD77EB8B-B6EB-443D-9CB4-B019CEC8F476}" type="slidenum">
              <a:rPr lang="en-US" smtClean="0"/>
              <a:pPr>
                <a:defRPr/>
              </a:pPr>
              <a:t>48</a:t>
            </a:fld>
            <a:endParaRPr lang="en-US" dirty="0"/>
          </a:p>
        </p:txBody>
      </p:sp>
      <p:graphicFrame>
        <p:nvGraphicFramePr>
          <p:cNvPr id="6" name="Diagram 5">
            <a:extLst>
              <a:ext uri="{FF2B5EF4-FFF2-40B4-BE49-F238E27FC236}">
                <a16:creationId xmlns:a16="http://schemas.microsoft.com/office/drawing/2014/main" id="{90BBDF0A-410D-061B-DB08-A3C0F06BD3CD}"/>
              </a:ext>
            </a:extLst>
          </p:cNvPr>
          <p:cNvGraphicFramePr/>
          <p:nvPr/>
        </p:nvGraphicFramePr>
        <p:xfrm>
          <a:off x="2057400" y="3429000"/>
          <a:ext cx="8077200" cy="30226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TextBox 4">
            <a:extLst>
              <a:ext uri="{FF2B5EF4-FFF2-40B4-BE49-F238E27FC236}">
                <a16:creationId xmlns:a16="http://schemas.microsoft.com/office/drawing/2014/main" id="{20DA24D3-821D-8E58-14C3-927C7EA5B833}"/>
              </a:ext>
            </a:extLst>
          </p:cNvPr>
          <p:cNvSpPr txBox="1"/>
          <p:nvPr/>
        </p:nvSpPr>
        <p:spPr>
          <a:xfrm>
            <a:off x="1905000" y="2133601"/>
            <a:ext cx="8088112" cy="646331"/>
          </a:xfrm>
          <a:prstGeom prst="rect">
            <a:avLst/>
          </a:prstGeom>
          <a:noFill/>
        </p:spPr>
        <p:txBody>
          <a:bodyPr wrap="none" rtlCol="0">
            <a:spAutoFit/>
          </a:bodyPr>
          <a:lstStyle/>
          <a:p>
            <a:r>
              <a:rPr lang="en-US" b="1" dirty="0">
                <a:latin typeface="+mn-lt"/>
              </a:rPr>
              <a:t>Programmers should be able to define program </a:t>
            </a:r>
            <a:r>
              <a:rPr lang="en-US" dirty="0">
                <a:latin typeface="+mn-lt"/>
              </a:rPr>
              <a:t>modules, and to create, destroy, </a:t>
            </a:r>
            <a:br>
              <a:rPr lang="en-US" dirty="0">
                <a:latin typeface="+mn-lt"/>
              </a:rPr>
            </a:br>
            <a:r>
              <a:rPr lang="en-US" dirty="0">
                <a:latin typeface="+mn-lt"/>
              </a:rPr>
              <a:t>and alter the size of modules dynamically.</a:t>
            </a:r>
            <a:endParaRPr lang="en-US" dirty="0"/>
          </a:p>
        </p:txBody>
      </p:sp>
    </p:spTree>
    <p:extLst>
      <p:ext uri="{BB962C8B-B14F-4D97-AF65-F5344CB8AC3E}">
        <p14:creationId xmlns:p14="http://schemas.microsoft.com/office/powerpoint/2010/main" val="75656607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F1B144-BD3E-5189-9CC8-6B9CE92B9E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AF6E81-CCD0-D8F2-3C7B-F8BFDCFC1C7F}"/>
              </a:ext>
            </a:extLst>
          </p:cNvPr>
          <p:cNvSpPr>
            <a:spLocks noGrp="1"/>
          </p:cNvSpPr>
          <p:nvPr>
            <p:ph type="title"/>
          </p:nvPr>
        </p:nvSpPr>
        <p:spPr/>
        <p:txBody>
          <a:bodyPr/>
          <a:lstStyle/>
          <a:p>
            <a:pPr algn="ctr"/>
            <a:r>
              <a:rPr lang="en-US" b="1" dirty="0">
                <a:ln w="1905"/>
                <a:solidFill>
                  <a:schemeClr val="accent1">
                    <a:lumMod val="75000"/>
                  </a:schemeClr>
                </a:solidFill>
                <a:effectLst>
                  <a:innerShdw blurRad="69850" dist="43180" dir="5400000">
                    <a:srgbClr val="000000">
                      <a:alpha val="65000"/>
                    </a:srgbClr>
                  </a:innerShdw>
                </a:effectLst>
              </a:rPr>
              <a:t>Memory Management</a:t>
            </a:r>
          </a:p>
        </p:txBody>
      </p:sp>
      <p:sp>
        <p:nvSpPr>
          <p:cNvPr id="3" name="Content Placeholder 2">
            <a:extLst>
              <a:ext uri="{FF2B5EF4-FFF2-40B4-BE49-F238E27FC236}">
                <a16:creationId xmlns:a16="http://schemas.microsoft.com/office/drawing/2014/main" id="{8CCD3BE1-61FA-C68E-4E37-8EB66A0D3277}"/>
              </a:ext>
            </a:extLst>
          </p:cNvPr>
          <p:cNvSpPr>
            <a:spLocks noGrp="1"/>
          </p:cNvSpPr>
          <p:nvPr>
            <p:ph idx="1"/>
          </p:nvPr>
        </p:nvSpPr>
        <p:spPr/>
        <p:txBody>
          <a:bodyPr/>
          <a:lstStyle/>
          <a:p>
            <a:r>
              <a:rPr lang="en-US" sz="3000" dirty="0"/>
              <a:t>The OS has </a:t>
            </a:r>
            <a:r>
              <a:rPr lang="en-US" sz="3000" dirty="0">
                <a:solidFill>
                  <a:schemeClr val="accent1"/>
                </a:solidFill>
              </a:rPr>
              <a:t>five</a:t>
            </a:r>
            <a:r>
              <a:rPr lang="en-US" sz="3000" dirty="0"/>
              <a:t> principal storage management responsibilities:</a:t>
            </a:r>
          </a:p>
          <a:p>
            <a:endParaRPr lang="en-US" dirty="0"/>
          </a:p>
        </p:txBody>
      </p:sp>
      <p:sp>
        <p:nvSpPr>
          <p:cNvPr id="4" name="Slide Number Placeholder 3">
            <a:extLst>
              <a:ext uri="{FF2B5EF4-FFF2-40B4-BE49-F238E27FC236}">
                <a16:creationId xmlns:a16="http://schemas.microsoft.com/office/drawing/2014/main" id="{8EA2F665-BCC3-95A0-B243-64CCC5C2342E}"/>
              </a:ext>
            </a:extLst>
          </p:cNvPr>
          <p:cNvSpPr>
            <a:spLocks noGrp="1"/>
          </p:cNvSpPr>
          <p:nvPr>
            <p:ph type="sldNum" sz="quarter" idx="12"/>
          </p:nvPr>
        </p:nvSpPr>
        <p:spPr/>
        <p:txBody>
          <a:bodyPr/>
          <a:lstStyle/>
          <a:p>
            <a:pPr>
              <a:defRPr/>
            </a:pPr>
            <a:fld id="{FD77EB8B-B6EB-443D-9CB4-B019CEC8F476}" type="slidenum">
              <a:rPr lang="en-US" smtClean="0"/>
              <a:pPr>
                <a:defRPr/>
              </a:pPr>
              <a:t>49</a:t>
            </a:fld>
            <a:endParaRPr lang="en-US" dirty="0"/>
          </a:p>
        </p:txBody>
      </p:sp>
      <p:graphicFrame>
        <p:nvGraphicFramePr>
          <p:cNvPr id="6" name="Diagram 5">
            <a:extLst>
              <a:ext uri="{FF2B5EF4-FFF2-40B4-BE49-F238E27FC236}">
                <a16:creationId xmlns:a16="http://schemas.microsoft.com/office/drawing/2014/main" id="{6BB9748E-4A56-E235-583C-553A78103E43}"/>
              </a:ext>
            </a:extLst>
          </p:cNvPr>
          <p:cNvGraphicFramePr/>
          <p:nvPr/>
        </p:nvGraphicFramePr>
        <p:xfrm>
          <a:off x="2057400" y="3429000"/>
          <a:ext cx="8077200" cy="30226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TextBox 4">
            <a:extLst>
              <a:ext uri="{FF2B5EF4-FFF2-40B4-BE49-F238E27FC236}">
                <a16:creationId xmlns:a16="http://schemas.microsoft.com/office/drawing/2014/main" id="{FFE6FD81-FA05-0B1D-C2C9-7032986E705A}"/>
              </a:ext>
            </a:extLst>
          </p:cNvPr>
          <p:cNvSpPr txBox="1"/>
          <p:nvPr/>
        </p:nvSpPr>
        <p:spPr>
          <a:xfrm>
            <a:off x="1905001" y="2133600"/>
            <a:ext cx="8520025" cy="1477328"/>
          </a:xfrm>
          <a:prstGeom prst="rect">
            <a:avLst/>
          </a:prstGeom>
          <a:noFill/>
        </p:spPr>
        <p:txBody>
          <a:bodyPr wrap="none" rtlCol="0">
            <a:spAutoFit/>
          </a:bodyPr>
          <a:lstStyle/>
          <a:p>
            <a:r>
              <a:rPr lang="en-US" b="1" dirty="0">
                <a:latin typeface="+mn-lt"/>
              </a:rPr>
              <a:t>Sharing of memory, at any level of the memory </a:t>
            </a:r>
            <a:r>
              <a:rPr lang="en-US" dirty="0">
                <a:latin typeface="+mn-lt"/>
              </a:rPr>
              <a:t>hierarchy, creates the potential for </a:t>
            </a:r>
            <a:br>
              <a:rPr lang="en-US" dirty="0">
                <a:latin typeface="+mn-lt"/>
              </a:rPr>
            </a:br>
            <a:r>
              <a:rPr lang="en-US" dirty="0">
                <a:latin typeface="+mn-lt"/>
              </a:rPr>
              <a:t>one program to address the memory space of another. At other times, it threatens the </a:t>
            </a:r>
            <a:br>
              <a:rPr lang="en-US" dirty="0">
                <a:latin typeface="+mn-lt"/>
              </a:rPr>
            </a:br>
            <a:r>
              <a:rPr lang="en-US" dirty="0">
                <a:latin typeface="+mn-lt"/>
              </a:rPr>
              <a:t>integrity of programs and even of the OS itself. The OS must allow portions of </a:t>
            </a:r>
            <a:br>
              <a:rPr lang="en-US" dirty="0">
                <a:latin typeface="+mn-lt"/>
              </a:rPr>
            </a:br>
            <a:r>
              <a:rPr lang="en-US" dirty="0">
                <a:latin typeface="+mn-lt"/>
              </a:rPr>
              <a:t>memory to be accessible in various ways by various users.</a:t>
            </a:r>
          </a:p>
          <a:p>
            <a:endParaRPr lang="en-US" dirty="0"/>
          </a:p>
        </p:txBody>
      </p:sp>
    </p:spTree>
    <p:extLst>
      <p:ext uri="{BB962C8B-B14F-4D97-AF65-F5344CB8AC3E}">
        <p14:creationId xmlns:p14="http://schemas.microsoft.com/office/powerpoint/2010/main" val="301603404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A322F8-E38C-EF7B-9C12-3FCF6446D45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5F22EA1-7750-2907-1D66-3111111E9523}"/>
              </a:ext>
            </a:extLst>
          </p:cNvPr>
          <p:cNvSpPr>
            <a:spLocks noGrp="1"/>
          </p:cNvSpPr>
          <p:nvPr>
            <p:ph type="title"/>
          </p:nvPr>
        </p:nvSpPr>
        <p:spPr/>
        <p:txBody>
          <a:bodyPr/>
          <a:lstStyle/>
          <a:p>
            <a:pPr algn="ctr"/>
            <a:r>
              <a:rPr lang="en-US" b="1" dirty="0">
                <a:ln w="1905"/>
                <a:solidFill>
                  <a:schemeClr val="accent1">
                    <a:lumMod val="75000"/>
                  </a:schemeClr>
                </a:solidFill>
                <a:effectLst>
                  <a:innerShdw blurRad="69850" dist="43180" dir="5400000">
                    <a:srgbClr val="000000">
                      <a:alpha val="65000"/>
                    </a:srgbClr>
                  </a:innerShdw>
                </a:effectLst>
              </a:rPr>
              <a:t>Memory Management</a:t>
            </a:r>
          </a:p>
        </p:txBody>
      </p:sp>
      <p:sp>
        <p:nvSpPr>
          <p:cNvPr id="3" name="Content Placeholder 2">
            <a:extLst>
              <a:ext uri="{FF2B5EF4-FFF2-40B4-BE49-F238E27FC236}">
                <a16:creationId xmlns:a16="http://schemas.microsoft.com/office/drawing/2014/main" id="{55399FC9-5A00-2465-C9A5-0320D66B1838}"/>
              </a:ext>
            </a:extLst>
          </p:cNvPr>
          <p:cNvSpPr>
            <a:spLocks noGrp="1"/>
          </p:cNvSpPr>
          <p:nvPr>
            <p:ph idx="1"/>
          </p:nvPr>
        </p:nvSpPr>
        <p:spPr/>
        <p:txBody>
          <a:bodyPr/>
          <a:lstStyle/>
          <a:p>
            <a:r>
              <a:rPr lang="en-US" sz="3000" dirty="0"/>
              <a:t>The OS has </a:t>
            </a:r>
            <a:r>
              <a:rPr lang="en-US" sz="3000" dirty="0">
                <a:solidFill>
                  <a:schemeClr val="accent1"/>
                </a:solidFill>
              </a:rPr>
              <a:t>five</a:t>
            </a:r>
            <a:r>
              <a:rPr lang="en-US" sz="3000" dirty="0"/>
              <a:t> principal storage management responsibilities:</a:t>
            </a:r>
          </a:p>
          <a:p>
            <a:endParaRPr lang="en-US" dirty="0"/>
          </a:p>
        </p:txBody>
      </p:sp>
      <p:sp>
        <p:nvSpPr>
          <p:cNvPr id="4" name="Slide Number Placeholder 3">
            <a:extLst>
              <a:ext uri="{FF2B5EF4-FFF2-40B4-BE49-F238E27FC236}">
                <a16:creationId xmlns:a16="http://schemas.microsoft.com/office/drawing/2014/main" id="{713B94F5-2766-22FE-DB49-DA1BE785FE52}"/>
              </a:ext>
            </a:extLst>
          </p:cNvPr>
          <p:cNvSpPr>
            <a:spLocks noGrp="1"/>
          </p:cNvSpPr>
          <p:nvPr>
            <p:ph type="sldNum" sz="quarter" idx="12"/>
          </p:nvPr>
        </p:nvSpPr>
        <p:spPr/>
        <p:txBody>
          <a:bodyPr/>
          <a:lstStyle/>
          <a:p>
            <a:pPr>
              <a:defRPr/>
            </a:pPr>
            <a:fld id="{FD77EB8B-B6EB-443D-9CB4-B019CEC8F476}" type="slidenum">
              <a:rPr lang="en-US" smtClean="0"/>
              <a:pPr>
                <a:defRPr/>
              </a:pPr>
              <a:t>50</a:t>
            </a:fld>
            <a:endParaRPr lang="en-US" dirty="0"/>
          </a:p>
        </p:txBody>
      </p:sp>
      <p:graphicFrame>
        <p:nvGraphicFramePr>
          <p:cNvPr id="6" name="Diagram 5">
            <a:extLst>
              <a:ext uri="{FF2B5EF4-FFF2-40B4-BE49-F238E27FC236}">
                <a16:creationId xmlns:a16="http://schemas.microsoft.com/office/drawing/2014/main" id="{B0EB3A42-F109-9775-BF11-ECBE42F919D2}"/>
              </a:ext>
            </a:extLst>
          </p:cNvPr>
          <p:cNvGraphicFramePr/>
          <p:nvPr/>
        </p:nvGraphicFramePr>
        <p:xfrm>
          <a:off x="2057400" y="3429000"/>
          <a:ext cx="8077200" cy="30226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TextBox 4">
            <a:extLst>
              <a:ext uri="{FF2B5EF4-FFF2-40B4-BE49-F238E27FC236}">
                <a16:creationId xmlns:a16="http://schemas.microsoft.com/office/drawing/2014/main" id="{BC77C47D-14CE-FC68-2590-1202481A5219}"/>
              </a:ext>
            </a:extLst>
          </p:cNvPr>
          <p:cNvSpPr txBox="1"/>
          <p:nvPr/>
        </p:nvSpPr>
        <p:spPr>
          <a:xfrm>
            <a:off x="1905000" y="2133601"/>
            <a:ext cx="7186904" cy="646331"/>
          </a:xfrm>
          <a:prstGeom prst="rect">
            <a:avLst/>
          </a:prstGeom>
          <a:noFill/>
        </p:spPr>
        <p:txBody>
          <a:bodyPr wrap="none" rtlCol="0">
            <a:spAutoFit/>
          </a:bodyPr>
          <a:lstStyle/>
          <a:p>
            <a:r>
              <a:rPr lang="en-US" b="1" dirty="0">
                <a:latin typeface="+mn-lt"/>
              </a:rPr>
              <a:t>Many application programs require means for storing </a:t>
            </a:r>
            <a:r>
              <a:rPr lang="en-US" dirty="0">
                <a:latin typeface="+mn-lt"/>
              </a:rPr>
              <a:t>information for </a:t>
            </a:r>
            <a:br>
              <a:rPr lang="en-US" dirty="0">
                <a:latin typeface="+mn-lt"/>
              </a:rPr>
            </a:br>
            <a:r>
              <a:rPr lang="en-US" dirty="0">
                <a:latin typeface="+mn-lt"/>
              </a:rPr>
              <a:t>extended periods of time, after the computer has been powered down.</a:t>
            </a:r>
            <a:endParaRPr lang="en-US" dirty="0"/>
          </a:p>
        </p:txBody>
      </p:sp>
    </p:spTree>
    <p:extLst>
      <p:ext uri="{BB962C8B-B14F-4D97-AF65-F5344CB8AC3E}">
        <p14:creationId xmlns:p14="http://schemas.microsoft.com/office/powerpoint/2010/main" val="308318501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n w="1905"/>
                <a:solidFill>
                  <a:schemeClr val="accent1">
                    <a:lumMod val="75000"/>
                  </a:schemeClr>
                </a:solidFill>
                <a:effectLst>
                  <a:innerShdw blurRad="69850" dist="43180" dir="5400000">
                    <a:srgbClr val="000000">
                      <a:alpha val="65000"/>
                    </a:srgbClr>
                  </a:innerShdw>
                </a:effectLst>
              </a:rPr>
              <a:t>Virtual Memory</a:t>
            </a:r>
          </a:p>
        </p:txBody>
      </p:sp>
      <p:sp>
        <p:nvSpPr>
          <p:cNvPr id="3" name="Content Placeholder 2"/>
          <p:cNvSpPr>
            <a:spLocks noGrp="1"/>
          </p:cNvSpPr>
          <p:nvPr>
            <p:ph idx="1"/>
          </p:nvPr>
        </p:nvSpPr>
        <p:spPr>
          <a:xfrm>
            <a:off x="1524001" y="2438401"/>
            <a:ext cx="6172201" cy="5363307"/>
          </a:xfrm>
        </p:spPr>
        <p:txBody>
          <a:bodyPr>
            <a:normAutofit/>
          </a:bodyPr>
          <a:lstStyle/>
          <a:p>
            <a:r>
              <a:rPr lang="en-US" sz="2800" dirty="0"/>
              <a:t>A facility that allows programs to address memory from a logical point of view, without regard to the amount of main memory physically available</a:t>
            </a:r>
          </a:p>
          <a:p>
            <a:r>
              <a:rPr lang="en-US" sz="2800" dirty="0"/>
              <a:t>Conceived to meet the requirement of having multiple user jobs reside in main memory concurrently</a:t>
            </a:r>
          </a:p>
          <a:p>
            <a:pPr>
              <a:buNone/>
            </a:pPr>
            <a:endParaRPr lang="en-US" sz="1800" dirty="0"/>
          </a:p>
        </p:txBody>
      </p:sp>
      <p:sp>
        <p:nvSpPr>
          <p:cNvPr id="4" name="Slide Number Placeholder 3">
            <a:extLst>
              <a:ext uri="{FF2B5EF4-FFF2-40B4-BE49-F238E27FC236}">
                <a16:creationId xmlns:a16="http://schemas.microsoft.com/office/drawing/2014/main" id="{249EE1D4-4566-42F5-A624-CF367C85AEC6}"/>
              </a:ext>
            </a:extLst>
          </p:cNvPr>
          <p:cNvSpPr>
            <a:spLocks noGrp="1"/>
          </p:cNvSpPr>
          <p:nvPr>
            <p:ph type="sldNum" sz="quarter" idx="12"/>
          </p:nvPr>
        </p:nvSpPr>
        <p:spPr/>
        <p:txBody>
          <a:bodyPr/>
          <a:lstStyle/>
          <a:p>
            <a:pPr>
              <a:defRPr/>
            </a:pPr>
            <a:fld id="{97012834-41A2-49E3-8762-B14EE3F5CFB1}" type="slidenum">
              <a:rPr lang="en-US" smtClean="0"/>
              <a:pPr>
                <a:defRPr/>
              </a:pPr>
              <a:t>51</a:t>
            </a:fld>
            <a:endParaRPr lang="en-US" dirty="0"/>
          </a:p>
        </p:txBody>
      </p:sp>
      <p:pic>
        <p:nvPicPr>
          <p:cNvPr id="6" name="Picture 5" descr="f10.pdf">
            <a:extLst>
              <a:ext uri="{FF2B5EF4-FFF2-40B4-BE49-F238E27FC236}">
                <a16:creationId xmlns:a16="http://schemas.microsoft.com/office/drawing/2014/main" id="{390B065A-3CB3-4F8A-B136-964892A4E67F}"/>
              </a:ext>
            </a:extLst>
          </p:cNvPr>
          <p:cNvPicPr>
            <a:picLocks noChangeAspect="1"/>
          </p:cNvPicPr>
          <p:nvPr/>
        </p:nvPicPr>
        <p:blipFill>
          <a:blip r:embed="rId3"/>
          <a:srcRect l="8182" t="15294" r="23636" b="16471"/>
          <a:stretch>
            <a:fillRect/>
          </a:stretch>
        </p:blipFill>
        <p:spPr>
          <a:xfrm>
            <a:off x="2994228" y="990601"/>
            <a:ext cx="7673772" cy="5934345"/>
          </a:xfrm>
          <a:prstGeom prst="rect">
            <a:avLst/>
          </a:prstGeom>
        </p:spPr>
      </p:pic>
      <p:sp>
        <p:nvSpPr>
          <p:cNvPr id="5" name="TextBox 4">
            <a:extLst>
              <a:ext uri="{FF2B5EF4-FFF2-40B4-BE49-F238E27FC236}">
                <a16:creationId xmlns:a16="http://schemas.microsoft.com/office/drawing/2014/main" id="{E173B892-6BDA-6D38-6EE0-34C505B320E0}"/>
              </a:ext>
            </a:extLst>
          </p:cNvPr>
          <p:cNvSpPr txBox="1"/>
          <p:nvPr/>
        </p:nvSpPr>
        <p:spPr>
          <a:xfrm>
            <a:off x="8293203" y="3991931"/>
            <a:ext cx="1954381" cy="369332"/>
          </a:xfrm>
          <a:prstGeom prst="rect">
            <a:avLst/>
          </a:prstGeom>
          <a:noFill/>
        </p:spPr>
        <p:txBody>
          <a:bodyPr wrap="none" rtlCol="0">
            <a:spAutoFit/>
          </a:bodyPr>
          <a:lstStyle/>
          <a:p>
            <a:r>
              <a:rPr lang="en-US" b="1" dirty="0">
                <a:solidFill>
                  <a:srgbClr val="C00000"/>
                </a:solidFill>
              </a:rPr>
              <a:t>Swap in and out</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b="1" dirty="0">
                <a:ln w="1905"/>
                <a:solidFill>
                  <a:schemeClr val="accent1">
                    <a:lumMod val="75000"/>
                  </a:schemeClr>
                </a:solidFill>
                <a:effectLst>
                  <a:innerShdw blurRad="69850" dist="43180" dir="5400000">
                    <a:srgbClr val="000000">
                      <a:alpha val="65000"/>
                    </a:srgbClr>
                  </a:innerShdw>
                </a:effectLst>
              </a:rPr>
              <a:t>Paging</a:t>
            </a:r>
          </a:p>
        </p:txBody>
      </p:sp>
      <p:sp>
        <p:nvSpPr>
          <p:cNvPr id="3" name="Content Placeholder 2"/>
          <p:cNvSpPr>
            <a:spLocks noGrp="1"/>
          </p:cNvSpPr>
          <p:nvPr>
            <p:ph idx="1"/>
          </p:nvPr>
        </p:nvSpPr>
        <p:spPr>
          <a:xfrm>
            <a:off x="1600201" y="990601"/>
            <a:ext cx="4495800" cy="5363307"/>
          </a:xfrm>
        </p:spPr>
        <p:txBody>
          <a:bodyPr>
            <a:noAutofit/>
          </a:bodyPr>
          <a:lstStyle/>
          <a:p>
            <a:r>
              <a:rPr lang="en-US" dirty="0"/>
              <a:t>Allows processes to be comprised of a number of fixed-size blocks, called </a:t>
            </a:r>
            <a:r>
              <a:rPr lang="en-US" dirty="0">
                <a:solidFill>
                  <a:srgbClr val="C00000"/>
                </a:solidFill>
              </a:rPr>
              <a:t>pages</a:t>
            </a:r>
          </a:p>
          <a:p>
            <a:r>
              <a:rPr lang="en-US" dirty="0"/>
              <a:t>Program references a word by means of a virtual address</a:t>
            </a:r>
          </a:p>
          <a:p>
            <a:pPr lvl="2"/>
            <a:r>
              <a:rPr lang="en-US" dirty="0"/>
              <a:t>consists of a </a:t>
            </a:r>
            <a:r>
              <a:rPr lang="en-US" b="1" dirty="0"/>
              <a:t>page number </a:t>
            </a:r>
            <a:r>
              <a:rPr lang="en-US" dirty="0"/>
              <a:t>and an </a:t>
            </a:r>
            <a:r>
              <a:rPr lang="en-US" b="1" dirty="0"/>
              <a:t>offset</a:t>
            </a:r>
            <a:r>
              <a:rPr lang="en-US" dirty="0"/>
              <a:t> within the page</a:t>
            </a:r>
          </a:p>
          <a:p>
            <a:pPr lvl="2"/>
            <a:r>
              <a:rPr lang="en-US" dirty="0"/>
              <a:t>each page may be located </a:t>
            </a:r>
            <a:r>
              <a:rPr lang="en-US" b="1" dirty="0"/>
              <a:t>anywhere</a:t>
            </a:r>
            <a:r>
              <a:rPr lang="en-US" dirty="0"/>
              <a:t> in main memory</a:t>
            </a:r>
          </a:p>
          <a:p>
            <a:pPr marL="282575" lvl="2">
              <a:spcBef>
                <a:spcPts val="1800"/>
              </a:spcBef>
            </a:pPr>
            <a:r>
              <a:rPr lang="en-US" sz="2000" dirty="0"/>
              <a:t>Provides for a dynamic mapping between the virtual address used in the program and a real (or physical) address in main memory</a:t>
            </a:r>
          </a:p>
        </p:txBody>
      </p:sp>
      <p:sp>
        <p:nvSpPr>
          <p:cNvPr id="4" name="Slide Number Placeholder 3">
            <a:extLst>
              <a:ext uri="{FF2B5EF4-FFF2-40B4-BE49-F238E27FC236}">
                <a16:creationId xmlns:a16="http://schemas.microsoft.com/office/drawing/2014/main" id="{A3D5F519-15AA-42B7-873C-3F9F494638BC}"/>
              </a:ext>
            </a:extLst>
          </p:cNvPr>
          <p:cNvSpPr>
            <a:spLocks noGrp="1"/>
          </p:cNvSpPr>
          <p:nvPr>
            <p:ph type="sldNum" sz="quarter" idx="12"/>
          </p:nvPr>
        </p:nvSpPr>
        <p:spPr/>
        <p:txBody>
          <a:bodyPr/>
          <a:lstStyle/>
          <a:p>
            <a:pPr>
              <a:defRPr/>
            </a:pPr>
            <a:fld id="{FD77EB8B-B6EB-443D-9CB4-B019CEC8F476}" type="slidenum">
              <a:rPr lang="en-US" smtClean="0"/>
              <a:pPr>
                <a:defRPr/>
              </a:pPr>
              <a:t>52</a:t>
            </a:fld>
            <a:endParaRPr lang="en-US" dirty="0"/>
          </a:p>
        </p:txBody>
      </p:sp>
      <p:pic>
        <p:nvPicPr>
          <p:cNvPr id="6" name="Picture 5" descr="f9.pdf">
            <a:extLst>
              <a:ext uri="{FF2B5EF4-FFF2-40B4-BE49-F238E27FC236}">
                <a16:creationId xmlns:a16="http://schemas.microsoft.com/office/drawing/2014/main" id="{1CCA0F5B-E118-4C3B-A8BE-6DCD255AF367}"/>
              </a:ext>
            </a:extLst>
          </p:cNvPr>
          <p:cNvPicPr>
            <a:picLocks noChangeAspect="1"/>
          </p:cNvPicPr>
          <p:nvPr/>
        </p:nvPicPr>
        <p:blipFill>
          <a:blip r:embed="rId3"/>
          <a:stretch>
            <a:fillRect/>
          </a:stretch>
        </p:blipFill>
        <p:spPr>
          <a:xfrm>
            <a:off x="5410200" y="-76200"/>
            <a:ext cx="5545282" cy="7176247"/>
          </a:xfrm>
          <a:prstGeom prst="rect">
            <a:avLst/>
          </a:prstGeom>
        </p:spPr>
      </p:pic>
      <p:sp>
        <p:nvSpPr>
          <p:cNvPr id="5" name="TextBox 4">
            <a:extLst>
              <a:ext uri="{FF2B5EF4-FFF2-40B4-BE49-F238E27FC236}">
                <a16:creationId xmlns:a16="http://schemas.microsoft.com/office/drawing/2014/main" id="{7088AC97-026F-AC73-2F84-4B65153F58C5}"/>
              </a:ext>
            </a:extLst>
          </p:cNvPr>
          <p:cNvSpPr txBox="1"/>
          <p:nvPr/>
        </p:nvSpPr>
        <p:spPr>
          <a:xfrm>
            <a:off x="5418083" y="48804"/>
            <a:ext cx="2557110" cy="369332"/>
          </a:xfrm>
          <a:prstGeom prst="rect">
            <a:avLst/>
          </a:prstGeom>
          <a:noFill/>
        </p:spPr>
        <p:txBody>
          <a:bodyPr wrap="none" rtlCol="0">
            <a:spAutoFit/>
          </a:bodyPr>
          <a:lstStyle/>
          <a:p>
            <a:r>
              <a:rPr lang="en-US" dirty="0">
                <a:solidFill>
                  <a:srgbClr val="C00000"/>
                </a:solidFill>
              </a:rPr>
              <a:t>Process B has 6 pages</a:t>
            </a:r>
          </a:p>
        </p:txBody>
      </p:sp>
      <p:sp>
        <p:nvSpPr>
          <p:cNvPr id="7" name="TextBox 6">
            <a:extLst>
              <a:ext uri="{FF2B5EF4-FFF2-40B4-BE49-F238E27FC236}">
                <a16:creationId xmlns:a16="http://schemas.microsoft.com/office/drawing/2014/main" id="{471972D3-10F8-D400-181E-F5836A3D51E8}"/>
              </a:ext>
            </a:extLst>
          </p:cNvPr>
          <p:cNvSpPr txBox="1"/>
          <p:nvPr/>
        </p:nvSpPr>
        <p:spPr>
          <a:xfrm>
            <a:off x="2514601" y="5682734"/>
            <a:ext cx="888501" cy="369332"/>
          </a:xfrm>
          <a:prstGeom prst="rect">
            <a:avLst/>
          </a:prstGeom>
          <a:noFill/>
        </p:spPr>
        <p:txBody>
          <a:bodyPr wrap="square" rtlCol="0">
            <a:spAutoFit/>
          </a:bodyPr>
          <a:lstStyle/>
          <a:p>
            <a:r>
              <a:rPr lang="en-US" dirty="0">
                <a:solidFill>
                  <a:srgbClr val="C00000"/>
                </a:solidFill>
              </a:rPr>
              <a:t>MMU</a:t>
            </a:r>
          </a:p>
        </p:txBody>
      </p:sp>
      <p:pic>
        <p:nvPicPr>
          <p:cNvPr id="1026" name="Picture 2" descr="Memory management unit - Wikipedia">
            <a:extLst>
              <a:ext uri="{FF2B5EF4-FFF2-40B4-BE49-F238E27FC236}">
                <a16:creationId xmlns:a16="http://schemas.microsoft.com/office/drawing/2014/main" id="{C4820D85-A51E-BCE5-19CF-6DDE6FF149A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87824" y="5481272"/>
            <a:ext cx="1029676" cy="77225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z="3600" b="1" dirty="0">
                <a:ln w="1905"/>
                <a:solidFill>
                  <a:schemeClr val="accent1"/>
                </a:solidFill>
                <a:effectLst>
                  <a:innerShdw blurRad="69850" dist="43180" dir="5400000">
                    <a:srgbClr val="000000">
                      <a:alpha val="65000"/>
                    </a:srgbClr>
                  </a:innerShdw>
                </a:effectLst>
              </a:rPr>
              <a:t>Scheduling and Resource Management</a:t>
            </a:r>
          </a:p>
        </p:txBody>
      </p:sp>
      <p:sp>
        <p:nvSpPr>
          <p:cNvPr id="5" name="Slide Number Placeholder 4">
            <a:extLst>
              <a:ext uri="{FF2B5EF4-FFF2-40B4-BE49-F238E27FC236}">
                <a16:creationId xmlns:a16="http://schemas.microsoft.com/office/drawing/2014/main" id="{8EFAF885-F573-4314-8E6F-733AA4BF60D0}"/>
              </a:ext>
            </a:extLst>
          </p:cNvPr>
          <p:cNvSpPr>
            <a:spLocks noGrp="1"/>
          </p:cNvSpPr>
          <p:nvPr>
            <p:ph type="sldNum" sz="quarter" idx="12"/>
          </p:nvPr>
        </p:nvSpPr>
        <p:spPr/>
        <p:txBody>
          <a:bodyPr/>
          <a:lstStyle/>
          <a:p>
            <a:pPr>
              <a:defRPr/>
            </a:pPr>
            <a:fld id="{97012834-41A2-49E3-8762-B14EE3F5CFB1}" type="slidenum">
              <a:rPr lang="en-US" smtClean="0"/>
              <a:pPr>
                <a:defRPr/>
              </a:pPr>
              <a:t>53</a:t>
            </a:fld>
            <a:endParaRPr lang="en-US" dirty="0"/>
          </a:p>
        </p:txBody>
      </p:sp>
      <p:sp>
        <p:nvSpPr>
          <p:cNvPr id="3" name="Content Placeholder 2"/>
          <p:cNvSpPr>
            <a:spLocks noGrp="1"/>
          </p:cNvSpPr>
          <p:nvPr>
            <p:ph idx="4294967295"/>
          </p:nvPr>
        </p:nvSpPr>
        <p:spPr>
          <a:xfrm>
            <a:off x="1971039" y="1752600"/>
            <a:ext cx="3962400" cy="4038600"/>
          </a:xfrm>
        </p:spPr>
        <p:txBody>
          <a:bodyPr>
            <a:normAutofit/>
          </a:bodyPr>
          <a:lstStyle/>
          <a:p>
            <a:r>
              <a:rPr lang="en-US" sz="3000" dirty="0"/>
              <a:t>Key responsibility of an OS is managing resources</a:t>
            </a:r>
          </a:p>
          <a:p>
            <a:r>
              <a:rPr lang="en-US" sz="3000" dirty="0"/>
              <a:t>Resource allocation policies must consider:</a:t>
            </a:r>
          </a:p>
          <a:p>
            <a:pPr lvl="1"/>
            <a:endParaRPr lang="en-US" dirty="0"/>
          </a:p>
          <a:p>
            <a:endParaRPr lang="en-US" dirty="0"/>
          </a:p>
        </p:txBody>
      </p:sp>
      <p:graphicFrame>
        <p:nvGraphicFramePr>
          <p:cNvPr id="4" name="Diagram 3"/>
          <p:cNvGraphicFramePr/>
          <p:nvPr>
            <p:extLst>
              <p:ext uri="{D42A27DB-BD31-4B8C-83A1-F6EECF244321}">
                <p14:modId xmlns:p14="http://schemas.microsoft.com/office/powerpoint/2010/main" val="3530764633"/>
              </p:ext>
            </p:extLst>
          </p:nvPr>
        </p:nvGraphicFramePr>
        <p:xfrm>
          <a:off x="4114800" y="1282700"/>
          <a:ext cx="7620000" cy="42926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42BC90-F6E5-724A-BFEE-1F28CC4D2E33}"/>
            </a:ext>
          </a:extLst>
        </p:cNvPr>
        <p:cNvGrpSpPr/>
        <p:nvPr/>
      </p:nvGrpSpPr>
      <p:grpSpPr>
        <a:xfrm>
          <a:off x="0" y="0"/>
          <a:ext cx="0" cy="0"/>
          <a:chOff x="0" y="0"/>
          <a:chExt cx="0" cy="0"/>
        </a:xfrm>
      </p:grpSpPr>
      <p:pic>
        <p:nvPicPr>
          <p:cNvPr id="5" name="Picture 4" descr="f11.pdf">
            <a:extLst>
              <a:ext uri="{FF2B5EF4-FFF2-40B4-BE49-F238E27FC236}">
                <a16:creationId xmlns:a16="http://schemas.microsoft.com/office/drawing/2014/main" id="{C9D7A4CA-1330-851D-E4C2-CCE20D441A33}"/>
              </a:ext>
            </a:extLst>
          </p:cNvPr>
          <p:cNvPicPr>
            <a:picLocks noChangeAspect="1"/>
          </p:cNvPicPr>
          <p:nvPr/>
        </p:nvPicPr>
        <p:blipFill>
          <a:blip r:embed="rId3"/>
          <a:srcRect l="11818" t="12941" r="12727" b="10588"/>
          <a:stretch>
            <a:fillRect/>
          </a:stretch>
        </p:blipFill>
        <p:spPr>
          <a:xfrm>
            <a:off x="2362201" y="685800"/>
            <a:ext cx="7508147" cy="5879780"/>
          </a:xfrm>
          <a:prstGeom prst="rect">
            <a:avLst/>
          </a:prstGeom>
        </p:spPr>
      </p:pic>
      <p:sp>
        <p:nvSpPr>
          <p:cNvPr id="2" name="Slide Number Placeholder 1">
            <a:extLst>
              <a:ext uri="{FF2B5EF4-FFF2-40B4-BE49-F238E27FC236}">
                <a16:creationId xmlns:a16="http://schemas.microsoft.com/office/drawing/2014/main" id="{42C99E5E-B405-78F1-CE4F-BB583A3EF929}"/>
              </a:ext>
            </a:extLst>
          </p:cNvPr>
          <p:cNvSpPr>
            <a:spLocks noGrp="1"/>
          </p:cNvSpPr>
          <p:nvPr>
            <p:ph type="sldNum" sz="quarter" idx="12"/>
          </p:nvPr>
        </p:nvSpPr>
        <p:spPr/>
        <p:txBody>
          <a:bodyPr/>
          <a:lstStyle/>
          <a:p>
            <a:pPr>
              <a:defRPr/>
            </a:pPr>
            <a:fld id="{0A9A6F0D-A611-4358-861D-7B01E8303898}" type="slidenum">
              <a:rPr lang="en-US" smtClean="0"/>
              <a:pPr>
                <a:defRPr/>
              </a:pPr>
              <a:t>54</a:t>
            </a:fld>
            <a:endParaRPr lang="en-US" dirty="0"/>
          </a:p>
        </p:txBody>
      </p:sp>
      <p:sp>
        <p:nvSpPr>
          <p:cNvPr id="3" name="TextBox 2">
            <a:extLst>
              <a:ext uri="{FF2B5EF4-FFF2-40B4-BE49-F238E27FC236}">
                <a16:creationId xmlns:a16="http://schemas.microsoft.com/office/drawing/2014/main" id="{BD6FC033-76AB-2F90-AA9D-E26B5961F810}"/>
              </a:ext>
            </a:extLst>
          </p:cNvPr>
          <p:cNvSpPr txBox="1"/>
          <p:nvPr/>
        </p:nvSpPr>
        <p:spPr>
          <a:xfrm>
            <a:off x="1996967" y="5446986"/>
            <a:ext cx="3865161" cy="369332"/>
          </a:xfrm>
          <a:prstGeom prst="rect">
            <a:avLst/>
          </a:prstGeom>
          <a:noFill/>
        </p:spPr>
        <p:txBody>
          <a:bodyPr wrap="none" rtlCol="0">
            <a:spAutoFit/>
          </a:bodyPr>
          <a:lstStyle/>
          <a:p>
            <a:r>
              <a:rPr lang="en-US" dirty="0">
                <a:solidFill>
                  <a:srgbClr val="C00000"/>
                </a:solidFill>
              </a:rPr>
              <a:t>What is the element in each queue?</a:t>
            </a:r>
          </a:p>
        </p:txBody>
      </p:sp>
    </p:spTree>
    <p:extLst>
      <p:ext uri="{BB962C8B-B14F-4D97-AF65-F5344CB8AC3E}">
        <p14:creationId xmlns:p14="http://schemas.microsoft.com/office/powerpoint/2010/main" val="407210809"/>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mv="urn:schemas-microsoft-com:mac:vml" xmlns="">
      <p:transition spd="slow">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f11.pdf"/>
          <p:cNvPicPr>
            <a:picLocks noChangeAspect="1"/>
          </p:cNvPicPr>
          <p:nvPr/>
        </p:nvPicPr>
        <p:blipFill>
          <a:blip r:embed="rId3"/>
          <a:srcRect l="11818" t="12941" r="12727" b="10588"/>
          <a:stretch>
            <a:fillRect/>
          </a:stretch>
        </p:blipFill>
        <p:spPr>
          <a:xfrm>
            <a:off x="2362201" y="685800"/>
            <a:ext cx="7508147" cy="5879780"/>
          </a:xfrm>
          <a:prstGeom prst="rect">
            <a:avLst/>
          </a:prstGeom>
        </p:spPr>
      </p:pic>
      <p:sp>
        <p:nvSpPr>
          <p:cNvPr id="2" name="Slide Number Placeholder 1">
            <a:extLst>
              <a:ext uri="{FF2B5EF4-FFF2-40B4-BE49-F238E27FC236}">
                <a16:creationId xmlns:a16="http://schemas.microsoft.com/office/drawing/2014/main" id="{BD27A901-4453-4B5C-B23E-EE803EC3623F}"/>
              </a:ext>
            </a:extLst>
          </p:cNvPr>
          <p:cNvSpPr>
            <a:spLocks noGrp="1"/>
          </p:cNvSpPr>
          <p:nvPr>
            <p:ph type="sldNum" sz="quarter" idx="12"/>
          </p:nvPr>
        </p:nvSpPr>
        <p:spPr/>
        <p:txBody>
          <a:bodyPr/>
          <a:lstStyle/>
          <a:p>
            <a:pPr>
              <a:defRPr/>
            </a:pPr>
            <a:fld id="{0A9A6F0D-A611-4358-861D-7B01E8303898}" type="slidenum">
              <a:rPr lang="en-US" smtClean="0"/>
              <a:pPr>
                <a:defRPr/>
              </a:pPr>
              <a:t>55</a:t>
            </a:fld>
            <a:endParaRPr lang="en-US" dirty="0"/>
          </a:p>
        </p:txBody>
      </p:sp>
      <p:sp>
        <p:nvSpPr>
          <p:cNvPr id="3" name="TextBox 2">
            <a:extLst>
              <a:ext uri="{FF2B5EF4-FFF2-40B4-BE49-F238E27FC236}">
                <a16:creationId xmlns:a16="http://schemas.microsoft.com/office/drawing/2014/main" id="{2C7D5F98-3218-385B-F692-65A0851AEFB7}"/>
              </a:ext>
            </a:extLst>
          </p:cNvPr>
          <p:cNvSpPr txBox="1"/>
          <p:nvPr/>
        </p:nvSpPr>
        <p:spPr>
          <a:xfrm>
            <a:off x="9448801" y="990600"/>
            <a:ext cx="710451" cy="369332"/>
          </a:xfrm>
          <a:prstGeom prst="rect">
            <a:avLst/>
          </a:prstGeom>
          <a:noFill/>
        </p:spPr>
        <p:txBody>
          <a:bodyPr wrap="none" rtlCol="0">
            <a:spAutoFit/>
          </a:bodyPr>
          <a:lstStyle/>
          <a:p>
            <a:r>
              <a:rPr lang="en-US" dirty="0" err="1">
                <a:solidFill>
                  <a:srgbClr val="C00000"/>
                </a:solidFill>
              </a:rPr>
              <a:t>PCB</a:t>
            </a:r>
            <a:r>
              <a:rPr lang="en-US" baseline="-25000" dirty="0" err="1">
                <a:solidFill>
                  <a:srgbClr val="C00000"/>
                </a:solidFill>
              </a:rPr>
              <a:t>i</a:t>
            </a:r>
            <a:endParaRPr lang="en-US" baseline="-25000" dirty="0">
              <a:solidFill>
                <a:srgbClr val="C00000"/>
              </a:solidFill>
            </a:endParaRPr>
          </a:p>
        </p:txBody>
      </p:sp>
      <p:cxnSp>
        <p:nvCxnSpPr>
          <p:cNvPr id="6" name="Straight Arrow Connector 5">
            <a:extLst>
              <a:ext uri="{FF2B5EF4-FFF2-40B4-BE49-F238E27FC236}">
                <a16:creationId xmlns:a16="http://schemas.microsoft.com/office/drawing/2014/main" id="{26BD2523-80C6-F618-EB41-05C02A85452C}"/>
              </a:ext>
            </a:extLst>
          </p:cNvPr>
          <p:cNvCxnSpPr/>
          <p:nvPr/>
        </p:nvCxnSpPr>
        <p:spPr>
          <a:xfrm flipH="1" flipV="1">
            <a:off x="8610600" y="2743200"/>
            <a:ext cx="1447800" cy="68580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31C3749A-4369-3828-6C2F-F12DB004821E}"/>
              </a:ext>
            </a:extLst>
          </p:cNvPr>
          <p:cNvSpPr txBox="1"/>
          <p:nvPr/>
        </p:nvSpPr>
        <p:spPr>
          <a:xfrm>
            <a:off x="9698115" y="3452269"/>
            <a:ext cx="532518" cy="523220"/>
          </a:xfrm>
          <a:prstGeom prst="rect">
            <a:avLst/>
          </a:prstGeom>
          <a:noFill/>
          <a:ln>
            <a:solidFill>
              <a:schemeClr val="accent1">
                <a:shade val="95000"/>
                <a:satMod val="105000"/>
              </a:schemeClr>
            </a:solidFill>
          </a:ln>
        </p:spPr>
        <p:txBody>
          <a:bodyPr wrap="none" rtlCol="0">
            <a:spAutoFit/>
          </a:bodyPr>
          <a:lstStyle/>
          <a:p>
            <a:r>
              <a:rPr lang="en-US" sz="1400" baseline="-25000" dirty="0">
                <a:solidFill>
                  <a:srgbClr val="C00000"/>
                </a:solidFill>
              </a:rPr>
              <a:t>PCB1</a:t>
            </a:r>
          </a:p>
          <a:p>
            <a:r>
              <a:rPr lang="en-US" sz="1400" baseline="-25000" dirty="0">
                <a:solidFill>
                  <a:srgbClr val="C00000"/>
                </a:solidFill>
              </a:rPr>
              <a:t>PCB 5</a:t>
            </a:r>
          </a:p>
          <a:p>
            <a:r>
              <a:rPr lang="en-US" sz="1400" baseline="-25000" dirty="0">
                <a:solidFill>
                  <a:srgbClr val="C00000"/>
                </a:solidFill>
              </a:rPr>
              <a:t>PCB 3</a:t>
            </a:r>
          </a:p>
        </p:txBody>
      </p:sp>
    </p:spTree>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mv="urn:schemas-microsoft-com:mac:vml" xmlns="">
      <p:transition spd="slow">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0" y="-493502"/>
            <a:ext cx="7824788" cy="1143948"/>
          </a:xfrm>
        </p:spPr>
        <p:txBody>
          <a:bodyPr/>
          <a:lstStyle/>
          <a:p>
            <a:pPr algn="l"/>
            <a:r>
              <a:rPr lang="en-US" b="1" dirty="0">
                <a:solidFill>
                  <a:schemeClr val="accent1">
                    <a:lumMod val="75000"/>
                  </a:schemeClr>
                </a:solidFill>
              </a:rPr>
              <a:t>Causes of Errors</a:t>
            </a:r>
          </a:p>
        </p:txBody>
      </p:sp>
      <p:sp>
        <p:nvSpPr>
          <p:cNvPr id="3" name="Content Placeholder 2"/>
          <p:cNvSpPr>
            <a:spLocks noGrp="1"/>
          </p:cNvSpPr>
          <p:nvPr>
            <p:ph sz="half" idx="1"/>
          </p:nvPr>
        </p:nvSpPr>
        <p:spPr>
          <a:xfrm>
            <a:off x="6705600" y="1295400"/>
            <a:ext cx="3505200" cy="2133600"/>
          </a:xfrm>
        </p:spPr>
        <p:txBody>
          <a:bodyPr>
            <a:normAutofit fontScale="92500" lnSpcReduction="20000"/>
          </a:bodyPr>
          <a:lstStyle/>
          <a:p>
            <a:r>
              <a:rPr lang="en-US" sz="2378" b="1" dirty="0"/>
              <a:t>Nondeterminate program operation</a:t>
            </a:r>
          </a:p>
          <a:p>
            <a:pPr lvl="1"/>
            <a:r>
              <a:rPr lang="en-US" sz="1838" dirty="0"/>
              <a:t>program execution is interleaved by the processor when memory is shared</a:t>
            </a:r>
          </a:p>
          <a:p>
            <a:pPr lvl="1"/>
            <a:r>
              <a:rPr lang="en-US" sz="1838" dirty="0"/>
              <a:t>the order in which programs are scheduled may affect their outcome</a:t>
            </a:r>
          </a:p>
        </p:txBody>
      </p:sp>
      <p:sp>
        <p:nvSpPr>
          <p:cNvPr id="7" name="Slide Number Placeholder 6">
            <a:extLst>
              <a:ext uri="{FF2B5EF4-FFF2-40B4-BE49-F238E27FC236}">
                <a16:creationId xmlns:a16="http://schemas.microsoft.com/office/drawing/2014/main" id="{1F1C7A04-D0B9-4B03-A99D-3C28836A645D}"/>
              </a:ext>
            </a:extLst>
          </p:cNvPr>
          <p:cNvSpPr>
            <a:spLocks noGrp="1"/>
          </p:cNvSpPr>
          <p:nvPr>
            <p:ph type="sldNum" sz="quarter" idx="12"/>
          </p:nvPr>
        </p:nvSpPr>
        <p:spPr/>
        <p:txBody>
          <a:bodyPr/>
          <a:lstStyle/>
          <a:p>
            <a:pPr>
              <a:defRPr/>
            </a:pPr>
            <a:fld id="{E4367C90-D8D8-4A11-9BC3-E7451ACC5EB2}" type="slidenum">
              <a:rPr lang="en-US" smtClean="0"/>
              <a:pPr>
                <a:defRPr/>
              </a:pPr>
              <a:t>56</a:t>
            </a:fld>
            <a:endParaRPr lang="en-US" dirty="0"/>
          </a:p>
        </p:txBody>
      </p:sp>
      <p:sp>
        <p:nvSpPr>
          <p:cNvPr id="4" name="Content Placeholder 3"/>
          <p:cNvSpPr>
            <a:spLocks noGrp="1"/>
          </p:cNvSpPr>
          <p:nvPr>
            <p:ph sz="half" idx="13"/>
          </p:nvPr>
        </p:nvSpPr>
        <p:spPr>
          <a:xfrm>
            <a:off x="6781800" y="3352800"/>
            <a:ext cx="3429000" cy="2250234"/>
          </a:xfrm>
        </p:spPr>
        <p:txBody>
          <a:bodyPr>
            <a:normAutofit/>
          </a:bodyPr>
          <a:lstStyle/>
          <a:p>
            <a:pPr>
              <a:lnSpc>
                <a:spcPct val="90000"/>
              </a:lnSpc>
            </a:pPr>
            <a:r>
              <a:rPr lang="en-US" sz="2200" b="1" dirty="0"/>
              <a:t>Deadlocks</a:t>
            </a:r>
          </a:p>
          <a:p>
            <a:pPr lvl="1"/>
            <a:r>
              <a:rPr lang="en-US" sz="1700" dirty="0"/>
              <a:t>it is possible for two or more programs to be hung up waiting for each other</a:t>
            </a:r>
          </a:p>
          <a:p>
            <a:pPr lvl="1"/>
            <a:r>
              <a:rPr lang="en-US" sz="1700" dirty="0"/>
              <a:t>may depend on the chance timing of resource allocation and release</a:t>
            </a:r>
          </a:p>
        </p:txBody>
      </p:sp>
      <p:sp>
        <p:nvSpPr>
          <p:cNvPr id="5" name="Content Placeholder 4"/>
          <p:cNvSpPr>
            <a:spLocks noGrp="1"/>
          </p:cNvSpPr>
          <p:nvPr>
            <p:ph sz="half" idx="14"/>
          </p:nvPr>
        </p:nvSpPr>
        <p:spPr>
          <a:xfrm>
            <a:off x="1752600" y="1295401"/>
            <a:ext cx="3505200" cy="2057399"/>
          </a:xfrm>
        </p:spPr>
        <p:txBody>
          <a:bodyPr>
            <a:normAutofit fontScale="92500"/>
          </a:bodyPr>
          <a:lstStyle/>
          <a:p>
            <a:pPr>
              <a:lnSpc>
                <a:spcPct val="90000"/>
              </a:lnSpc>
            </a:pPr>
            <a:r>
              <a:rPr lang="en-US" sz="2378" b="1" dirty="0"/>
              <a:t>Improper synchronization</a:t>
            </a:r>
          </a:p>
          <a:p>
            <a:pPr lvl="1"/>
            <a:r>
              <a:rPr lang="en-US" dirty="0"/>
              <a:t>a program must wait until the data are available in a buffer</a:t>
            </a:r>
          </a:p>
          <a:p>
            <a:pPr lvl="1"/>
            <a:r>
              <a:rPr lang="en-US" dirty="0"/>
              <a:t>improper design of the signaling mechanism can result in loss or duplication</a:t>
            </a:r>
          </a:p>
        </p:txBody>
      </p:sp>
      <p:sp>
        <p:nvSpPr>
          <p:cNvPr id="6" name="Content Placeholder 5"/>
          <p:cNvSpPr>
            <a:spLocks noGrp="1"/>
          </p:cNvSpPr>
          <p:nvPr>
            <p:ph sz="half" idx="15"/>
          </p:nvPr>
        </p:nvSpPr>
        <p:spPr>
          <a:xfrm>
            <a:off x="1752600" y="3505200"/>
            <a:ext cx="3429000" cy="2097834"/>
          </a:xfrm>
        </p:spPr>
        <p:txBody>
          <a:bodyPr>
            <a:normAutofit fontScale="92500" lnSpcReduction="20000"/>
          </a:bodyPr>
          <a:lstStyle/>
          <a:p>
            <a:r>
              <a:rPr lang="en-US" sz="2353" b="1" dirty="0"/>
              <a:t>Failed mutual exclusion</a:t>
            </a:r>
          </a:p>
          <a:p>
            <a:pPr lvl="1"/>
            <a:r>
              <a:rPr lang="en-US" dirty="0"/>
              <a:t>more than one user or program attempts to make use of a shared resource at the same time</a:t>
            </a:r>
          </a:p>
          <a:p>
            <a:pPr lvl="1"/>
            <a:r>
              <a:rPr lang="en-US" dirty="0"/>
              <a:t>only one routine at a time allowed to perform an update against the file</a:t>
            </a:r>
          </a:p>
        </p:txBody>
      </p:sp>
      <p:pic>
        <p:nvPicPr>
          <p:cNvPr id="9" name="Picture 8"/>
          <p:cNvPicPr>
            <a:picLocks noChangeAspect="1"/>
          </p:cNvPicPr>
          <p:nvPr/>
        </p:nvPicPr>
        <p:blipFill>
          <a:blip r:embed="rId3"/>
          <a:stretch>
            <a:fillRect/>
          </a:stretch>
        </p:blipFill>
        <p:spPr>
          <a:xfrm>
            <a:off x="5181600" y="2590800"/>
            <a:ext cx="1538288" cy="1447800"/>
          </a:xfrm>
          <a:prstGeom prst="rect">
            <a:avLst/>
          </a:prstGeom>
        </p:spPr>
      </p:pic>
      <p:sp>
        <p:nvSpPr>
          <p:cNvPr id="8" name="TextBox 7">
            <a:extLst>
              <a:ext uri="{FF2B5EF4-FFF2-40B4-BE49-F238E27FC236}">
                <a16:creationId xmlns:a16="http://schemas.microsoft.com/office/drawing/2014/main" id="{EFD50F53-9959-CEF8-0B4E-91B105556380}"/>
              </a:ext>
            </a:extLst>
          </p:cNvPr>
          <p:cNvSpPr txBox="1"/>
          <p:nvPr/>
        </p:nvSpPr>
        <p:spPr>
          <a:xfrm>
            <a:off x="2362201" y="5386103"/>
            <a:ext cx="1723549" cy="369332"/>
          </a:xfrm>
          <a:prstGeom prst="rect">
            <a:avLst/>
          </a:prstGeom>
          <a:noFill/>
        </p:spPr>
        <p:txBody>
          <a:bodyPr wrap="none" rtlCol="0">
            <a:spAutoFit/>
          </a:bodyPr>
          <a:lstStyle/>
          <a:p>
            <a:r>
              <a:rPr lang="en-US" dirty="0">
                <a:solidFill>
                  <a:srgbClr val="C00000"/>
                </a:solidFill>
              </a:rPr>
              <a:t>Critical Section</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NZ" b="1" dirty="0">
                <a:solidFill>
                  <a:schemeClr val="accent1">
                    <a:lumMod val="75000"/>
                  </a:schemeClr>
                </a:solidFill>
              </a:rPr>
              <a:t>Different Architectural Approaches</a:t>
            </a:r>
          </a:p>
        </p:txBody>
      </p:sp>
      <p:sp>
        <p:nvSpPr>
          <p:cNvPr id="5" name="Slide Number Placeholder 4">
            <a:extLst>
              <a:ext uri="{FF2B5EF4-FFF2-40B4-BE49-F238E27FC236}">
                <a16:creationId xmlns:a16="http://schemas.microsoft.com/office/drawing/2014/main" id="{B579A3BF-B4AA-4991-B189-43AAD05E70E8}"/>
              </a:ext>
            </a:extLst>
          </p:cNvPr>
          <p:cNvSpPr>
            <a:spLocks noGrp="1"/>
          </p:cNvSpPr>
          <p:nvPr>
            <p:ph type="sldNum" sz="quarter" idx="12"/>
          </p:nvPr>
        </p:nvSpPr>
        <p:spPr/>
        <p:txBody>
          <a:bodyPr/>
          <a:lstStyle/>
          <a:p>
            <a:pPr>
              <a:defRPr/>
            </a:pPr>
            <a:fld id="{97012834-41A2-49E3-8762-B14EE3F5CFB1}" type="slidenum">
              <a:rPr lang="en-US" smtClean="0"/>
              <a:pPr>
                <a:defRPr/>
              </a:pPr>
              <a:t>57</a:t>
            </a:fld>
            <a:endParaRPr lang="en-US" dirty="0"/>
          </a:p>
        </p:txBody>
      </p:sp>
      <p:sp>
        <p:nvSpPr>
          <p:cNvPr id="3" name="Content Placeholder 2"/>
          <p:cNvSpPr>
            <a:spLocks noGrp="1"/>
          </p:cNvSpPr>
          <p:nvPr>
            <p:ph idx="4294967295"/>
          </p:nvPr>
        </p:nvSpPr>
        <p:spPr>
          <a:xfrm>
            <a:off x="2095498" y="1447800"/>
            <a:ext cx="8001000" cy="3962400"/>
          </a:xfrm>
        </p:spPr>
        <p:txBody>
          <a:bodyPr>
            <a:normAutofit/>
          </a:bodyPr>
          <a:lstStyle/>
          <a:p>
            <a:r>
              <a:rPr lang="en-NZ" sz="3200" dirty="0"/>
              <a:t>Demands on operating systems require new ways of organizing the OS</a:t>
            </a:r>
          </a:p>
          <a:p>
            <a:pPr lvl="1"/>
            <a:endParaRPr lang="en-NZ" dirty="0"/>
          </a:p>
        </p:txBody>
      </p:sp>
      <p:graphicFrame>
        <p:nvGraphicFramePr>
          <p:cNvPr id="4" name="Diagram 3"/>
          <p:cNvGraphicFramePr/>
          <p:nvPr>
            <p:extLst>
              <p:ext uri="{D42A27DB-BD31-4B8C-83A1-F6EECF244321}">
                <p14:modId xmlns:p14="http://schemas.microsoft.com/office/powerpoint/2010/main" val="1795809755"/>
              </p:ext>
            </p:extLst>
          </p:nvPr>
        </p:nvGraphicFramePr>
        <p:xfrm>
          <a:off x="2286000" y="1295400"/>
          <a:ext cx="7620000" cy="63754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accent1"/>
                </a:solidFill>
              </a:rPr>
              <a:t>Microkernel Architecture</a:t>
            </a:r>
          </a:p>
        </p:txBody>
      </p:sp>
      <p:sp>
        <p:nvSpPr>
          <p:cNvPr id="6" name="Slide Number Placeholder 5">
            <a:extLst>
              <a:ext uri="{FF2B5EF4-FFF2-40B4-BE49-F238E27FC236}">
                <a16:creationId xmlns:a16="http://schemas.microsoft.com/office/drawing/2014/main" id="{B53F5E18-6FBC-4469-BFF7-6E254F1D94CB}"/>
              </a:ext>
            </a:extLst>
          </p:cNvPr>
          <p:cNvSpPr>
            <a:spLocks noGrp="1"/>
          </p:cNvSpPr>
          <p:nvPr>
            <p:ph type="sldNum" sz="quarter" idx="12"/>
          </p:nvPr>
        </p:nvSpPr>
        <p:spPr/>
        <p:txBody>
          <a:bodyPr/>
          <a:lstStyle/>
          <a:p>
            <a:fld id="{E4367C90-D8D8-4A11-9BC3-E7451ACC5EB2}" type="slidenum">
              <a:rPr lang="en-US" smtClean="0"/>
              <a:pPr/>
              <a:t>58</a:t>
            </a:fld>
            <a:endParaRPr lang="en-US" dirty="0"/>
          </a:p>
        </p:txBody>
      </p:sp>
      <p:pic>
        <p:nvPicPr>
          <p:cNvPr id="1026" name="Picture 2">
            <a:extLst>
              <a:ext uri="{FF2B5EF4-FFF2-40B4-BE49-F238E27FC236}">
                <a16:creationId xmlns:a16="http://schemas.microsoft.com/office/drawing/2014/main" id="{52FD0C46-A4D8-4AB8-8898-EF6D90716D8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3998" y="1523999"/>
            <a:ext cx="9144000" cy="4876800"/>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a:extLst>
              <a:ext uri="{FF2B5EF4-FFF2-40B4-BE49-F238E27FC236}">
                <a16:creationId xmlns:a16="http://schemas.microsoft.com/office/drawing/2014/main" id="{D46D0A9A-9B14-449A-A06A-57D4A7F3D6B4}"/>
              </a:ext>
            </a:extLst>
          </p:cNvPr>
          <p:cNvSpPr/>
          <p:nvPr/>
        </p:nvSpPr>
        <p:spPr>
          <a:xfrm>
            <a:off x="6324598" y="2590801"/>
            <a:ext cx="4572000" cy="1200329"/>
          </a:xfrm>
          <a:prstGeom prst="rect">
            <a:avLst/>
          </a:prstGeom>
        </p:spPr>
        <p:txBody>
          <a:bodyPr>
            <a:spAutoFit/>
          </a:bodyPr>
          <a:lstStyle/>
          <a:p>
            <a:pPr algn="ctr"/>
            <a:r>
              <a:rPr lang="en-US" b="1" dirty="0">
                <a:solidFill>
                  <a:srgbClr val="FF0000"/>
                </a:solidFill>
              </a:rPr>
              <a:t>Microkernels are often smaller than monolithic kernels. The MINIX 3 microkernel, for example, has approximately 12,000 lines of code.</a:t>
            </a:r>
          </a:p>
        </p:txBody>
      </p:sp>
    </p:spTree>
    <p:extLst>
      <p:ext uri="{BB962C8B-B14F-4D97-AF65-F5344CB8AC3E}">
        <p14:creationId xmlns:p14="http://schemas.microsoft.com/office/powerpoint/2010/main" val="24252334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11680" y="-381000"/>
            <a:ext cx="7824788" cy="1143948"/>
          </a:xfrm>
        </p:spPr>
        <p:txBody>
          <a:bodyPr/>
          <a:lstStyle/>
          <a:p>
            <a:pPr algn="ctr"/>
            <a:r>
              <a:rPr lang="en-US" b="1" dirty="0">
                <a:ln w="1905"/>
                <a:solidFill>
                  <a:schemeClr val="accent1">
                    <a:lumMod val="75000"/>
                  </a:schemeClr>
                </a:solidFill>
                <a:effectLst>
                  <a:innerShdw blurRad="69850" dist="43180" dir="5400000">
                    <a:srgbClr val="000000">
                      <a:alpha val="65000"/>
                    </a:srgbClr>
                  </a:innerShdw>
                </a:effectLst>
              </a:rPr>
              <a:t>Microkernel Architecture</a:t>
            </a:r>
          </a:p>
        </p:txBody>
      </p:sp>
      <p:sp>
        <p:nvSpPr>
          <p:cNvPr id="3" name="Content Placeholder 2"/>
          <p:cNvSpPr>
            <a:spLocks noGrp="1"/>
          </p:cNvSpPr>
          <p:nvPr>
            <p:ph sz="half" idx="1"/>
          </p:nvPr>
        </p:nvSpPr>
        <p:spPr>
          <a:xfrm>
            <a:off x="2203450" y="1447801"/>
            <a:ext cx="7848600" cy="3962399"/>
          </a:xfrm>
        </p:spPr>
        <p:txBody>
          <a:bodyPr>
            <a:normAutofit/>
          </a:bodyPr>
          <a:lstStyle/>
          <a:p>
            <a:pPr>
              <a:lnSpc>
                <a:spcPct val="80000"/>
              </a:lnSpc>
            </a:pPr>
            <a:r>
              <a:rPr lang="en-US" sz="3000" dirty="0"/>
              <a:t>Assigns only a few essential functions to the kernel:</a:t>
            </a:r>
          </a:p>
          <a:p>
            <a:pPr marL="282575" lvl="1" indent="-282575">
              <a:lnSpc>
                <a:spcPct val="80000"/>
              </a:lnSpc>
              <a:spcBef>
                <a:spcPts val="1800"/>
              </a:spcBef>
            </a:pPr>
            <a:endParaRPr lang="en-US" sz="3000" dirty="0"/>
          </a:p>
          <a:p>
            <a:pPr marL="282575" lvl="1" indent="-282575">
              <a:lnSpc>
                <a:spcPct val="80000"/>
              </a:lnSpc>
              <a:spcBef>
                <a:spcPts val="1800"/>
              </a:spcBef>
            </a:pPr>
            <a:endParaRPr lang="en-US" sz="3000" dirty="0"/>
          </a:p>
          <a:p>
            <a:pPr marL="282575" lvl="1" indent="-282575">
              <a:lnSpc>
                <a:spcPct val="80000"/>
              </a:lnSpc>
              <a:spcBef>
                <a:spcPts val="1800"/>
              </a:spcBef>
            </a:pPr>
            <a:r>
              <a:rPr lang="en-US" sz="3000" dirty="0"/>
              <a:t>The approach:</a:t>
            </a:r>
          </a:p>
          <a:p>
            <a:pPr lvl="1"/>
            <a:endParaRPr lang="en-US" dirty="0"/>
          </a:p>
        </p:txBody>
      </p:sp>
      <p:sp>
        <p:nvSpPr>
          <p:cNvPr id="6" name="Slide Number Placeholder 5">
            <a:extLst>
              <a:ext uri="{FF2B5EF4-FFF2-40B4-BE49-F238E27FC236}">
                <a16:creationId xmlns:a16="http://schemas.microsoft.com/office/drawing/2014/main" id="{B53F5E18-6FBC-4469-BFF7-6E254F1D94CB}"/>
              </a:ext>
            </a:extLst>
          </p:cNvPr>
          <p:cNvSpPr>
            <a:spLocks noGrp="1"/>
          </p:cNvSpPr>
          <p:nvPr>
            <p:ph type="sldNum" sz="quarter" idx="12"/>
          </p:nvPr>
        </p:nvSpPr>
        <p:spPr/>
        <p:txBody>
          <a:bodyPr/>
          <a:lstStyle/>
          <a:p>
            <a:pPr>
              <a:defRPr/>
            </a:pPr>
            <a:fld id="{E4367C90-D8D8-4A11-9BC3-E7451ACC5EB2}" type="slidenum">
              <a:rPr lang="en-US" smtClean="0"/>
              <a:pPr>
                <a:defRPr/>
              </a:pPr>
              <a:t>59</a:t>
            </a:fld>
            <a:endParaRPr lang="en-US" dirty="0"/>
          </a:p>
        </p:txBody>
      </p:sp>
      <p:graphicFrame>
        <p:nvGraphicFramePr>
          <p:cNvPr id="4" name="Diagram 3"/>
          <p:cNvGraphicFramePr/>
          <p:nvPr>
            <p:extLst>
              <p:ext uri="{D42A27DB-BD31-4B8C-83A1-F6EECF244321}">
                <p14:modId xmlns:p14="http://schemas.microsoft.com/office/powerpoint/2010/main" val="3250253732"/>
              </p:ext>
            </p:extLst>
          </p:nvPr>
        </p:nvGraphicFramePr>
        <p:xfrm>
          <a:off x="2235200" y="2057400"/>
          <a:ext cx="8458200" cy="1524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5" name="Diagram 4"/>
          <p:cNvGraphicFramePr/>
          <p:nvPr>
            <p:extLst>
              <p:ext uri="{D42A27DB-BD31-4B8C-83A1-F6EECF244321}">
                <p14:modId xmlns:p14="http://schemas.microsoft.com/office/powerpoint/2010/main" val="768198582"/>
              </p:ext>
            </p:extLst>
          </p:nvPr>
        </p:nvGraphicFramePr>
        <p:xfrm>
          <a:off x="1930400" y="4114800"/>
          <a:ext cx="8534400" cy="1549400"/>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accent1"/>
                </a:solidFill>
              </a:rPr>
              <a:t>OS Design</a:t>
            </a:r>
          </a:p>
        </p:txBody>
      </p:sp>
      <p:sp>
        <p:nvSpPr>
          <p:cNvPr id="4" name="Text Placeholder 3"/>
          <p:cNvSpPr>
            <a:spLocks noGrp="1"/>
          </p:cNvSpPr>
          <p:nvPr>
            <p:ph type="body" idx="1"/>
          </p:nvPr>
        </p:nvSpPr>
        <p:spPr/>
        <p:txBody>
          <a:bodyPr/>
          <a:lstStyle/>
          <a:p>
            <a:r>
              <a:rPr lang="en-US" dirty="0"/>
              <a:t>Distributed Operating System</a:t>
            </a:r>
          </a:p>
        </p:txBody>
      </p:sp>
      <p:sp>
        <p:nvSpPr>
          <p:cNvPr id="3" name="Content Placeholder 2"/>
          <p:cNvSpPr>
            <a:spLocks noGrp="1"/>
          </p:cNvSpPr>
          <p:nvPr>
            <p:ph sz="half" idx="2"/>
          </p:nvPr>
        </p:nvSpPr>
        <p:spPr/>
        <p:txBody>
          <a:bodyPr>
            <a:normAutofit/>
          </a:bodyPr>
          <a:lstStyle/>
          <a:p>
            <a:r>
              <a:rPr lang="en-US" sz="2400" dirty="0"/>
              <a:t>Provides the illusion of</a:t>
            </a:r>
          </a:p>
          <a:p>
            <a:pPr lvl="1"/>
            <a:r>
              <a:rPr lang="en-US" sz="2400" dirty="0"/>
              <a:t> a single main memory space </a:t>
            </a:r>
          </a:p>
          <a:p>
            <a:pPr lvl="1"/>
            <a:r>
              <a:rPr lang="en-US" sz="2400" dirty="0"/>
              <a:t>single secondary memory space</a:t>
            </a:r>
          </a:p>
          <a:p>
            <a:pPr lvl="1"/>
            <a:r>
              <a:rPr lang="en-US" sz="2400" dirty="0"/>
              <a:t>unified access facilities</a:t>
            </a:r>
          </a:p>
        </p:txBody>
      </p:sp>
      <p:sp>
        <p:nvSpPr>
          <p:cNvPr id="5" name="Text Placeholder 4"/>
          <p:cNvSpPr>
            <a:spLocks noGrp="1"/>
          </p:cNvSpPr>
          <p:nvPr>
            <p:ph type="body" sz="quarter" idx="3"/>
          </p:nvPr>
        </p:nvSpPr>
        <p:spPr/>
        <p:txBody>
          <a:bodyPr/>
          <a:lstStyle/>
          <a:p>
            <a:r>
              <a:rPr lang="en-US" dirty="0"/>
              <a:t>Object-Oriented  Design</a:t>
            </a:r>
          </a:p>
        </p:txBody>
      </p:sp>
      <p:sp>
        <p:nvSpPr>
          <p:cNvPr id="6" name="Content Placeholder 5"/>
          <p:cNvSpPr>
            <a:spLocks noGrp="1"/>
          </p:cNvSpPr>
          <p:nvPr>
            <p:ph sz="quarter" idx="4"/>
          </p:nvPr>
        </p:nvSpPr>
        <p:spPr/>
        <p:txBody>
          <a:bodyPr>
            <a:normAutofit/>
          </a:bodyPr>
          <a:lstStyle/>
          <a:p>
            <a:r>
              <a:rPr lang="en-US" sz="2400" dirty="0"/>
              <a:t>Used for adding modular extensions to a small kernel</a:t>
            </a:r>
          </a:p>
          <a:p>
            <a:r>
              <a:rPr lang="en-US" sz="2400" dirty="0"/>
              <a:t>Enables programmers to customize an operating system without disrupting system integrity</a:t>
            </a:r>
          </a:p>
          <a:p>
            <a:r>
              <a:rPr lang="en-US" sz="2400" dirty="0"/>
              <a:t>Eases the development of distributed tools and full-blown distributed operating systems</a:t>
            </a:r>
          </a:p>
          <a:p>
            <a:endParaRPr lang="en-US" sz="2400" dirty="0"/>
          </a:p>
        </p:txBody>
      </p:sp>
      <p:sp>
        <p:nvSpPr>
          <p:cNvPr id="7" name="Slide Number Placeholder 6">
            <a:extLst>
              <a:ext uri="{FF2B5EF4-FFF2-40B4-BE49-F238E27FC236}">
                <a16:creationId xmlns:a16="http://schemas.microsoft.com/office/drawing/2014/main" id="{DD0AE751-D34B-4CFB-B23F-5863D7E76FD8}"/>
              </a:ext>
            </a:extLst>
          </p:cNvPr>
          <p:cNvSpPr>
            <a:spLocks noGrp="1"/>
          </p:cNvSpPr>
          <p:nvPr>
            <p:ph type="sldNum" sz="quarter" idx="12"/>
          </p:nvPr>
        </p:nvSpPr>
        <p:spPr/>
        <p:txBody>
          <a:bodyPr/>
          <a:lstStyle/>
          <a:p>
            <a:fld id="{D56104A5-FF6A-4891-8FE3-D539A7A66E05}" type="slidenum">
              <a:rPr lang="en-US" smtClean="0"/>
              <a:pPr/>
              <a:t>60</a:t>
            </a:fld>
            <a:endParaRPr lang="en-US"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Image result for multicore vs multiprocessor">
            <a:extLst>
              <a:ext uri="{FF2B5EF4-FFF2-40B4-BE49-F238E27FC236}">
                <a16:creationId xmlns:a16="http://schemas.microsoft.com/office/drawing/2014/main" id="{87EC6CC6-667A-4873-AA78-C4528B2DEF7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08187" y="1371600"/>
            <a:ext cx="3117851" cy="2338388"/>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p:txBody>
          <a:bodyPr/>
          <a:lstStyle/>
          <a:p>
            <a:pPr algn="ctr"/>
            <a:r>
              <a:rPr lang="en-US" b="1" dirty="0">
                <a:ln w="1905"/>
                <a:solidFill>
                  <a:schemeClr val="accent1">
                    <a:lumMod val="75000"/>
                  </a:schemeClr>
                </a:solidFill>
                <a:effectLst>
                  <a:innerShdw blurRad="69850" dist="43180" dir="5400000">
                    <a:srgbClr val="000000">
                      <a:alpha val="65000"/>
                    </a:srgbClr>
                  </a:innerShdw>
                </a:effectLst>
              </a:rPr>
              <a:t>Symmetric Multiprocessing (SMP)</a:t>
            </a:r>
          </a:p>
        </p:txBody>
      </p:sp>
      <p:sp>
        <p:nvSpPr>
          <p:cNvPr id="3" name="Content Placeholder 2"/>
          <p:cNvSpPr>
            <a:spLocks noGrp="1"/>
          </p:cNvSpPr>
          <p:nvPr>
            <p:ph sz="half" idx="1"/>
          </p:nvPr>
        </p:nvSpPr>
        <p:spPr>
          <a:xfrm>
            <a:off x="1844038" y="1371601"/>
            <a:ext cx="7874001" cy="3657599"/>
          </a:xfrm>
        </p:spPr>
        <p:txBody>
          <a:bodyPr>
            <a:noAutofit/>
          </a:bodyPr>
          <a:lstStyle/>
          <a:p>
            <a:r>
              <a:rPr lang="en-US" sz="2200" dirty="0"/>
              <a:t>Term that refers to a computer </a:t>
            </a:r>
            <a:br>
              <a:rPr lang="en-US" sz="2200" dirty="0"/>
            </a:br>
            <a:r>
              <a:rPr lang="en-US" sz="2200" dirty="0"/>
              <a:t>hardware architecture and also </a:t>
            </a:r>
            <a:br>
              <a:rPr lang="en-US" sz="2200" dirty="0"/>
            </a:br>
            <a:r>
              <a:rPr lang="en-US" sz="2200" dirty="0"/>
              <a:t>to the OS behavior that exploits </a:t>
            </a:r>
            <a:br>
              <a:rPr lang="en-US" sz="2200" dirty="0"/>
            </a:br>
            <a:r>
              <a:rPr lang="en-US" sz="2200" dirty="0"/>
              <a:t>that architecture</a:t>
            </a:r>
          </a:p>
          <a:p>
            <a:r>
              <a:rPr lang="en-US" sz="2200" dirty="0"/>
              <a:t>Several processes can run in parallel</a:t>
            </a:r>
          </a:p>
          <a:p>
            <a:r>
              <a:rPr lang="en-US" sz="2200" dirty="0"/>
              <a:t>Multiple processors are transparent to the user</a:t>
            </a:r>
          </a:p>
          <a:p>
            <a:pPr lvl="2"/>
            <a:r>
              <a:rPr lang="en-US" sz="2200" dirty="0"/>
              <a:t>these processors share same main memory and I/O facilities</a:t>
            </a:r>
          </a:p>
          <a:p>
            <a:pPr lvl="2"/>
            <a:r>
              <a:rPr lang="en-US" sz="2200" dirty="0"/>
              <a:t>all processors can perform the same functions</a:t>
            </a:r>
          </a:p>
          <a:p>
            <a:r>
              <a:rPr lang="en-NZ" sz="2200" dirty="0"/>
              <a:t>The OS takes care of scheduling of processes on individual processors and of synchronization among processors</a:t>
            </a:r>
          </a:p>
        </p:txBody>
      </p:sp>
      <p:sp>
        <p:nvSpPr>
          <p:cNvPr id="4" name="Slide Number Placeholder 3">
            <a:extLst>
              <a:ext uri="{FF2B5EF4-FFF2-40B4-BE49-F238E27FC236}">
                <a16:creationId xmlns:a16="http://schemas.microsoft.com/office/drawing/2014/main" id="{CD8C6DE8-E15E-461C-A290-15F7AF179264}"/>
              </a:ext>
            </a:extLst>
          </p:cNvPr>
          <p:cNvSpPr>
            <a:spLocks noGrp="1"/>
          </p:cNvSpPr>
          <p:nvPr>
            <p:ph type="sldNum" sz="quarter" idx="12"/>
          </p:nvPr>
        </p:nvSpPr>
        <p:spPr/>
        <p:txBody>
          <a:bodyPr/>
          <a:lstStyle/>
          <a:p>
            <a:pPr>
              <a:defRPr/>
            </a:pPr>
            <a:fld id="{E4367C90-D8D8-4A11-9BC3-E7451ACC5EB2}" type="slidenum">
              <a:rPr lang="en-US" smtClean="0"/>
              <a:pPr>
                <a:defRPr/>
              </a:pPr>
              <a:t>61</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f12.pdf"/>
          <p:cNvPicPr>
            <a:picLocks noChangeAspect="1"/>
          </p:cNvPicPr>
          <p:nvPr/>
        </p:nvPicPr>
        <p:blipFill rotWithShape="1">
          <a:blip r:embed="rId3"/>
          <a:srcRect t="19091" b="26281"/>
          <a:stretch/>
        </p:blipFill>
        <p:spPr>
          <a:xfrm>
            <a:off x="1676400" y="304800"/>
            <a:ext cx="8594720" cy="6076026"/>
          </a:xfrm>
          <a:prstGeom prst="rect">
            <a:avLst/>
          </a:prstGeom>
        </p:spPr>
      </p:pic>
      <p:sp>
        <p:nvSpPr>
          <p:cNvPr id="2" name="Slide Number Placeholder 1">
            <a:extLst>
              <a:ext uri="{FF2B5EF4-FFF2-40B4-BE49-F238E27FC236}">
                <a16:creationId xmlns:a16="http://schemas.microsoft.com/office/drawing/2014/main" id="{E67DD21C-61CE-40B0-8473-94AE8EC09210}"/>
              </a:ext>
            </a:extLst>
          </p:cNvPr>
          <p:cNvSpPr>
            <a:spLocks noGrp="1"/>
          </p:cNvSpPr>
          <p:nvPr>
            <p:ph type="sldNum" sz="quarter" idx="12"/>
          </p:nvPr>
        </p:nvSpPr>
        <p:spPr/>
        <p:txBody>
          <a:bodyPr/>
          <a:lstStyle/>
          <a:p>
            <a:pPr>
              <a:defRPr/>
            </a:pPr>
            <a:fld id="{BAB79F47-3AF0-4617-BC60-2E592392BB48}" type="slidenum">
              <a:rPr lang="en-US" smtClean="0"/>
              <a:pPr>
                <a:defRPr/>
              </a:pPr>
              <a:t>62</a:t>
            </a:fld>
            <a:endParaRPr lang="en-US" dirty="0"/>
          </a:p>
        </p:txBody>
      </p:sp>
      <p:pic>
        <p:nvPicPr>
          <p:cNvPr id="4" name="Picture 3" descr="f12.pdf">
            <a:extLst>
              <a:ext uri="{FF2B5EF4-FFF2-40B4-BE49-F238E27FC236}">
                <a16:creationId xmlns:a16="http://schemas.microsoft.com/office/drawing/2014/main" id="{CC426C72-1CC1-4416-BECD-9A7A3351CACC}"/>
              </a:ext>
            </a:extLst>
          </p:cNvPr>
          <p:cNvPicPr>
            <a:picLocks noChangeAspect="1"/>
          </p:cNvPicPr>
          <p:nvPr/>
        </p:nvPicPr>
        <p:blipFill rotWithShape="1">
          <a:blip r:embed="rId3"/>
          <a:srcRect t="88291" b="7273"/>
          <a:stretch/>
        </p:blipFill>
        <p:spPr>
          <a:xfrm>
            <a:off x="2794039" y="6574331"/>
            <a:ext cx="6359443" cy="365124"/>
          </a:xfrm>
          <a:prstGeom prst="rect">
            <a:avLst/>
          </a:prstGeom>
        </p:spPr>
      </p:pic>
      <p:sp>
        <p:nvSpPr>
          <p:cNvPr id="3" name="TextBox 2">
            <a:extLst>
              <a:ext uri="{FF2B5EF4-FFF2-40B4-BE49-F238E27FC236}">
                <a16:creationId xmlns:a16="http://schemas.microsoft.com/office/drawing/2014/main" id="{0D5DD774-1647-8313-CF17-F4419A23927C}"/>
              </a:ext>
            </a:extLst>
          </p:cNvPr>
          <p:cNvSpPr txBox="1"/>
          <p:nvPr/>
        </p:nvSpPr>
        <p:spPr>
          <a:xfrm>
            <a:off x="1573002" y="2667000"/>
            <a:ext cx="1240724" cy="369332"/>
          </a:xfrm>
          <a:prstGeom prst="rect">
            <a:avLst/>
          </a:prstGeom>
          <a:noFill/>
        </p:spPr>
        <p:txBody>
          <a:bodyPr wrap="none" rtlCol="0">
            <a:spAutoFit/>
          </a:bodyPr>
          <a:lstStyle/>
          <a:p>
            <a:r>
              <a:rPr lang="en-US" b="1" dirty="0">
                <a:solidFill>
                  <a:srgbClr val="C00000"/>
                </a:solidFill>
                <a:latin typeface="Google Sans"/>
              </a:rPr>
              <a:t>C</a:t>
            </a:r>
            <a:r>
              <a:rPr lang="en-US" b="1" i="0" u="none" strike="noStrike" dirty="0">
                <a:solidFill>
                  <a:srgbClr val="C00000"/>
                </a:solidFill>
                <a:effectLst/>
                <a:latin typeface="Google Sans"/>
              </a:rPr>
              <a:t>oncurrent</a:t>
            </a:r>
            <a:endParaRPr lang="en-US" b="1" dirty="0">
              <a:solidFill>
                <a:srgbClr val="C00000"/>
              </a:solidFill>
            </a:endParaRPr>
          </a:p>
        </p:txBody>
      </p:sp>
      <p:sp>
        <p:nvSpPr>
          <p:cNvPr id="6" name="TextBox 5">
            <a:extLst>
              <a:ext uri="{FF2B5EF4-FFF2-40B4-BE49-F238E27FC236}">
                <a16:creationId xmlns:a16="http://schemas.microsoft.com/office/drawing/2014/main" id="{E74EEE01-9961-127D-DFAE-5023F7744646}"/>
              </a:ext>
            </a:extLst>
          </p:cNvPr>
          <p:cNvSpPr txBox="1"/>
          <p:nvPr/>
        </p:nvSpPr>
        <p:spPr>
          <a:xfrm>
            <a:off x="1676400" y="5213866"/>
            <a:ext cx="4595648" cy="369332"/>
          </a:xfrm>
          <a:prstGeom prst="rect">
            <a:avLst/>
          </a:prstGeom>
          <a:noFill/>
        </p:spPr>
        <p:txBody>
          <a:bodyPr wrap="square">
            <a:spAutoFit/>
          </a:bodyPr>
          <a:lstStyle/>
          <a:p>
            <a:r>
              <a:rPr lang="en-US" b="1" i="0" u="none" strike="noStrike" dirty="0">
                <a:solidFill>
                  <a:srgbClr val="C00000"/>
                </a:solidFill>
                <a:effectLst/>
                <a:latin typeface="arial" panose="020B0604020202020204" pitchFamily="34" charset="0"/>
              </a:rPr>
              <a:t>Parallelism</a:t>
            </a:r>
            <a:endParaRPr lang="en-US" dirty="0">
              <a:solidFill>
                <a:srgbClr val="C00000"/>
              </a:solidFill>
            </a:endParaRPr>
          </a:p>
        </p:txBody>
      </p:sp>
    </p:spTree>
    <p:extLst>
      <p:ext uri="{BB962C8B-B14F-4D97-AF65-F5344CB8AC3E}">
        <p14:creationId xmlns:p14="http://schemas.microsoft.com/office/powerpoint/2010/main" val="3348054346"/>
      </p:ext>
    </p:extLst>
  </p:cSld>
  <p:clrMapOvr>
    <a:masterClrMapping/>
  </p:clrMapOvr>
  <mc:AlternateContent xmlns:mc="http://schemas.openxmlformats.org/markup-compatibility/2006" xmlns:p14="http://schemas.microsoft.com/office/powerpoint/2010/main">
    <mc:Choice Requires="p14">
      <p:transition spd="slow" p14:dur="4400">
        <p14:honeycomb/>
      </p:transition>
    </mc:Choice>
    <mc:Fallback xmlns:mv="urn:schemas-microsoft-com:mac:vml" xmlns="">
      <p:transition spd="slow">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52297" y="-457200"/>
            <a:ext cx="7824788" cy="1067748"/>
          </a:xfrm>
        </p:spPr>
        <p:txBody>
          <a:bodyPr/>
          <a:lstStyle/>
          <a:p>
            <a:pPr algn="l"/>
            <a:r>
              <a:rPr lang="en-NZ" b="1" dirty="0">
                <a:ln w="1905"/>
                <a:solidFill>
                  <a:schemeClr val="accent1"/>
                </a:solidFill>
                <a:effectLst>
                  <a:innerShdw blurRad="69850" dist="43180" dir="5400000">
                    <a:srgbClr val="000000">
                      <a:alpha val="65000"/>
                    </a:srgbClr>
                  </a:innerShdw>
                </a:effectLst>
              </a:rPr>
              <a:t>SMP Advantages</a:t>
            </a:r>
          </a:p>
        </p:txBody>
      </p:sp>
      <p:graphicFrame>
        <p:nvGraphicFramePr>
          <p:cNvPr id="5" name="Content Placeholder 4"/>
          <p:cNvGraphicFramePr>
            <a:graphicFrameLocks noGrp="1"/>
          </p:cNvGraphicFramePr>
          <p:nvPr>
            <p:ph sz="half" idx="1"/>
            <p:extLst>
              <p:ext uri="{D42A27DB-BD31-4B8C-83A1-F6EECF244321}">
                <p14:modId xmlns:p14="http://schemas.microsoft.com/office/powerpoint/2010/main" val="2332046365"/>
              </p:ext>
            </p:extLst>
          </p:nvPr>
        </p:nvGraphicFramePr>
        <p:xfrm>
          <a:off x="762000" y="1257300"/>
          <a:ext cx="10439400" cy="43434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Slide Number Placeholder 2">
            <a:extLst>
              <a:ext uri="{FF2B5EF4-FFF2-40B4-BE49-F238E27FC236}">
                <a16:creationId xmlns:a16="http://schemas.microsoft.com/office/drawing/2014/main" id="{4BEF67A5-F0FC-4A0B-B6BE-C8509DEF8AFD}"/>
              </a:ext>
            </a:extLst>
          </p:cNvPr>
          <p:cNvSpPr>
            <a:spLocks noGrp="1"/>
          </p:cNvSpPr>
          <p:nvPr>
            <p:ph type="sldNum" sz="quarter" idx="12"/>
          </p:nvPr>
        </p:nvSpPr>
        <p:spPr/>
        <p:txBody>
          <a:bodyPr/>
          <a:lstStyle/>
          <a:p>
            <a:pPr>
              <a:defRPr/>
            </a:pPr>
            <a:fld id="{FD77EB8B-B6EB-443D-9CB4-B019CEC8F476}" type="slidenum">
              <a:rPr lang="en-US" smtClean="0"/>
              <a:pPr>
                <a:defRPr/>
              </a:pPr>
              <a:t>63</a:t>
            </a:fld>
            <a:endParaRPr lang="en-US"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83606" y="-533400"/>
            <a:ext cx="7824788" cy="1220148"/>
          </a:xfrm>
        </p:spPr>
        <p:txBody>
          <a:bodyPr/>
          <a:lstStyle/>
          <a:p>
            <a:pPr algn="l"/>
            <a:r>
              <a:rPr lang="en-US" b="1" dirty="0">
                <a:ln w="1905"/>
                <a:solidFill>
                  <a:schemeClr val="accent1"/>
                </a:solidFill>
                <a:effectLst>
                  <a:innerShdw blurRad="69850" dist="43180" dir="5400000">
                    <a:srgbClr val="000000">
                      <a:alpha val="65000"/>
                    </a:srgbClr>
                  </a:innerShdw>
                </a:effectLst>
              </a:rPr>
              <a:t>Multithreading</a:t>
            </a:r>
          </a:p>
        </p:txBody>
      </p:sp>
      <p:sp>
        <p:nvSpPr>
          <p:cNvPr id="3" name="Content Placeholder 2"/>
          <p:cNvSpPr>
            <a:spLocks noGrp="1"/>
          </p:cNvSpPr>
          <p:nvPr>
            <p:ph sz="half" idx="1"/>
          </p:nvPr>
        </p:nvSpPr>
        <p:spPr>
          <a:xfrm>
            <a:off x="1752600" y="1219201"/>
            <a:ext cx="8382000" cy="4602163"/>
          </a:xfrm>
        </p:spPr>
        <p:txBody>
          <a:bodyPr>
            <a:noAutofit/>
          </a:bodyPr>
          <a:lstStyle/>
          <a:p>
            <a:pPr>
              <a:lnSpc>
                <a:spcPct val="80000"/>
              </a:lnSpc>
            </a:pPr>
            <a:r>
              <a:rPr lang="en-US" sz="2400" dirty="0"/>
              <a:t>Technique in which a process, executing an application, is divided into threads that can run concurrently</a:t>
            </a:r>
          </a:p>
        </p:txBody>
      </p:sp>
      <p:sp>
        <p:nvSpPr>
          <p:cNvPr id="5" name="Slide Number Placeholder 4">
            <a:extLst>
              <a:ext uri="{FF2B5EF4-FFF2-40B4-BE49-F238E27FC236}">
                <a16:creationId xmlns:a16="http://schemas.microsoft.com/office/drawing/2014/main" id="{B4B76D37-5D06-46C7-A19A-8FABB0EEE286}"/>
              </a:ext>
            </a:extLst>
          </p:cNvPr>
          <p:cNvSpPr>
            <a:spLocks noGrp="1"/>
          </p:cNvSpPr>
          <p:nvPr>
            <p:ph type="sldNum" sz="quarter" idx="12"/>
          </p:nvPr>
        </p:nvSpPr>
        <p:spPr>
          <a:xfrm>
            <a:off x="1484586" y="6492876"/>
            <a:ext cx="457200" cy="365124"/>
          </a:xfrm>
        </p:spPr>
        <p:txBody>
          <a:bodyPr/>
          <a:lstStyle/>
          <a:p>
            <a:pPr>
              <a:defRPr/>
            </a:pPr>
            <a:fld id="{FD77EB8B-B6EB-443D-9CB4-B019CEC8F476}" type="slidenum">
              <a:rPr lang="en-US" smtClean="0"/>
              <a:pPr>
                <a:defRPr/>
              </a:pPr>
              <a:t>64</a:t>
            </a:fld>
            <a:endParaRPr lang="en-US" dirty="0"/>
          </a:p>
        </p:txBody>
      </p:sp>
      <p:graphicFrame>
        <p:nvGraphicFramePr>
          <p:cNvPr id="4" name="Diagram 3"/>
          <p:cNvGraphicFramePr/>
          <p:nvPr>
            <p:extLst>
              <p:ext uri="{D42A27DB-BD31-4B8C-83A1-F6EECF244321}">
                <p14:modId xmlns:p14="http://schemas.microsoft.com/office/powerpoint/2010/main" val="1783698006"/>
              </p:ext>
            </p:extLst>
          </p:nvPr>
        </p:nvGraphicFramePr>
        <p:xfrm>
          <a:off x="1905000" y="2099889"/>
          <a:ext cx="6324600" cy="33528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6" name="Picture 5">
            <a:extLst>
              <a:ext uri="{FF2B5EF4-FFF2-40B4-BE49-F238E27FC236}">
                <a16:creationId xmlns:a16="http://schemas.microsoft.com/office/drawing/2014/main" id="{A1674BC0-52FE-49CA-8BD2-00DE5BF7F14D}"/>
              </a:ext>
            </a:extLst>
          </p:cNvPr>
          <p:cNvPicPr>
            <a:picLocks noChangeAspect="1"/>
          </p:cNvPicPr>
          <p:nvPr/>
        </p:nvPicPr>
        <p:blipFill>
          <a:blip r:embed="rId8"/>
          <a:stretch>
            <a:fillRect/>
          </a:stretch>
        </p:blipFill>
        <p:spPr>
          <a:xfrm>
            <a:off x="7749716" y="1828801"/>
            <a:ext cx="2689685" cy="2752725"/>
          </a:xfrm>
          <a:prstGeom prst="rect">
            <a:avLst/>
          </a:prstGeom>
        </p:spPr>
      </p:pic>
    </p:spTree>
    <p:extLst>
      <p:ext uri="{BB962C8B-B14F-4D97-AF65-F5344CB8AC3E}">
        <p14:creationId xmlns:p14="http://schemas.microsoft.com/office/powerpoint/2010/main" val="99311033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2125134" y="-457200"/>
            <a:ext cx="7824788" cy="1143948"/>
          </a:xfrm>
        </p:spPr>
        <p:txBody>
          <a:bodyPr/>
          <a:lstStyle/>
          <a:p>
            <a:pPr algn="ctr"/>
            <a:r>
              <a:rPr lang="en-US" b="1" dirty="0">
                <a:ln w="1905"/>
                <a:solidFill>
                  <a:schemeClr val="accent1"/>
                </a:solidFill>
                <a:effectLst>
                  <a:innerShdw blurRad="69850" dist="43180" dir="5400000">
                    <a:srgbClr val="000000">
                      <a:alpha val="65000"/>
                    </a:srgbClr>
                  </a:innerShdw>
                </a:effectLst>
              </a:rPr>
              <a:t>Grand Central Dispatch</a:t>
            </a:r>
          </a:p>
        </p:txBody>
      </p:sp>
      <p:sp>
        <p:nvSpPr>
          <p:cNvPr id="6" name="Content Placeholder 5"/>
          <p:cNvSpPr>
            <a:spLocks noGrp="1"/>
          </p:cNvSpPr>
          <p:nvPr>
            <p:ph sz="half" idx="1"/>
          </p:nvPr>
        </p:nvSpPr>
        <p:spPr>
          <a:xfrm>
            <a:off x="2101322" y="1219201"/>
            <a:ext cx="7848600" cy="4114799"/>
          </a:xfrm>
        </p:spPr>
        <p:txBody>
          <a:bodyPr>
            <a:noAutofit/>
          </a:bodyPr>
          <a:lstStyle/>
          <a:p>
            <a:r>
              <a:rPr lang="en-US" sz="2800" dirty="0"/>
              <a:t>Developer must decide what pieces can or should be executed simultaneously or in parallel</a:t>
            </a:r>
          </a:p>
        </p:txBody>
      </p:sp>
      <p:sp>
        <p:nvSpPr>
          <p:cNvPr id="2" name="Slide Number Placeholder 1">
            <a:extLst>
              <a:ext uri="{FF2B5EF4-FFF2-40B4-BE49-F238E27FC236}">
                <a16:creationId xmlns:a16="http://schemas.microsoft.com/office/drawing/2014/main" id="{2A357EFD-EE38-43A3-9483-6B786E5665F7}"/>
              </a:ext>
            </a:extLst>
          </p:cNvPr>
          <p:cNvSpPr>
            <a:spLocks noGrp="1"/>
          </p:cNvSpPr>
          <p:nvPr>
            <p:ph type="sldNum" sz="quarter" idx="12"/>
          </p:nvPr>
        </p:nvSpPr>
        <p:spPr/>
        <p:txBody>
          <a:bodyPr/>
          <a:lstStyle/>
          <a:p>
            <a:pPr>
              <a:defRPr/>
            </a:pPr>
            <a:fld id="{E4367C90-D8D8-4A11-9BC3-E7451ACC5EB2}" type="slidenum">
              <a:rPr lang="en-US" smtClean="0"/>
              <a:pPr>
                <a:defRPr/>
              </a:pPr>
              <a:t>65</a:t>
            </a:fld>
            <a:endParaRPr lang="en-US" dirty="0"/>
          </a:p>
        </p:txBody>
      </p:sp>
      <p:graphicFrame>
        <p:nvGraphicFramePr>
          <p:cNvPr id="4" name="Diagram 3"/>
          <p:cNvGraphicFramePr/>
          <p:nvPr>
            <p:extLst>
              <p:ext uri="{D42A27DB-BD31-4B8C-83A1-F6EECF244321}">
                <p14:modId xmlns:p14="http://schemas.microsoft.com/office/powerpoint/2010/main" val="2900240324"/>
              </p:ext>
            </p:extLst>
          </p:nvPr>
        </p:nvGraphicFramePr>
        <p:xfrm>
          <a:off x="2146155" y="2168537"/>
          <a:ext cx="8068732" cy="21336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7" name="Picture 6">
            <a:extLst>
              <a:ext uri="{FF2B5EF4-FFF2-40B4-BE49-F238E27FC236}">
                <a16:creationId xmlns:a16="http://schemas.microsoft.com/office/drawing/2014/main" id="{9E0949A3-1C9E-45A1-87E6-3E4A80E07590}"/>
              </a:ext>
            </a:extLst>
          </p:cNvPr>
          <p:cNvPicPr>
            <a:picLocks noChangeAspect="1"/>
          </p:cNvPicPr>
          <p:nvPr/>
        </p:nvPicPr>
        <p:blipFill>
          <a:blip r:embed="rId8"/>
          <a:stretch>
            <a:fillRect/>
          </a:stretch>
        </p:blipFill>
        <p:spPr>
          <a:xfrm>
            <a:off x="3678621" y="4419601"/>
            <a:ext cx="4648200" cy="1635137"/>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1846C59-A991-4ED6-927B-E990208707CC}"/>
              </a:ext>
            </a:extLst>
          </p:cNvPr>
          <p:cNvSpPr>
            <a:spLocks noGrp="1"/>
          </p:cNvSpPr>
          <p:nvPr>
            <p:ph type="title"/>
          </p:nvPr>
        </p:nvSpPr>
        <p:spPr/>
        <p:txBody>
          <a:bodyPr/>
          <a:lstStyle/>
          <a:p>
            <a:r>
              <a:rPr lang="en-US" b="1" dirty="0">
                <a:solidFill>
                  <a:schemeClr val="accent1"/>
                </a:solidFill>
              </a:rPr>
              <a:t>History of Linux</a:t>
            </a:r>
          </a:p>
        </p:txBody>
      </p:sp>
      <p:sp>
        <p:nvSpPr>
          <p:cNvPr id="2" name="Slide Number Placeholder 1">
            <a:extLst>
              <a:ext uri="{FF2B5EF4-FFF2-40B4-BE49-F238E27FC236}">
                <a16:creationId xmlns:a16="http://schemas.microsoft.com/office/drawing/2014/main" id="{75724273-50DA-4912-8B94-8F5ACEE8B19F}"/>
              </a:ext>
            </a:extLst>
          </p:cNvPr>
          <p:cNvSpPr>
            <a:spLocks noGrp="1"/>
          </p:cNvSpPr>
          <p:nvPr>
            <p:ph type="sldNum" sz="quarter" idx="12"/>
          </p:nvPr>
        </p:nvSpPr>
        <p:spPr/>
        <p:txBody>
          <a:bodyPr/>
          <a:lstStyle/>
          <a:p>
            <a:pPr>
              <a:defRPr/>
            </a:pPr>
            <a:fld id="{0A9A6F0D-A611-4358-861D-7B01E8303898}" type="slidenum">
              <a:rPr lang="en-US" smtClean="0"/>
              <a:pPr>
                <a:defRPr/>
              </a:pPr>
              <a:t>66</a:t>
            </a:fld>
            <a:endParaRPr lang="en-US" dirty="0"/>
          </a:p>
        </p:txBody>
      </p:sp>
      <p:pic>
        <p:nvPicPr>
          <p:cNvPr id="1026" name="Picture 2">
            <a:extLst>
              <a:ext uri="{FF2B5EF4-FFF2-40B4-BE49-F238E27FC236}">
                <a16:creationId xmlns:a16="http://schemas.microsoft.com/office/drawing/2014/main" id="{A4BCA412-751A-473E-8035-A92AC436ACC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33600" y="934046"/>
            <a:ext cx="8153400" cy="592395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5789195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28800" y="-457200"/>
            <a:ext cx="8534400" cy="1143948"/>
          </a:xfrm>
        </p:spPr>
        <p:txBody>
          <a:bodyPr/>
          <a:lstStyle/>
          <a:p>
            <a:pPr algn="ctr"/>
            <a:r>
              <a:rPr lang="en-US" b="1" dirty="0">
                <a:solidFill>
                  <a:schemeClr val="accent1"/>
                </a:solidFill>
              </a:rPr>
              <a:t>Traditional UNIX Systems</a:t>
            </a:r>
          </a:p>
        </p:txBody>
      </p:sp>
      <p:sp>
        <p:nvSpPr>
          <p:cNvPr id="3" name="Content Placeholder 2"/>
          <p:cNvSpPr>
            <a:spLocks noGrp="1"/>
          </p:cNvSpPr>
          <p:nvPr>
            <p:ph sz="half" idx="1"/>
          </p:nvPr>
        </p:nvSpPr>
        <p:spPr>
          <a:xfrm>
            <a:off x="1653948" y="1600202"/>
            <a:ext cx="5737452" cy="4876798"/>
          </a:xfrm>
        </p:spPr>
        <p:txBody>
          <a:bodyPr>
            <a:normAutofit fontScale="92500" lnSpcReduction="10000"/>
          </a:bodyPr>
          <a:lstStyle/>
          <a:p>
            <a:r>
              <a:rPr lang="en-US" dirty="0"/>
              <a:t>Were developed at </a:t>
            </a:r>
            <a:r>
              <a:rPr lang="en-US" b="1" dirty="0"/>
              <a:t>Bell Labs </a:t>
            </a:r>
            <a:r>
              <a:rPr lang="en-US" dirty="0"/>
              <a:t>and became operational on a PDP-7 in 1970</a:t>
            </a:r>
          </a:p>
          <a:p>
            <a:r>
              <a:rPr lang="en-US" dirty="0"/>
              <a:t>PDP-11 was a milestone because it first showed that UNIX would be an OS for all computers</a:t>
            </a:r>
          </a:p>
          <a:p>
            <a:r>
              <a:rPr lang="en-US" dirty="0"/>
              <a:t>Next milestone was rewriting UNIX in the programming language C</a:t>
            </a:r>
          </a:p>
          <a:p>
            <a:pPr lvl="2"/>
            <a:r>
              <a:rPr lang="en-US" dirty="0"/>
              <a:t>It was generally felt that something as complex as an OS, which must deal with time-critical events, had to be written exclusively in assembly language</a:t>
            </a:r>
          </a:p>
          <a:p>
            <a:pPr lvl="2"/>
            <a:r>
              <a:rPr lang="en-US" dirty="0"/>
              <a:t>demonstrated the advantages of using a high-level language for system code</a:t>
            </a:r>
          </a:p>
          <a:p>
            <a:pPr marL="282575" lvl="2">
              <a:spcBef>
                <a:spcPts val="1800"/>
              </a:spcBef>
            </a:pPr>
            <a:r>
              <a:rPr lang="en-US" dirty="0"/>
              <a:t>Version 7, released in 1978 is the ancestor of most modern UNIX systems</a:t>
            </a:r>
          </a:p>
          <a:p>
            <a:pPr marL="282575" lvl="2">
              <a:spcBef>
                <a:spcPts val="1800"/>
              </a:spcBef>
            </a:pPr>
            <a:r>
              <a:rPr lang="en-US" dirty="0"/>
              <a:t>Most important of the non-AT&amp;T systems was UNIX BSD (Berkeley Software Distribution)</a:t>
            </a:r>
          </a:p>
          <a:p>
            <a:pPr lvl="2"/>
            <a:endParaRPr lang="en-US" dirty="0"/>
          </a:p>
          <a:p>
            <a:pPr lvl="2"/>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id="{7E990ED4-3942-4E44-A872-CA41ACC30946}"/>
              </a:ext>
            </a:extLst>
          </p:cNvPr>
          <p:cNvSpPr>
            <a:spLocks noGrp="1"/>
          </p:cNvSpPr>
          <p:nvPr>
            <p:ph type="sldNum" sz="quarter" idx="12"/>
          </p:nvPr>
        </p:nvSpPr>
        <p:spPr/>
        <p:txBody>
          <a:bodyPr/>
          <a:lstStyle/>
          <a:p>
            <a:pPr>
              <a:defRPr/>
            </a:pPr>
            <a:fld id="{E4367C90-D8D8-4A11-9BC3-E7451ACC5EB2}" type="slidenum">
              <a:rPr lang="en-US" smtClean="0"/>
              <a:pPr>
                <a:defRPr/>
              </a:pPr>
              <a:t>67</a:t>
            </a:fld>
            <a:endParaRPr lang="en-US" dirty="0"/>
          </a:p>
        </p:txBody>
      </p:sp>
      <p:pic>
        <p:nvPicPr>
          <p:cNvPr id="1026" name="Picture 2">
            <a:extLst>
              <a:ext uri="{FF2B5EF4-FFF2-40B4-BE49-F238E27FC236}">
                <a16:creationId xmlns:a16="http://schemas.microsoft.com/office/drawing/2014/main" id="{C8502173-1078-4A49-9799-825EA1A177E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01910" y="2057400"/>
            <a:ext cx="3146652" cy="28194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descr="f15.pdf"/>
          <p:cNvPicPr>
            <a:picLocks noChangeAspect="1"/>
          </p:cNvPicPr>
          <p:nvPr/>
        </p:nvPicPr>
        <p:blipFill>
          <a:blip r:embed="rId3"/>
          <a:srcRect t="18182" b="12727"/>
          <a:stretch>
            <a:fillRect/>
          </a:stretch>
        </p:blipFill>
        <p:spPr>
          <a:xfrm>
            <a:off x="2733534" y="609601"/>
            <a:ext cx="6791466" cy="6072355"/>
          </a:xfrm>
          <a:prstGeom prst="rect">
            <a:avLst/>
          </a:prstGeom>
        </p:spPr>
      </p:pic>
      <p:sp>
        <p:nvSpPr>
          <p:cNvPr id="2" name="Slide Number Placeholder 1">
            <a:extLst>
              <a:ext uri="{FF2B5EF4-FFF2-40B4-BE49-F238E27FC236}">
                <a16:creationId xmlns:a16="http://schemas.microsoft.com/office/drawing/2014/main" id="{D3215339-A36B-4306-8E20-200EB7972473}"/>
              </a:ext>
            </a:extLst>
          </p:cNvPr>
          <p:cNvSpPr>
            <a:spLocks noGrp="1"/>
          </p:cNvSpPr>
          <p:nvPr>
            <p:ph type="sldNum" sz="quarter" idx="12"/>
          </p:nvPr>
        </p:nvSpPr>
        <p:spPr/>
        <p:txBody>
          <a:bodyPr/>
          <a:lstStyle/>
          <a:p>
            <a:pPr>
              <a:defRPr/>
            </a:pPr>
            <a:fld id="{BAB79F47-3AF0-4617-BC60-2E592392BB48}" type="slidenum">
              <a:rPr lang="en-US" smtClean="0"/>
              <a:pPr>
                <a:defRPr/>
              </a:pPr>
              <a:t>68</a:t>
            </a:fld>
            <a:endParaRPr 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mv="urn:schemas-microsoft-com:mac:vml" xmlns="">
      <p:transition spd="med">
        <p:fade/>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f16.pdf"/>
          <p:cNvPicPr>
            <a:picLocks noChangeAspect="1"/>
          </p:cNvPicPr>
          <p:nvPr/>
        </p:nvPicPr>
        <p:blipFill>
          <a:blip r:embed="rId3"/>
          <a:srcRect l="16471" t="10909" r="15294" b="15455"/>
          <a:stretch>
            <a:fillRect/>
          </a:stretch>
        </p:blipFill>
        <p:spPr>
          <a:xfrm>
            <a:off x="3962400" y="685800"/>
            <a:ext cx="4211272" cy="5881264"/>
          </a:xfrm>
          <a:prstGeom prst="rect">
            <a:avLst/>
          </a:prstGeom>
        </p:spPr>
      </p:pic>
      <p:sp>
        <p:nvSpPr>
          <p:cNvPr id="2" name="Slide Number Placeholder 1">
            <a:extLst>
              <a:ext uri="{FF2B5EF4-FFF2-40B4-BE49-F238E27FC236}">
                <a16:creationId xmlns:a16="http://schemas.microsoft.com/office/drawing/2014/main" id="{82B69B95-AE7D-4400-AC46-3C5FA13B26A3}"/>
              </a:ext>
            </a:extLst>
          </p:cNvPr>
          <p:cNvSpPr>
            <a:spLocks noGrp="1"/>
          </p:cNvSpPr>
          <p:nvPr>
            <p:ph type="sldNum" sz="quarter" idx="12"/>
          </p:nvPr>
        </p:nvSpPr>
        <p:spPr/>
        <p:txBody>
          <a:bodyPr/>
          <a:lstStyle/>
          <a:p>
            <a:pPr>
              <a:defRPr/>
            </a:pPr>
            <a:fld id="{0A9A6F0D-A611-4358-861D-7B01E8303898}" type="slidenum">
              <a:rPr lang="en-US" smtClean="0"/>
              <a:pPr>
                <a:defRPr/>
              </a:pPr>
              <a:t>69</a:t>
            </a:fld>
            <a:endParaRPr lang="en-US" dirty="0"/>
          </a:p>
        </p:txBody>
      </p:sp>
    </p:spTree>
  </p:cSld>
  <p:clrMapOvr>
    <a:masterClrMapping/>
  </p:clrMapOvr>
  <p:transition spd="slow">
    <p:wipe/>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descr="f17.pdf"/>
          <p:cNvPicPr>
            <a:picLocks noChangeAspect="1"/>
          </p:cNvPicPr>
          <p:nvPr/>
        </p:nvPicPr>
        <p:blipFill>
          <a:blip r:embed="rId3"/>
          <a:stretch>
            <a:fillRect/>
          </a:stretch>
        </p:blipFill>
        <p:spPr>
          <a:xfrm>
            <a:off x="1828801" y="308264"/>
            <a:ext cx="8476129" cy="6549736"/>
          </a:xfrm>
          <a:prstGeom prst="rect">
            <a:avLst/>
          </a:prstGeom>
        </p:spPr>
      </p:pic>
      <p:sp>
        <p:nvSpPr>
          <p:cNvPr id="2" name="Slide Number Placeholder 1">
            <a:extLst>
              <a:ext uri="{FF2B5EF4-FFF2-40B4-BE49-F238E27FC236}">
                <a16:creationId xmlns:a16="http://schemas.microsoft.com/office/drawing/2014/main" id="{66398B05-3E81-4165-B887-1F3826F49EB9}"/>
              </a:ext>
            </a:extLst>
          </p:cNvPr>
          <p:cNvSpPr>
            <a:spLocks noGrp="1"/>
          </p:cNvSpPr>
          <p:nvPr>
            <p:ph type="sldNum" sz="quarter" idx="12"/>
          </p:nvPr>
        </p:nvSpPr>
        <p:spPr/>
        <p:txBody>
          <a:bodyPr/>
          <a:lstStyle/>
          <a:p>
            <a:pPr>
              <a:defRPr/>
            </a:pPr>
            <a:fld id="{BAB79F47-3AF0-4617-BC60-2E592392BB48}" type="slidenum">
              <a:rPr lang="en-US" smtClean="0"/>
              <a:pPr>
                <a:defRPr/>
              </a:pPr>
              <a:t>70</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flash/>
      </p:transition>
    </mc:Choice>
    <mc:Fallback xmlns:mv="urn:schemas-microsoft-com:mac:vml" xmlns="">
      <p:transition spd="slow">
        <p:fade/>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a:ln w="1905"/>
                <a:solidFill>
                  <a:schemeClr val="accent1">
                    <a:lumMod val="75000"/>
                  </a:schemeClr>
                </a:solidFill>
                <a:effectLst>
                  <a:innerShdw blurRad="69850" dist="43180" dir="5400000">
                    <a:srgbClr val="000000">
                      <a:alpha val="65000"/>
                    </a:srgbClr>
                  </a:innerShdw>
                </a:effectLst>
              </a:rPr>
              <a:t>System V Release 4 (SVR4)</a:t>
            </a:r>
            <a:endParaRPr lang="en-US" b="1" dirty="0">
              <a:ln w="1905"/>
              <a:solidFill>
                <a:schemeClr val="accent1">
                  <a:lumMod val="75000"/>
                </a:schemeClr>
              </a:solidFill>
              <a:effectLst>
                <a:innerShdw blurRad="69850" dist="43180" dir="5400000">
                  <a:srgbClr val="000000">
                    <a:alpha val="65000"/>
                  </a:srgbClr>
                </a:innerShdw>
              </a:effectLst>
            </a:endParaRPr>
          </a:p>
        </p:txBody>
      </p:sp>
      <p:sp>
        <p:nvSpPr>
          <p:cNvPr id="3" name="Content Placeholder 2"/>
          <p:cNvSpPr>
            <a:spLocks noGrp="1"/>
          </p:cNvSpPr>
          <p:nvPr>
            <p:ph sz="half" idx="1"/>
          </p:nvPr>
        </p:nvSpPr>
        <p:spPr>
          <a:xfrm>
            <a:off x="1905000" y="990600"/>
            <a:ext cx="8305800" cy="5334000"/>
          </a:xfrm>
        </p:spPr>
        <p:txBody>
          <a:bodyPr>
            <a:normAutofit/>
          </a:bodyPr>
          <a:lstStyle/>
          <a:p>
            <a:r>
              <a:rPr lang="en-US" sz="2400" dirty="0"/>
              <a:t>Developed jointly by AT&amp;T and Sun Microsystems, first released in 1983.</a:t>
            </a:r>
          </a:p>
          <a:p>
            <a:r>
              <a:rPr lang="en-US" sz="2400" dirty="0"/>
              <a:t>Combines features from SVR3, 4.3BSD, Microsoft </a:t>
            </a:r>
            <a:r>
              <a:rPr lang="en-US" sz="2400" dirty="0" err="1"/>
              <a:t>Xenix</a:t>
            </a:r>
            <a:r>
              <a:rPr lang="en-US" sz="2400" dirty="0"/>
              <a:t> System V, and SunOS</a:t>
            </a:r>
          </a:p>
          <a:p>
            <a:r>
              <a:rPr lang="en-US" sz="2400" dirty="0"/>
              <a:t>New features in the release include:</a:t>
            </a:r>
          </a:p>
          <a:p>
            <a:pPr lvl="2"/>
            <a:r>
              <a:rPr lang="en-US" sz="2400" dirty="0"/>
              <a:t>real-time processing support</a:t>
            </a:r>
          </a:p>
          <a:p>
            <a:pPr lvl="2"/>
            <a:r>
              <a:rPr lang="en-US" sz="2400" dirty="0"/>
              <a:t>process scheduling classes</a:t>
            </a:r>
          </a:p>
          <a:p>
            <a:pPr lvl="2"/>
            <a:r>
              <a:rPr lang="en-US" sz="2400" dirty="0"/>
              <a:t>dynamically allocated data structures</a:t>
            </a:r>
          </a:p>
          <a:p>
            <a:pPr lvl="2"/>
            <a:r>
              <a:rPr lang="en-US" sz="2400" dirty="0"/>
              <a:t>virtual memory management</a:t>
            </a:r>
          </a:p>
          <a:p>
            <a:pPr lvl="2"/>
            <a:r>
              <a:rPr lang="en-US" sz="2400" dirty="0"/>
              <a:t>virtual file system</a:t>
            </a:r>
          </a:p>
          <a:p>
            <a:pPr lvl="2"/>
            <a:r>
              <a:rPr lang="en-US" sz="2400" u="sng" dirty="0">
                <a:solidFill>
                  <a:schemeClr val="accent1"/>
                </a:solidFill>
              </a:rPr>
              <a:t>preemptive kernel</a:t>
            </a:r>
          </a:p>
        </p:txBody>
      </p:sp>
      <p:sp>
        <p:nvSpPr>
          <p:cNvPr id="4" name="Slide Number Placeholder 3">
            <a:extLst>
              <a:ext uri="{FF2B5EF4-FFF2-40B4-BE49-F238E27FC236}">
                <a16:creationId xmlns:a16="http://schemas.microsoft.com/office/drawing/2014/main" id="{DB951E98-A58E-4F35-9FE5-0A77613E888D}"/>
              </a:ext>
            </a:extLst>
          </p:cNvPr>
          <p:cNvSpPr>
            <a:spLocks noGrp="1"/>
          </p:cNvSpPr>
          <p:nvPr>
            <p:ph type="sldNum" sz="quarter" idx="12"/>
          </p:nvPr>
        </p:nvSpPr>
        <p:spPr/>
        <p:txBody>
          <a:bodyPr/>
          <a:lstStyle/>
          <a:p>
            <a:pPr>
              <a:defRPr/>
            </a:pPr>
            <a:fld id="{FD77EB8B-B6EB-443D-9CB4-B019CEC8F476}" type="slidenum">
              <a:rPr lang="en-US" smtClean="0"/>
              <a:pPr>
                <a:defRPr/>
              </a:pPr>
              <a:t>71</a:t>
            </a:fld>
            <a:endParaRPr lang="en-US"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57400" y="-457200"/>
            <a:ext cx="7824788" cy="1067748"/>
          </a:xfrm>
        </p:spPr>
        <p:txBody>
          <a:bodyPr/>
          <a:lstStyle/>
          <a:p>
            <a:pPr algn="ctr"/>
            <a:r>
              <a:rPr lang="en-US" b="1">
                <a:ln w="1905"/>
                <a:solidFill>
                  <a:schemeClr val="accent1">
                    <a:lumMod val="75000"/>
                  </a:schemeClr>
                </a:solidFill>
                <a:effectLst>
                  <a:innerShdw blurRad="69850" dist="43180" dir="5400000">
                    <a:srgbClr val="000000">
                      <a:alpha val="65000"/>
                    </a:srgbClr>
                  </a:innerShdw>
                </a:effectLst>
              </a:rPr>
              <a:t>BSD</a:t>
            </a:r>
            <a:endParaRPr lang="en-US" b="1" dirty="0">
              <a:ln w="1905"/>
              <a:solidFill>
                <a:schemeClr val="accent1">
                  <a:lumMod val="75000"/>
                </a:schemeClr>
              </a:solidFill>
              <a:effectLst>
                <a:innerShdw blurRad="69850" dist="43180" dir="5400000">
                  <a:srgbClr val="000000">
                    <a:alpha val="65000"/>
                  </a:srgbClr>
                </a:innerShdw>
              </a:effectLst>
            </a:endParaRPr>
          </a:p>
        </p:txBody>
      </p:sp>
      <p:sp>
        <p:nvSpPr>
          <p:cNvPr id="3" name="Content Placeholder 2"/>
          <p:cNvSpPr>
            <a:spLocks noGrp="1"/>
          </p:cNvSpPr>
          <p:nvPr>
            <p:ph sz="half" idx="1"/>
          </p:nvPr>
        </p:nvSpPr>
        <p:spPr>
          <a:xfrm>
            <a:off x="2057400" y="990600"/>
            <a:ext cx="8077200" cy="5562600"/>
          </a:xfrm>
        </p:spPr>
        <p:txBody>
          <a:bodyPr>
            <a:normAutofit/>
          </a:bodyPr>
          <a:lstStyle/>
          <a:p>
            <a:r>
              <a:rPr lang="en-US"/>
              <a:t>Berkeley Software Distribution</a:t>
            </a:r>
          </a:p>
          <a:p>
            <a:r>
              <a:rPr lang="en-US"/>
              <a:t>4.xBSD is widely used in academic installations and has served as the basis of a number of commercial UNIX products</a:t>
            </a:r>
          </a:p>
          <a:p>
            <a:r>
              <a:rPr lang="en-US"/>
              <a:t>4.4BSD was the final version of BSD to be released by Berkeley</a:t>
            </a:r>
          </a:p>
          <a:p>
            <a:pPr lvl="2"/>
            <a:r>
              <a:rPr lang="en-US"/>
              <a:t>major upgrade to 4.3BSD</a:t>
            </a:r>
          </a:p>
          <a:p>
            <a:pPr lvl="2"/>
            <a:r>
              <a:rPr lang="en-US"/>
              <a:t>includes </a:t>
            </a:r>
          </a:p>
          <a:p>
            <a:pPr lvl="3"/>
            <a:r>
              <a:rPr lang="en-US"/>
              <a:t>a new virtual memory system</a:t>
            </a:r>
          </a:p>
          <a:p>
            <a:pPr lvl="3"/>
            <a:r>
              <a:rPr lang="en-US"/>
              <a:t>changes in the kernel structure</a:t>
            </a:r>
          </a:p>
          <a:p>
            <a:pPr lvl="3"/>
            <a:r>
              <a:rPr lang="en-US"/>
              <a:t>several other feature enhancements</a:t>
            </a:r>
          </a:p>
          <a:p>
            <a:r>
              <a:rPr lang="en-US"/>
              <a:t>FreeBSD</a:t>
            </a:r>
          </a:p>
          <a:p>
            <a:pPr lvl="2"/>
            <a:r>
              <a:rPr lang="en-US"/>
              <a:t>one of the most widely used and best documented versions</a:t>
            </a:r>
          </a:p>
          <a:p>
            <a:pPr lvl="2"/>
            <a:r>
              <a:rPr lang="en-US"/>
              <a:t>popular for Internet-based servers and firewalls</a:t>
            </a:r>
          </a:p>
          <a:p>
            <a:pPr lvl="2"/>
            <a:r>
              <a:rPr lang="en-US"/>
              <a:t>used in a number of embedded systems</a:t>
            </a:r>
          </a:p>
          <a:p>
            <a:pPr lvl="2"/>
            <a:r>
              <a:rPr lang="en-US"/>
              <a:t>Mac OS X is based on FreeBSD 5.0 and the Mach 3.0 microkernel</a:t>
            </a:r>
            <a:endParaRPr lang="en-US" dirty="0"/>
          </a:p>
        </p:txBody>
      </p:sp>
      <p:sp>
        <p:nvSpPr>
          <p:cNvPr id="4" name="Slide Number Placeholder 3">
            <a:extLst>
              <a:ext uri="{FF2B5EF4-FFF2-40B4-BE49-F238E27FC236}">
                <a16:creationId xmlns:a16="http://schemas.microsoft.com/office/drawing/2014/main" id="{568A7157-DE95-47AE-B575-656D589D5490}"/>
              </a:ext>
            </a:extLst>
          </p:cNvPr>
          <p:cNvSpPr>
            <a:spLocks noGrp="1"/>
          </p:cNvSpPr>
          <p:nvPr>
            <p:ph type="sldNum" sz="quarter" idx="12"/>
          </p:nvPr>
        </p:nvSpPr>
        <p:spPr/>
        <p:txBody>
          <a:bodyPr/>
          <a:lstStyle/>
          <a:p>
            <a:pPr>
              <a:defRPr/>
            </a:pPr>
            <a:fld id="{FD77EB8B-B6EB-443D-9CB4-B019CEC8F476}" type="slidenum">
              <a:rPr lang="en-US" smtClean="0"/>
              <a:pPr>
                <a:defRPr/>
              </a:pPr>
              <a:t>72</a:t>
            </a:fld>
            <a:endParaRPr lang="en-US"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412111"/>
            <a:ext cx="7824788" cy="1143948"/>
          </a:xfrm>
        </p:spPr>
        <p:txBody>
          <a:bodyPr/>
          <a:lstStyle/>
          <a:p>
            <a:pPr algn="ctr"/>
            <a:r>
              <a:rPr lang="en-US" b="1" dirty="0">
                <a:ln w="1905"/>
                <a:solidFill>
                  <a:schemeClr val="accent1">
                    <a:lumMod val="75000"/>
                  </a:schemeClr>
                </a:solidFill>
                <a:effectLst>
                  <a:innerShdw blurRad="69850" dist="43180" dir="5400000">
                    <a:srgbClr val="000000">
                      <a:alpha val="65000"/>
                    </a:srgbClr>
                  </a:innerShdw>
                </a:effectLst>
              </a:rPr>
              <a:t>Solaris 10</a:t>
            </a:r>
          </a:p>
        </p:txBody>
      </p:sp>
      <p:sp>
        <p:nvSpPr>
          <p:cNvPr id="3" name="Content Placeholder 2"/>
          <p:cNvSpPr>
            <a:spLocks noGrp="1"/>
          </p:cNvSpPr>
          <p:nvPr>
            <p:ph sz="half" idx="1"/>
          </p:nvPr>
        </p:nvSpPr>
        <p:spPr>
          <a:xfrm>
            <a:off x="1752600" y="936276"/>
            <a:ext cx="8458200" cy="5083524"/>
          </a:xfrm>
        </p:spPr>
        <p:txBody>
          <a:bodyPr>
            <a:normAutofit/>
          </a:bodyPr>
          <a:lstStyle/>
          <a:p>
            <a:r>
              <a:rPr lang="en-US" sz="2400" dirty="0"/>
              <a:t>Sun’s SVR4-based UNIX release</a:t>
            </a:r>
          </a:p>
          <a:p>
            <a:r>
              <a:rPr lang="en-US" sz="2400" dirty="0"/>
              <a:t>Provides all of the features of SVR4 plus a number of more advanced features such as:</a:t>
            </a:r>
          </a:p>
          <a:p>
            <a:pPr lvl="2"/>
            <a:r>
              <a:rPr lang="en-US" sz="2400" dirty="0"/>
              <a:t>a fully preemptable, multithreaded kernel</a:t>
            </a:r>
          </a:p>
          <a:p>
            <a:pPr lvl="2"/>
            <a:r>
              <a:rPr lang="en-US" sz="2400" dirty="0"/>
              <a:t>full support for SMP</a:t>
            </a:r>
          </a:p>
          <a:p>
            <a:pPr lvl="2"/>
            <a:r>
              <a:rPr lang="en-US" sz="2400" dirty="0"/>
              <a:t>an object-oriented interface to file systems</a:t>
            </a:r>
          </a:p>
          <a:p>
            <a:r>
              <a:rPr lang="en-US" sz="2400" dirty="0"/>
              <a:t>Most widely used and most successful commercial UNIX implementation</a:t>
            </a:r>
          </a:p>
        </p:txBody>
      </p:sp>
      <p:sp>
        <p:nvSpPr>
          <p:cNvPr id="4" name="Slide Number Placeholder 3">
            <a:extLst>
              <a:ext uri="{FF2B5EF4-FFF2-40B4-BE49-F238E27FC236}">
                <a16:creationId xmlns:a16="http://schemas.microsoft.com/office/drawing/2014/main" id="{1F538864-63D6-465C-A9C3-5E5684CA6209}"/>
              </a:ext>
            </a:extLst>
          </p:cNvPr>
          <p:cNvSpPr>
            <a:spLocks noGrp="1"/>
          </p:cNvSpPr>
          <p:nvPr>
            <p:ph type="sldNum" sz="quarter" idx="12"/>
          </p:nvPr>
        </p:nvSpPr>
        <p:spPr/>
        <p:txBody>
          <a:bodyPr/>
          <a:lstStyle/>
          <a:p>
            <a:pPr>
              <a:defRPr/>
            </a:pPr>
            <a:fld id="{FD77EB8B-B6EB-443D-9CB4-B019CEC8F476}" type="slidenum">
              <a:rPr lang="en-US" smtClean="0"/>
              <a:pPr>
                <a:defRPr/>
              </a:pPr>
              <a:t>73</a:t>
            </a:fld>
            <a:endParaRPr lang="en-US" dirty="0"/>
          </a:p>
        </p:txBody>
      </p:sp>
      <p:pic>
        <p:nvPicPr>
          <p:cNvPr id="5" name="Picture 4"/>
          <p:cNvPicPr>
            <a:picLocks noChangeAspect="1"/>
          </p:cNvPicPr>
          <p:nvPr/>
        </p:nvPicPr>
        <p:blipFill>
          <a:blip r:embed="rId3"/>
          <a:stretch>
            <a:fillRect/>
          </a:stretch>
        </p:blipFill>
        <p:spPr>
          <a:xfrm rot="718680">
            <a:off x="8678563" y="4947269"/>
            <a:ext cx="1828800" cy="1739900"/>
          </a:xfrm>
          <a:prstGeom prst="rect">
            <a:avLst/>
          </a:prstGeom>
        </p:spPr>
      </p:pic>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b="1">
                <a:ln w="1905"/>
                <a:solidFill>
                  <a:schemeClr val="accent1">
                    <a:lumMod val="75000"/>
                  </a:schemeClr>
                </a:solidFill>
                <a:effectLst>
                  <a:innerShdw blurRad="69850" dist="43180" dir="5400000">
                    <a:srgbClr val="000000">
                      <a:alpha val="65000"/>
                    </a:srgbClr>
                  </a:innerShdw>
                </a:effectLst>
              </a:rPr>
              <a:t>LINUX Overview</a:t>
            </a:r>
            <a:endParaRPr lang="en-US" b="1" dirty="0">
              <a:ln w="1905"/>
              <a:solidFill>
                <a:schemeClr val="accent1">
                  <a:lumMod val="75000"/>
                </a:schemeClr>
              </a:solidFill>
              <a:effectLst>
                <a:innerShdw blurRad="69850" dist="43180" dir="5400000">
                  <a:srgbClr val="000000">
                    <a:alpha val="65000"/>
                  </a:srgbClr>
                </a:innerShdw>
              </a:effectLst>
            </a:endParaRPr>
          </a:p>
        </p:txBody>
      </p:sp>
      <p:sp>
        <p:nvSpPr>
          <p:cNvPr id="6" name="Content Placeholder 5"/>
          <p:cNvSpPr>
            <a:spLocks noGrp="1"/>
          </p:cNvSpPr>
          <p:nvPr>
            <p:ph sz="half" idx="1"/>
          </p:nvPr>
        </p:nvSpPr>
        <p:spPr>
          <a:xfrm>
            <a:off x="1960178" y="990600"/>
            <a:ext cx="8250619" cy="5334000"/>
          </a:xfrm>
        </p:spPr>
        <p:txBody>
          <a:bodyPr>
            <a:normAutofit fontScale="92500" lnSpcReduction="10000"/>
          </a:bodyPr>
          <a:lstStyle/>
          <a:p>
            <a:r>
              <a:rPr lang="en-US" sz="2800" dirty="0"/>
              <a:t>Started out as a UNIX variant for the IBM PC</a:t>
            </a:r>
          </a:p>
          <a:p>
            <a:r>
              <a:rPr lang="en-US" sz="2800" dirty="0"/>
              <a:t>Linus Torvalds, a Finnish student of computer science, wrote the initial version</a:t>
            </a:r>
          </a:p>
          <a:p>
            <a:r>
              <a:rPr lang="en-US" sz="2800" dirty="0"/>
              <a:t>Linux was first posted on the Internet in 1991</a:t>
            </a:r>
          </a:p>
          <a:p>
            <a:r>
              <a:rPr lang="en-US" sz="2800" dirty="0"/>
              <a:t>Today it is a full-featured UNIX system that runs on several platforms</a:t>
            </a:r>
          </a:p>
          <a:p>
            <a:r>
              <a:rPr lang="en-US" sz="2800" dirty="0"/>
              <a:t>Is free and the source code is available</a:t>
            </a:r>
          </a:p>
          <a:p>
            <a:r>
              <a:rPr lang="en-US" sz="2800" dirty="0"/>
              <a:t>Key to success has been the availability of free software packages </a:t>
            </a:r>
          </a:p>
          <a:p>
            <a:r>
              <a:rPr lang="en-US" sz="2800" dirty="0"/>
              <a:t>Highly modular and easily configured</a:t>
            </a:r>
          </a:p>
        </p:txBody>
      </p:sp>
      <p:sp>
        <p:nvSpPr>
          <p:cNvPr id="2" name="Slide Number Placeholder 1">
            <a:extLst>
              <a:ext uri="{FF2B5EF4-FFF2-40B4-BE49-F238E27FC236}">
                <a16:creationId xmlns:a16="http://schemas.microsoft.com/office/drawing/2014/main" id="{B9895F49-113C-4B97-81B1-D34D9C7294CA}"/>
              </a:ext>
            </a:extLst>
          </p:cNvPr>
          <p:cNvSpPr>
            <a:spLocks noGrp="1"/>
          </p:cNvSpPr>
          <p:nvPr>
            <p:ph type="sldNum" sz="quarter" idx="12"/>
          </p:nvPr>
        </p:nvSpPr>
        <p:spPr/>
        <p:txBody>
          <a:bodyPr/>
          <a:lstStyle/>
          <a:p>
            <a:pPr>
              <a:defRPr/>
            </a:pPr>
            <a:fld id="{FD77EB8B-B6EB-443D-9CB4-B019CEC8F476}" type="slidenum">
              <a:rPr lang="en-US" smtClean="0"/>
              <a:pPr>
                <a:defRPr/>
              </a:pPr>
              <a:t>74</a:t>
            </a:fld>
            <a:endParaRPr lang="en-US"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NZ" b="1" dirty="0">
                <a:ln w="1905"/>
                <a:solidFill>
                  <a:schemeClr val="accent1">
                    <a:lumMod val="75000"/>
                  </a:schemeClr>
                </a:solidFill>
                <a:effectLst>
                  <a:innerShdw blurRad="69850" dist="43180" dir="5400000">
                    <a:srgbClr val="000000">
                      <a:alpha val="65000"/>
                    </a:srgbClr>
                  </a:innerShdw>
                </a:effectLst>
              </a:rPr>
              <a:t>Modular Monolithic Kernel</a:t>
            </a:r>
          </a:p>
        </p:txBody>
      </p:sp>
      <p:sp>
        <p:nvSpPr>
          <p:cNvPr id="4" name="Text Placeholder 3"/>
          <p:cNvSpPr>
            <a:spLocks noGrp="1"/>
          </p:cNvSpPr>
          <p:nvPr>
            <p:ph type="body" idx="1"/>
          </p:nvPr>
        </p:nvSpPr>
        <p:spPr>
          <a:xfrm>
            <a:off x="2057400" y="1066800"/>
            <a:ext cx="3657600" cy="5410200"/>
          </a:xfrm>
        </p:spPr>
        <p:txBody>
          <a:bodyPr/>
          <a:lstStyle/>
          <a:p>
            <a:pPr marL="282575" indent="-282575" algn="l">
              <a:lnSpc>
                <a:spcPts val="1800"/>
              </a:lnSpc>
              <a:spcBef>
                <a:spcPts val="1800"/>
              </a:spcBef>
              <a:buFont typeface="Wingdings" pitchFamily="2" charset="2"/>
              <a:buChar char="n"/>
            </a:pPr>
            <a:r>
              <a:rPr lang="en-US" sz="2000" b="0" dirty="0">
                <a:solidFill>
                  <a:schemeClr val="tx1">
                    <a:lumMod val="85000"/>
                    <a:lumOff val="15000"/>
                  </a:schemeClr>
                </a:solidFill>
              </a:rPr>
              <a:t>Includes virtually all of the OS  functionality in one large block of code that runs as a single process with a single address space</a:t>
            </a:r>
          </a:p>
          <a:p>
            <a:pPr marL="282575" indent="-282575" algn="l">
              <a:lnSpc>
                <a:spcPts val="1800"/>
              </a:lnSpc>
              <a:spcBef>
                <a:spcPts val="1800"/>
              </a:spcBef>
              <a:buFont typeface="Wingdings" pitchFamily="2" charset="2"/>
              <a:buChar char="n"/>
            </a:pPr>
            <a:r>
              <a:rPr lang="en-US" sz="2000" b="0" dirty="0">
                <a:solidFill>
                  <a:schemeClr val="tx1">
                    <a:lumMod val="85000"/>
                    <a:lumOff val="15000"/>
                  </a:schemeClr>
                </a:solidFill>
              </a:rPr>
              <a:t>All the functional components of the kernel have access to all of its internal data structures and routines</a:t>
            </a:r>
          </a:p>
          <a:p>
            <a:pPr marL="282575" indent="-282575" algn="l">
              <a:lnSpc>
                <a:spcPts val="1800"/>
              </a:lnSpc>
              <a:spcBef>
                <a:spcPts val="1800"/>
              </a:spcBef>
              <a:buFont typeface="Wingdings" pitchFamily="2" charset="2"/>
              <a:buChar char="n"/>
            </a:pPr>
            <a:r>
              <a:rPr lang="en-US" sz="2000" b="0" dirty="0">
                <a:solidFill>
                  <a:schemeClr val="tx1">
                    <a:lumMod val="85000"/>
                    <a:lumOff val="15000"/>
                  </a:schemeClr>
                </a:solidFill>
              </a:rPr>
              <a:t>Linux is structured as a collection of modules</a:t>
            </a:r>
          </a:p>
        </p:txBody>
      </p:sp>
      <p:sp>
        <p:nvSpPr>
          <p:cNvPr id="6" name="Content Placeholder 5"/>
          <p:cNvSpPr>
            <a:spLocks noGrp="1"/>
          </p:cNvSpPr>
          <p:nvPr>
            <p:ph sz="half" idx="2"/>
          </p:nvPr>
        </p:nvSpPr>
        <p:spPr>
          <a:xfrm>
            <a:off x="6352032" y="1752601"/>
            <a:ext cx="3657600" cy="4800599"/>
          </a:xfrm>
        </p:spPr>
        <p:txBody>
          <a:bodyPr>
            <a:normAutofit/>
          </a:bodyPr>
          <a:lstStyle/>
          <a:p>
            <a:r>
              <a:rPr lang="en-US" sz="2000" dirty="0"/>
              <a:t>Relatively independent blocks</a:t>
            </a:r>
          </a:p>
          <a:p>
            <a:r>
              <a:rPr lang="en-US" sz="2000" dirty="0"/>
              <a:t>A module is an object file whose code can be linked to and unlinked from the kernel at runtime</a:t>
            </a:r>
          </a:p>
          <a:p>
            <a:r>
              <a:rPr lang="en-US" sz="2000" dirty="0"/>
              <a:t>A module is executed in kernel mode on behalf of the current process</a:t>
            </a:r>
          </a:p>
          <a:p>
            <a:r>
              <a:rPr lang="en-US" sz="2000" dirty="0"/>
              <a:t>Have two important characteristics:</a:t>
            </a:r>
          </a:p>
          <a:p>
            <a:pPr lvl="2"/>
            <a:r>
              <a:rPr lang="en-US" sz="2000" dirty="0"/>
              <a:t>dynamic linking</a:t>
            </a:r>
          </a:p>
          <a:p>
            <a:pPr lvl="2"/>
            <a:r>
              <a:rPr lang="en-US" sz="2000" dirty="0"/>
              <a:t>stackable modules</a:t>
            </a:r>
          </a:p>
        </p:txBody>
      </p:sp>
      <p:sp>
        <p:nvSpPr>
          <p:cNvPr id="5" name="Text Placeholder 4"/>
          <p:cNvSpPr>
            <a:spLocks noGrp="1"/>
          </p:cNvSpPr>
          <p:nvPr>
            <p:ph type="body" sz="quarter" idx="3"/>
          </p:nvPr>
        </p:nvSpPr>
        <p:spPr/>
        <p:txBody>
          <a:bodyPr/>
          <a:lstStyle/>
          <a:p>
            <a:r>
              <a:rPr lang="en-US" dirty="0"/>
              <a:t>Loadable Modules</a:t>
            </a:r>
          </a:p>
        </p:txBody>
      </p:sp>
      <p:sp>
        <p:nvSpPr>
          <p:cNvPr id="3" name="Slide Number Placeholder 2">
            <a:extLst>
              <a:ext uri="{FF2B5EF4-FFF2-40B4-BE49-F238E27FC236}">
                <a16:creationId xmlns:a16="http://schemas.microsoft.com/office/drawing/2014/main" id="{344C5AA9-E3D1-4659-83AB-78FD6B41EC3B}"/>
              </a:ext>
            </a:extLst>
          </p:cNvPr>
          <p:cNvSpPr>
            <a:spLocks noGrp="1"/>
          </p:cNvSpPr>
          <p:nvPr>
            <p:ph type="sldNum" sz="quarter" idx="12"/>
          </p:nvPr>
        </p:nvSpPr>
        <p:spPr/>
        <p:txBody>
          <a:bodyPr/>
          <a:lstStyle/>
          <a:p>
            <a:pPr>
              <a:defRPr/>
            </a:pPr>
            <a:fld id="{D56104A5-FF6A-4891-8FE3-D539A7A66E05}" type="slidenum">
              <a:rPr lang="en-US" smtClean="0"/>
              <a:pPr>
                <a:defRPr/>
              </a:pPr>
              <a:t>75</a:t>
            </a:fld>
            <a:endParaRPr lang="en-US"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f18.pdf"/>
          <p:cNvPicPr>
            <a:picLocks noChangeAspect="1"/>
          </p:cNvPicPr>
          <p:nvPr/>
        </p:nvPicPr>
        <p:blipFill>
          <a:blip r:embed="rId3"/>
          <a:stretch>
            <a:fillRect/>
          </a:stretch>
        </p:blipFill>
        <p:spPr>
          <a:xfrm>
            <a:off x="1792942" y="0"/>
            <a:ext cx="8875059" cy="6858000"/>
          </a:xfrm>
          <a:prstGeom prst="rect">
            <a:avLst/>
          </a:prstGeom>
        </p:spPr>
      </p:pic>
      <p:sp>
        <p:nvSpPr>
          <p:cNvPr id="2" name="Slide Number Placeholder 1">
            <a:extLst>
              <a:ext uri="{FF2B5EF4-FFF2-40B4-BE49-F238E27FC236}">
                <a16:creationId xmlns:a16="http://schemas.microsoft.com/office/drawing/2014/main" id="{B4A3E231-273A-47FF-A99E-4D7FF0871AA1}"/>
              </a:ext>
            </a:extLst>
          </p:cNvPr>
          <p:cNvSpPr>
            <a:spLocks noGrp="1"/>
          </p:cNvSpPr>
          <p:nvPr>
            <p:ph type="sldNum" sz="quarter" idx="12"/>
          </p:nvPr>
        </p:nvSpPr>
        <p:spPr/>
        <p:txBody>
          <a:bodyPr/>
          <a:lstStyle/>
          <a:p>
            <a:pPr>
              <a:defRPr/>
            </a:pPr>
            <a:fld id="{0A9A6F0D-A611-4358-861D-7B01E8303898}" type="slidenum">
              <a:rPr lang="en-US" smtClean="0"/>
              <a:pPr>
                <a:defRPr/>
              </a:pPr>
              <a:t>76</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descr="f19.pdf"/>
          <p:cNvPicPr>
            <a:picLocks noChangeAspect="1"/>
          </p:cNvPicPr>
          <p:nvPr/>
        </p:nvPicPr>
        <p:blipFill>
          <a:blip r:embed="rId3"/>
          <a:stretch>
            <a:fillRect/>
          </a:stretch>
        </p:blipFill>
        <p:spPr>
          <a:xfrm>
            <a:off x="1658471" y="0"/>
            <a:ext cx="8875059" cy="6858000"/>
          </a:xfrm>
          <a:prstGeom prst="rect">
            <a:avLst/>
          </a:prstGeom>
        </p:spPr>
      </p:pic>
      <p:sp>
        <p:nvSpPr>
          <p:cNvPr id="2" name="Slide Number Placeholder 1">
            <a:extLst>
              <a:ext uri="{FF2B5EF4-FFF2-40B4-BE49-F238E27FC236}">
                <a16:creationId xmlns:a16="http://schemas.microsoft.com/office/drawing/2014/main" id="{92368B0A-4821-4596-8AA0-393306601762}"/>
              </a:ext>
            </a:extLst>
          </p:cNvPr>
          <p:cNvSpPr>
            <a:spLocks noGrp="1"/>
          </p:cNvSpPr>
          <p:nvPr>
            <p:ph type="sldNum" sz="quarter" idx="12"/>
          </p:nvPr>
        </p:nvSpPr>
        <p:spPr/>
        <p:txBody>
          <a:bodyPr/>
          <a:lstStyle/>
          <a:p>
            <a:pPr>
              <a:defRPr/>
            </a:pPr>
            <a:fld id="{BAB79F47-3AF0-4617-BC60-2E592392BB48}" type="slidenum">
              <a:rPr lang="en-US" smtClean="0"/>
              <a:pPr>
                <a:defRPr/>
              </a:pPr>
              <a:t>77</a:t>
            </a:fld>
            <a:endParaRPr 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mv="urn:schemas-microsoft-com:mac:vml" xmlns="">
      <p:transition spd="med">
        <p:fade/>
      </p:transition>
    </mc:Fallback>
  </mc:AlternateContent>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3"/>
          <a:stretch>
            <a:fillRect/>
          </a:stretch>
        </p:blipFill>
        <p:spPr>
          <a:xfrm>
            <a:off x="2060028" y="2508250"/>
            <a:ext cx="8150772" cy="2462213"/>
          </a:xfrm>
          <a:prstGeom prst="rect">
            <a:avLst/>
          </a:prstGeom>
        </p:spPr>
      </p:pic>
      <p:sp>
        <p:nvSpPr>
          <p:cNvPr id="8" name="TextBox 7"/>
          <p:cNvSpPr txBox="1"/>
          <p:nvPr/>
        </p:nvSpPr>
        <p:spPr>
          <a:xfrm>
            <a:off x="4419600" y="5486400"/>
            <a:ext cx="3356688" cy="369332"/>
          </a:xfrm>
          <a:prstGeom prst="rect">
            <a:avLst/>
          </a:prstGeom>
          <a:noFill/>
        </p:spPr>
        <p:txBody>
          <a:bodyPr wrap="none" rtlCol="0">
            <a:spAutoFit/>
          </a:bodyPr>
          <a:lstStyle/>
          <a:p>
            <a:r>
              <a:rPr lang="en-US" b="1" dirty="0">
                <a:latin typeface="+mn-lt"/>
              </a:rPr>
              <a:t>Table 2.6   Some Linux Signals</a:t>
            </a:r>
            <a:r>
              <a:rPr lang="en-US" dirty="0">
                <a:latin typeface="+mn-lt"/>
              </a:rPr>
              <a:t> </a:t>
            </a:r>
          </a:p>
        </p:txBody>
      </p:sp>
      <p:sp>
        <p:nvSpPr>
          <p:cNvPr id="9" name="Title 8"/>
          <p:cNvSpPr>
            <a:spLocks noGrp="1"/>
          </p:cNvSpPr>
          <p:nvPr>
            <p:ph type="title"/>
          </p:nvPr>
        </p:nvSpPr>
        <p:spPr/>
        <p:txBody>
          <a:bodyPr/>
          <a:lstStyle/>
          <a:p>
            <a:r>
              <a:rPr lang="en-US" b="1" dirty="0">
                <a:solidFill>
                  <a:schemeClr val="accent1"/>
                </a:solidFill>
              </a:rPr>
              <a:t>Linux Signals</a:t>
            </a:r>
          </a:p>
        </p:txBody>
      </p:sp>
      <p:sp>
        <p:nvSpPr>
          <p:cNvPr id="5" name="Vertical Text Placeholder 4">
            <a:extLst>
              <a:ext uri="{FF2B5EF4-FFF2-40B4-BE49-F238E27FC236}">
                <a16:creationId xmlns:a16="http://schemas.microsoft.com/office/drawing/2014/main" id="{89B274CF-3989-4B0C-A4A8-B7C20E7963BD}"/>
              </a:ext>
            </a:extLst>
          </p:cNvPr>
          <p:cNvSpPr>
            <a:spLocks noGrp="1"/>
          </p:cNvSpPr>
          <p:nvPr>
            <p:ph type="body" orient="vert" idx="1"/>
          </p:nvPr>
        </p:nvSpPr>
        <p:spPr/>
        <p:txBody>
          <a:bodyPr/>
          <a:lstStyle/>
          <a:p>
            <a:endParaRPr lang="en-US"/>
          </a:p>
        </p:txBody>
      </p:sp>
      <p:sp>
        <p:nvSpPr>
          <p:cNvPr id="2" name="Slide Number Placeholder 1">
            <a:extLst>
              <a:ext uri="{FF2B5EF4-FFF2-40B4-BE49-F238E27FC236}">
                <a16:creationId xmlns:a16="http://schemas.microsoft.com/office/drawing/2014/main" id="{9307C253-B656-44D4-8BC5-7531753CDE40}"/>
              </a:ext>
            </a:extLst>
          </p:cNvPr>
          <p:cNvSpPr>
            <a:spLocks noGrp="1"/>
          </p:cNvSpPr>
          <p:nvPr>
            <p:ph type="sldNum" sz="quarter" idx="12"/>
          </p:nvPr>
        </p:nvSpPr>
        <p:spPr/>
        <p:txBody>
          <a:bodyPr/>
          <a:lstStyle/>
          <a:p>
            <a:fld id="{FBF0D068-AB96-40B8-9FAA-4228627632C0}" type="slidenum">
              <a:rPr lang="en-US" smtClean="0"/>
              <a:pPr/>
              <a:t>78</a:t>
            </a:fld>
            <a:endParaRPr lang="en-US" dirty="0"/>
          </a:p>
        </p:txBody>
      </p:sp>
    </p:spTree>
  </p:cSld>
  <p:clrMapOvr>
    <a:masterClrMapping/>
  </p:clrMapOvr>
  <p:transition spd="slow">
    <p:push dir="u"/>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a:stretch>
            <a:fillRect/>
          </a:stretch>
        </p:blipFill>
        <p:spPr>
          <a:xfrm>
            <a:off x="3124200" y="685801"/>
            <a:ext cx="6089650" cy="5720965"/>
          </a:xfrm>
          <a:prstGeom prst="rect">
            <a:avLst/>
          </a:prstGeom>
        </p:spPr>
      </p:pic>
      <p:sp>
        <p:nvSpPr>
          <p:cNvPr id="5" name="Rectangle 4"/>
          <p:cNvSpPr/>
          <p:nvPr/>
        </p:nvSpPr>
        <p:spPr>
          <a:xfrm>
            <a:off x="3124200" y="6211669"/>
            <a:ext cx="6096000" cy="369332"/>
          </a:xfrm>
          <a:prstGeom prst="rect">
            <a:avLst/>
          </a:prstGeom>
        </p:spPr>
        <p:txBody>
          <a:bodyPr wrap="square">
            <a:spAutoFit/>
          </a:bodyPr>
          <a:lstStyle/>
          <a:p>
            <a:pPr algn="ctr"/>
            <a:r>
              <a:rPr lang="en-US" b="1" dirty="0">
                <a:latin typeface="+mn-lt"/>
              </a:rPr>
              <a:t>Table 2.7   Some Linux System Calls </a:t>
            </a:r>
            <a:r>
              <a:rPr lang="en-US" dirty="0">
                <a:latin typeface="+mn-lt"/>
              </a:rPr>
              <a:t>(page 1 of 2) </a:t>
            </a:r>
          </a:p>
        </p:txBody>
      </p:sp>
      <p:sp>
        <p:nvSpPr>
          <p:cNvPr id="2" name="Slide Number Placeholder 1">
            <a:extLst>
              <a:ext uri="{FF2B5EF4-FFF2-40B4-BE49-F238E27FC236}">
                <a16:creationId xmlns:a16="http://schemas.microsoft.com/office/drawing/2014/main" id="{6207E839-0735-4092-948A-E0DB3A785B84}"/>
              </a:ext>
            </a:extLst>
          </p:cNvPr>
          <p:cNvSpPr>
            <a:spLocks noGrp="1"/>
          </p:cNvSpPr>
          <p:nvPr>
            <p:ph type="sldNum" sz="quarter" idx="12"/>
          </p:nvPr>
        </p:nvSpPr>
        <p:spPr/>
        <p:txBody>
          <a:bodyPr/>
          <a:lstStyle/>
          <a:p>
            <a:pPr>
              <a:defRPr/>
            </a:pPr>
            <a:fld id="{0A9A6F0D-A611-4358-861D-7B01E8303898}" type="slidenum">
              <a:rPr lang="en-US" smtClean="0"/>
              <a:pPr>
                <a:defRPr/>
              </a:pPr>
              <a:t>79</a:t>
            </a:fld>
            <a:endParaRPr lang="en-US" dirty="0"/>
          </a:p>
        </p:txBody>
      </p:sp>
    </p:spTree>
  </p:cSld>
  <p:clrMapOvr>
    <a:masterClrMapping/>
  </p:clrMapOvr>
  <p:transition spd="slow">
    <p:wipe/>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3124200" y="6211669"/>
            <a:ext cx="6096000" cy="369332"/>
          </a:xfrm>
          <a:prstGeom prst="rect">
            <a:avLst/>
          </a:prstGeom>
        </p:spPr>
        <p:txBody>
          <a:bodyPr wrap="square">
            <a:spAutoFit/>
          </a:bodyPr>
          <a:lstStyle/>
          <a:p>
            <a:pPr algn="ctr"/>
            <a:r>
              <a:rPr lang="en-US" b="1" dirty="0">
                <a:latin typeface="+mn-lt"/>
              </a:rPr>
              <a:t>Table 2.7   Some Linux System Calls </a:t>
            </a:r>
            <a:r>
              <a:rPr lang="en-US" dirty="0">
                <a:latin typeface="+mn-lt"/>
              </a:rPr>
              <a:t>(page 2 of 2) </a:t>
            </a:r>
          </a:p>
        </p:txBody>
      </p:sp>
      <p:pic>
        <p:nvPicPr>
          <p:cNvPr id="6" name="Picture 5"/>
          <p:cNvPicPr>
            <a:picLocks noChangeAspect="1"/>
          </p:cNvPicPr>
          <p:nvPr/>
        </p:nvPicPr>
        <p:blipFill>
          <a:blip r:embed="rId3"/>
          <a:stretch>
            <a:fillRect/>
          </a:stretch>
        </p:blipFill>
        <p:spPr>
          <a:xfrm>
            <a:off x="3054350" y="723900"/>
            <a:ext cx="6242050" cy="5551385"/>
          </a:xfrm>
          <a:prstGeom prst="rect">
            <a:avLst/>
          </a:prstGeom>
        </p:spPr>
      </p:pic>
      <p:sp>
        <p:nvSpPr>
          <p:cNvPr id="2" name="Slide Number Placeholder 1">
            <a:extLst>
              <a:ext uri="{FF2B5EF4-FFF2-40B4-BE49-F238E27FC236}">
                <a16:creationId xmlns:a16="http://schemas.microsoft.com/office/drawing/2014/main" id="{DD865F92-5B3E-494D-A362-53AEDF34EA48}"/>
              </a:ext>
            </a:extLst>
          </p:cNvPr>
          <p:cNvSpPr>
            <a:spLocks noGrp="1"/>
          </p:cNvSpPr>
          <p:nvPr>
            <p:ph type="sldNum" sz="quarter" idx="12"/>
          </p:nvPr>
        </p:nvSpPr>
        <p:spPr/>
        <p:txBody>
          <a:bodyPr/>
          <a:lstStyle/>
          <a:p>
            <a:pPr>
              <a:defRPr/>
            </a:pPr>
            <a:fld id="{0A9A6F0D-A611-4358-861D-7B01E8303898}" type="slidenum">
              <a:rPr lang="en-US" smtClean="0"/>
              <a:pPr>
                <a:defRPr/>
              </a:pPr>
              <a:t>80</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mv="urn:schemas-microsoft-com:mac:vml" xmlns="">
      <p:transition spd="slow">
        <p:split orient="vert"/>
      </p:transition>
    </mc:Fallback>
  </mc:AlternateContent>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ln w="1905"/>
                <a:solidFill>
                  <a:schemeClr val="accent1">
                    <a:lumMod val="75000"/>
                  </a:schemeClr>
                </a:solidFill>
                <a:effectLst>
                  <a:innerShdw blurRad="69850" dist="43180" dir="5400000">
                    <a:srgbClr val="000000">
                      <a:alpha val="65000"/>
                    </a:srgbClr>
                  </a:innerShdw>
                </a:effectLst>
              </a:rPr>
              <a:t>Summary</a:t>
            </a:r>
            <a:endParaRPr lang="en-US" b="1" dirty="0">
              <a:ln w="1905"/>
              <a:solidFill>
                <a:schemeClr val="accent1">
                  <a:lumMod val="75000"/>
                </a:schemeClr>
              </a:solidFill>
              <a:effectLst>
                <a:innerShdw blurRad="69850" dist="43180" dir="5400000">
                  <a:srgbClr val="000000">
                    <a:alpha val="65000"/>
                  </a:srgbClr>
                </a:innerShdw>
              </a:effectLst>
            </a:endParaRPr>
          </a:p>
        </p:txBody>
      </p:sp>
      <p:sp>
        <p:nvSpPr>
          <p:cNvPr id="3" name="Content Placeholder 2"/>
          <p:cNvSpPr>
            <a:spLocks noGrp="1"/>
          </p:cNvSpPr>
          <p:nvPr>
            <p:ph sz="half" idx="1"/>
          </p:nvPr>
        </p:nvSpPr>
        <p:spPr>
          <a:xfrm>
            <a:off x="2182904" y="1295401"/>
            <a:ext cx="3657600" cy="4830763"/>
          </a:xfrm>
        </p:spPr>
        <p:txBody>
          <a:bodyPr>
            <a:normAutofit/>
          </a:bodyPr>
          <a:lstStyle/>
          <a:p>
            <a:pPr>
              <a:lnSpc>
                <a:spcPct val="120000"/>
              </a:lnSpc>
              <a:spcBef>
                <a:spcPts val="0"/>
              </a:spcBef>
            </a:pPr>
            <a:r>
              <a:rPr lang="en-US" sz="1882" dirty="0"/>
              <a:t>Operating system objectives and functions</a:t>
            </a:r>
          </a:p>
          <a:p>
            <a:pPr lvl="1">
              <a:lnSpc>
                <a:spcPct val="120000"/>
              </a:lnSpc>
              <a:spcBef>
                <a:spcPts val="0"/>
              </a:spcBef>
            </a:pPr>
            <a:r>
              <a:rPr lang="en-US" sz="1760" dirty="0"/>
              <a:t>User/computer interface</a:t>
            </a:r>
          </a:p>
          <a:p>
            <a:pPr lvl="1">
              <a:lnSpc>
                <a:spcPct val="120000"/>
              </a:lnSpc>
              <a:spcBef>
                <a:spcPts val="0"/>
              </a:spcBef>
            </a:pPr>
            <a:r>
              <a:rPr lang="en-US" sz="1760" dirty="0"/>
              <a:t>Resource manager</a:t>
            </a:r>
          </a:p>
          <a:p>
            <a:pPr marL="282575" lvl="2">
              <a:lnSpc>
                <a:spcPct val="120000"/>
              </a:lnSpc>
              <a:spcBef>
                <a:spcPts val="0"/>
              </a:spcBef>
            </a:pPr>
            <a:r>
              <a:rPr lang="en-US" sz="1882" dirty="0"/>
              <a:t>Evolution of operating systems</a:t>
            </a:r>
          </a:p>
          <a:p>
            <a:pPr lvl="1">
              <a:lnSpc>
                <a:spcPct val="120000"/>
              </a:lnSpc>
              <a:spcBef>
                <a:spcPts val="0"/>
              </a:spcBef>
            </a:pPr>
            <a:r>
              <a:rPr lang="en-US" sz="1760" dirty="0"/>
              <a:t>Serial processing</a:t>
            </a:r>
          </a:p>
          <a:p>
            <a:pPr lvl="1">
              <a:lnSpc>
                <a:spcPct val="120000"/>
              </a:lnSpc>
              <a:spcBef>
                <a:spcPts val="0"/>
              </a:spcBef>
            </a:pPr>
            <a:r>
              <a:rPr lang="en-US" sz="1760" dirty="0"/>
              <a:t>Simple/</a:t>
            </a:r>
            <a:r>
              <a:rPr lang="en-US" sz="1760" dirty="0" err="1"/>
              <a:t>multiprogrammed</a:t>
            </a:r>
            <a:r>
              <a:rPr lang="en-US" sz="1760" dirty="0"/>
              <a:t>/time-sharing batch systems</a:t>
            </a:r>
          </a:p>
          <a:p>
            <a:pPr marL="282575" lvl="2">
              <a:lnSpc>
                <a:spcPct val="120000"/>
              </a:lnSpc>
              <a:spcBef>
                <a:spcPts val="0"/>
              </a:spcBef>
            </a:pPr>
            <a:r>
              <a:rPr lang="en-US" sz="1838" dirty="0"/>
              <a:t>Major achievements</a:t>
            </a:r>
          </a:p>
          <a:p>
            <a:pPr marL="282575" lvl="2">
              <a:lnSpc>
                <a:spcPct val="120000"/>
              </a:lnSpc>
              <a:spcBef>
                <a:spcPts val="0"/>
              </a:spcBef>
            </a:pPr>
            <a:r>
              <a:rPr lang="en-US" sz="1838" dirty="0"/>
              <a:t>Developments leading to modern operating systems</a:t>
            </a:r>
          </a:p>
        </p:txBody>
      </p:sp>
      <p:sp>
        <p:nvSpPr>
          <p:cNvPr id="4" name="Content Placeholder 3"/>
          <p:cNvSpPr>
            <a:spLocks noGrp="1"/>
          </p:cNvSpPr>
          <p:nvPr>
            <p:ph sz="half" idx="2"/>
          </p:nvPr>
        </p:nvSpPr>
        <p:spPr>
          <a:xfrm>
            <a:off x="6355308" y="1295401"/>
            <a:ext cx="3657600" cy="4830763"/>
          </a:xfrm>
        </p:spPr>
        <p:txBody>
          <a:bodyPr>
            <a:normAutofit/>
          </a:bodyPr>
          <a:lstStyle/>
          <a:p>
            <a:pPr marL="282575" lvl="2">
              <a:lnSpc>
                <a:spcPct val="120000"/>
              </a:lnSpc>
              <a:spcBef>
                <a:spcPts val="0"/>
              </a:spcBef>
            </a:pPr>
            <a:r>
              <a:rPr lang="en-US" sz="1838" dirty="0"/>
              <a:t>OS design considerations for multiprocessor and multicore</a:t>
            </a:r>
          </a:p>
          <a:p>
            <a:pPr>
              <a:lnSpc>
                <a:spcPct val="120000"/>
              </a:lnSpc>
              <a:spcBef>
                <a:spcPts val="0"/>
              </a:spcBef>
            </a:pPr>
            <a:r>
              <a:rPr lang="en-US" sz="1765" dirty="0"/>
              <a:t>Traditional Unix systems</a:t>
            </a:r>
          </a:p>
          <a:p>
            <a:pPr lvl="1">
              <a:lnSpc>
                <a:spcPct val="120000"/>
              </a:lnSpc>
              <a:spcBef>
                <a:spcPts val="0"/>
              </a:spcBef>
            </a:pPr>
            <a:r>
              <a:rPr lang="en-US" sz="1765" dirty="0"/>
              <a:t>History/description</a:t>
            </a:r>
          </a:p>
          <a:p>
            <a:pPr>
              <a:lnSpc>
                <a:spcPct val="120000"/>
              </a:lnSpc>
              <a:spcBef>
                <a:spcPts val="0"/>
              </a:spcBef>
            </a:pPr>
            <a:r>
              <a:rPr lang="en-US" sz="1765" dirty="0"/>
              <a:t>Modern Unix systems</a:t>
            </a:r>
          </a:p>
          <a:p>
            <a:pPr lvl="1">
              <a:lnSpc>
                <a:spcPct val="120000"/>
              </a:lnSpc>
              <a:spcBef>
                <a:spcPts val="0"/>
              </a:spcBef>
            </a:pPr>
            <a:r>
              <a:rPr lang="en-US" sz="1765" dirty="0"/>
              <a:t>System V Release 4 (SVR4), BSD, Solaris 10</a:t>
            </a:r>
          </a:p>
          <a:p>
            <a:pPr>
              <a:lnSpc>
                <a:spcPct val="120000"/>
              </a:lnSpc>
              <a:spcBef>
                <a:spcPts val="0"/>
              </a:spcBef>
            </a:pPr>
            <a:r>
              <a:rPr lang="en-US" sz="1765" dirty="0"/>
              <a:t>Linux</a:t>
            </a:r>
          </a:p>
          <a:p>
            <a:pPr lvl="1">
              <a:lnSpc>
                <a:spcPct val="120000"/>
              </a:lnSpc>
              <a:spcBef>
                <a:spcPts val="0"/>
              </a:spcBef>
            </a:pPr>
            <a:r>
              <a:rPr lang="en-US" sz="1765" dirty="0"/>
              <a:t>History</a:t>
            </a:r>
          </a:p>
          <a:p>
            <a:pPr lvl="1">
              <a:lnSpc>
                <a:spcPct val="120000"/>
              </a:lnSpc>
              <a:spcBef>
                <a:spcPts val="0"/>
              </a:spcBef>
            </a:pPr>
            <a:r>
              <a:rPr lang="en-US" sz="1765" dirty="0"/>
              <a:t>Modular structure</a:t>
            </a:r>
          </a:p>
          <a:p>
            <a:pPr lvl="1">
              <a:lnSpc>
                <a:spcPct val="120000"/>
              </a:lnSpc>
              <a:spcBef>
                <a:spcPts val="0"/>
              </a:spcBef>
            </a:pPr>
            <a:r>
              <a:rPr lang="en-US" sz="1765" dirty="0"/>
              <a:t>Kernel components</a:t>
            </a:r>
          </a:p>
        </p:txBody>
      </p:sp>
      <p:sp>
        <p:nvSpPr>
          <p:cNvPr id="5" name="Slide Number Placeholder 4">
            <a:extLst>
              <a:ext uri="{FF2B5EF4-FFF2-40B4-BE49-F238E27FC236}">
                <a16:creationId xmlns:a16="http://schemas.microsoft.com/office/drawing/2014/main" id="{FA9A2794-D6FD-4E46-8391-42D35C3F41BA}"/>
              </a:ext>
            </a:extLst>
          </p:cNvPr>
          <p:cNvSpPr>
            <a:spLocks noGrp="1"/>
          </p:cNvSpPr>
          <p:nvPr>
            <p:ph type="sldNum" sz="quarter" idx="12"/>
          </p:nvPr>
        </p:nvSpPr>
        <p:spPr/>
        <p:txBody>
          <a:bodyPr/>
          <a:lstStyle/>
          <a:p>
            <a:pPr>
              <a:defRPr/>
            </a:pPr>
            <a:fld id="{FD77EB8B-B6EB-443D-9CB4-B019CEC8F476}" type="slidenum">
              <a:rPr lang="en-US" smtClean="0"/>
              <a:pPr>
                <a:defRPr/>
              </a:pPr>
              <a:t>81</a:t>
            </a:fld>
            <a:endParaRPr lang="en-US"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E4A218-4355-6B96-2EB3-96E0B8D32556}"/>
              </a:ext>
            </a:extLst>
          </p:cNvPr>
          <p:cNvSpPr>
            <a:spLocks noGrp="1"/>
          </p:cNvSpPr>
          <p:nvPr>
            <p:ph type="title"/>
          </p:nvPr>
        </p:nvSpPr>
        <p:spPr/>
        <p:txBody>
          <a:bodyPr/>
          <a:lstStyle/>
          <a:p>
            <a:r>
              <a:rPr lang="en-US" b="1" dirty="0">
                <a:solidFill>
                  <a:schemeClr val="accent1"/>
                </a:solidFill>
                <a:latin typeface="Calisto MT"/>
              </a:rPr>
              <a:t>Problem Time</a:t>
            </a:r>
            <a:endParaRPr lang="en-US" dirty="0"/>
          </a:p>
        </p:txBody>
      </p:sp>
      <p:sp>
        <p:nvSpPr>
          <p:cNvPr id="3" name="Content Placeholder 2">
            <a:extLst>
              <a:ext uri="{FF2B5EF4-FFF2-40B4-BE49-F238E27FC236}">
                <a16:creationId xmlns:a16="http://schemas.microsoft.com/office/drawing/2014/main" id="{98BC0492-29AA-6D09-31A5-38BBCEBB70F5}"/>
              </a:ext>
            </a:extLst>
          </p:cNvPr>
          <p:cNvSpPr>
            <a:spLocks noGrp="1"/>
          </p:cNvSpPr>
          <p:nvPr>
            <p:ph idx="1"/>
          </p:nvPr>
        </p:nvSpPr>
        <p:spPr/>
        <p:txBody>
          <a:bodyPr/>
          <a:lstStyle/>
          <a:p>
            <a:r>
              <a:rPr lang="en-US" dirty="0"/>
              <a:t>Assume the scheduler in the OS will not start a job unless there are five tape drives available. When a  job is started, five drives are assigned immediately and are </a:t>
            </a:r>
            <a:r>
              <a:rPr lang="en-US" dirty="0">
                <a:solidFill>
                  <a:srgbClr val="FF0000"/>
                </a:solidFill>
              </a:rPr>
              <a:t>not released </a:t>
            </a:r>
            <a:r>
              <a:rPr lang="en-US" dirty="0"/>
              <a:t>until the job finishes. </a:t>
            </a:r>
            <a:r>
              <a:rPr lang="en-US" dirty="0">
                <a:highlight>
                  <a:srgbClr val="FFFF00"/>
                </a:highlight>
              </a:rPr>
              <a:t>What is the maximum number of jobs that can be in progress at once? </a:t>
            </a:r>
            <a:r>
              <a:rPr lang="en-US" dirty="0"/>
              <a:t>What are the maximum and minimum number of tape drives that may be left idle as a result of this policy?</a:t>
            </a:r>
          </a:p>
        </p:txBody>
      </p:sp>
      <p:sp>
        <p:nvSpPr>
          <p:cNvPr id="4" name="Rectangle 3">
            <a:extLst>
              <a:ext uri="{FF2B5EF4-FFF2-40B4-BE49-F238E27FC236}">
                <a16:creationId xmlns:a16="http://schemas.microsoft.com/office/drawing/2014/main" id="{476F343D-D715-AE98-9E41-2A1630B80365}"/>
              </a:ext>
            </a:extLst>
          </p:cNvPr>
          <p:cNvSpPr/>
          <p:nvPr/>
        </p:nvSpPr>
        <p:spPr>
          <a:xfrm>
            <a:off x="2590800" y="3429000"/>
            <a:ext cx="609600" cy="4572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D941BC9C-AC09-082E-0B44-932BC8EF5629}"/>
              </a:ext>
            </a:extLst>
          </p:cNvPr>
          <p:cNvSpPr/>
          <p:nvPr/>
        </p:nvSpPr>
        <p:spPr>
          <a:xfrm>
            <a:off x="3276600" y="3429000"/>
            <a:ext cx="609600" cy="4572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44F51196-67D9-3FD7-55E5-AE48FD39B94B}"/>
              </a:ext>
            </a:extLst>
          </p:cNvPr>
          <p:cNvSpPr/>
          <p:nvPr/>
        </p:nvSpPr>
        <p:spPr>
          <a:xfrm>
            <a:off x="3962400" y="3429000"/>
            <a:ext cx="609600" cy="4572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1DE79562-F97B-EC15-62D3-A423BABD27C4}"/>
              </a:ext>
            </a:extLst>
          </p:cNvPr>
          <p:cNvSpPr/>
          <p:nvPr/>
        </p:nvSpPr>
        <p:spPr>
          <a:xfrm>
            <a:off x="4724400" y="3429000"/>
            <a:ext cx="609600" cy="4572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B2CE441E-05B0-9CC2-B863-9086C5F2D47C}"/>
              </a:ext>
            </a:extLst>
          </p:cNvPr>
          <p:cNvSpPr/>
          <p:nvPr/>
        </p:nvSpPr>
        <p:spPr>
          <a:xfrm>
            <a:off x="5486398" y="3429000"/>
            <a:ext cx="609600" cy="4572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1BC72D25-EEDB-2C95-3441-1F14BD9B22D4}"/>
              </a:ext>
            </a:extLst>
          </p:cNvPr>
          <p:cNvSpPr/>
          <p:nvPr/>
        </p:nvSpPr>
        <p:spPr>
          <a:xfrm>
            <a:off x="2590800" y="4022313"/>
            <a:ext cx="609600" cy="4572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05F41B94-6EB1-B631-969F-D2C0DCB612D2}"/>
              </a:ext>
            </a:extLst>
          </p:cNvPr>
          <p:cNvSpPr/>
          <p:nvPr/>
        </p:nvSpPr>
        <p:spPr>
          <a:xfrm>
            <a:off x="3276600" y="4022313"/>
            <a:ext cx="609600" cy="4572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0D3048BF-323B-E09A-A6E8-FC8DBEEFDBB1}"/>
              </a:ext>
            </a:extLst>
          </p:cNvPr>
          <p:cNvSpPr/>
          <p:nvPr/>
        </p:nvSpPr>
        <p:spPr>
          <a:xfrm>
            <a:off x="3962400" y="4022313"/>
            <a:ext cx="609600" cy="4572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D0D57C3B-F124-9353-B694-EC683CCAE973}"/>
              </a:ext>
            </a:extLst>
          </p:cNvPr>
          <p:cNvSpPr/>
          <p:nvPr/>
        </p:nvSpPr>
        <p:spPr>
          <a:xfrm>
            <a:off x="4724400" y="4022313"/>
            <a:ext cx="609600" cy="4572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89A0EC17-DB3D-4DC6-8A99-0DF4ECA90005}"/>
              </a:ext>
            </a:extLst>
          </p:cNvPr>
          <p:cNvSpPr/>
          <p:nvPr/>
        </p:nvSpPr>
        <p:spPr>
          <a:xfrm>
            <a:off x="5486398" y="4022313"/>
            <a:ext cx="609600" cy="4572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ED1DB275-7AB7-9E70-76DF-6E5418D6E2C7}"/>
              </a:ext>
            </a:extLst>
          </p:cNvPr>
          <p:cNvSpPr/>
          <p:nvPr/>
        </p:nvSpPr>
        <p:spPr>
          <a:xfrm>
            <a:off x="2559270" y="4662923"/>
            <a:ext cx="609600" cy="4572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7663EA36-3293-95DA-D4B2-F0CB66CE0FAC}"/>
              </a:ext>
            </a:extLst>
          </p:cNvPr>
          <p:cNvSpPr/>
          <p:nvPr/>
        </p:nvSpPr>
        <p:spPr>
          <a:xfrm>
            <a:off x="3245070" y="4662923"/>
            <a:ext cx="609600" cy="4572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8656A0B7-1BFA-200C-2C04-A1FC5D39A1DD}"/>
              </a:ext>
            </a:extLst>
          </p:cNvPr>
          <p:cNvSpPr/>
          <p:nvPr/>
        </p:nvSpPr>
        <p:spPr>
          <a:xfrm>
            <a:off x="3930870" y="4662923"/>
            <a:ext cx="609600" cy="4572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82677DA9-0D1F-D8ED-EEB0-6671128D9C6A}"/>
              </a:ext>
            </a:extLst>
          </p:cNvPr>
          <p:cNvSpPr/>
          <p:nvPr/>
        </p:nvSpPr>
        <p:spPr>
          <a:xfrm>
            <a:off x="4692870" y="4662923"/>
            <a:ext cx="609600" cy="4572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5B2ECB49-BD38-7147-398A-8CC4F7EFDD17}"/>
              </a:ext>
            </a:extLst>
          </p:cNvPr>
          <p:cNvSpPr/>
          <p:nvPr/>
        </p:nvSpPr>
        <p:spPr>
          <a:xfrm>
            <a:off x="5454868" y="4662923"/>
            <a:ext cx="609600" cy="4572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7B65F1ED-62DB-7BC3-F1A8-A6B0F9C88208}"/>
              </a:ext>
            </a:extLst>
          </p:cNvPr>
          <p:cNvSpPr/>
          <p:nvPr/>
        </p:nvSpPr>
        <p:spPr>
          <a:xfrm>
            <a:off x="2559270" y="5360420"/>
            <a:ext cx="609600" cy="4572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C0A83733-9F28-1A97-6816-7CDD8E7518DE}"/>
              </a:ext>
            </a:extLst>
          </p:cNvPr>
          <p:cNvSpPr/>
          <p:nvPr/>
        </p:nvSpPr>
        <p:spPr>
          <a:xfrm>
            <a:off x="3245070" y="5360420"/>
            <a:ext cx="609600" cy="4572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E69AB780-F1CC-E360-D120-9FC2ACA88122}"/>
              </a:ext>
            </a:extLst>
          </p:cNvPr>
          <p:cNvSpPr/>
          <p:nvPr/>
        </p:nvSpPr>
        <p:spPr>
          <a:xfrm>
            <a:off x="3930870" y="5360420"/>
            <a:ext cx="609600" cy="4572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A32698CF-FAB5-3699-4256-E0D63947E4C3}"/>
              </a:ext>
            </a:extLst>
          </p:cNvPr>
          <p:cNvSpPr/>
          <p:nvPr/>
        </p:nvSpPr>
        <p:spPr>
          <a:xfrm>
            <a:off x="4692870" y="5360420"/>
            <a:ext cx="609600" cy="4572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A880D526-9E89-61C6-0DDE-D3BE3BDD4CA3}"/>
              </a:ext>
            </a:extLst>
          </p:cNvPr>
          <p:cNvSpPr/>
          <p:nvPr/>
        </p:nvSpPr>
        <p:spPr>
          <a:xfrm>
            <a:off x="5454868" y="5360420"/>
            <a:ext cx="609600" cy="4572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37916327"/>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663F4C-302E-91BC-700E-7D6175AB21B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250EE7-81F8-05D3-F7A8-ADA27E293667}"/>
              </a:ext>
            </a:extLst>
          </p:cNvPr>
          <p:cNvSpPr>
            <a:spLocks noGrp="1"/>
          </p:cNvSpPr>
          <p:nvPr>
            <p:ph type="title"/>
          </p:nvPr>
        </p:nvSpPr>
        <p:spPr/>
        <p:txBody>
          <a:bodyPr/>
          <a:lstStyle/>
          <a:p>
            <a:r>
              <a:rPr lang="en-US" b="1" dirty="0">
                <a:solidFill>
                  <a:schemeClr val="accent1"/>
                </a:solidFill>
                <a:latin typeface="Calisto MT"/>
              </a:rPr>
              <a:t>Problem Time</a:t>
            </a:r>
            <a:endParaRPr lang="en-US" dirty="0"/>
          </a:p>
        </p:txBody>
      </p:sp>
      <p:sp>
        <p:nvSpPr>
          <p:cNvPr id="3" name="Content Placeholder 2">
            <a:extLst>
              <a:ext uri="{FF2B5EF4-FFF2-40B4-BE49-F238E27FC236}">
                <a16:creationId xmlns:a16="http://schemas.microsoft.com/office/drawing/2014/main" id="{FCFD6D5B-B01D-E4CF-0423-B0D01403F20B}"/>
              </a:ext>
            </a:extLst>
          </p:cNvPr>
          <p:cNvSpPr>
            <a:spLocks noGrp="1"/>
          </p:cNvSpPr>
          <p:nvPr>
            <p:ph idx="1"/>
          </p:nvPr>
        </p:nvSpPr>
        <p:spPr/>
        <p:txBody>
          <a:bodyPr/>
          <a:lstStyle/>
          <a:p>
            <a:r>
              <a:rPr lang="en-US" dirty="0"/>
              <a:t>Assume the scheduler in the OS will not start a job unless there are five tape drives available. When a  job is started, five drives are assigned immediately and are not released until the job finishes. What is the maximum number of jobs that can be in progress at once? </a:t>
            </a:r>
            <a:r>
              <a:rPr lang="en-US" dirty="0">
                <a:highlight>
                  <a:srgbClr val="FFFF00"/>
                </a:highlight>
              </a:rPr>
              <a:t>What are the maximum and minimum number of tape drives that may be left idle as a result of this policy?</a:t>
            </a:r>
          </a:p>
        </p:txBody>
      </p:sp>
      <p:sp>
        <p:nvSpPr>
          <p:cNvPr id="4" name="Rectangle 3">
            <a:extLst>
              <a:ext uri="{FF2B5EF4-FFF2-40B4-BE49-F238E27FC236}">
                <a16:creationId xmlns:a16="http://schemas.microsoft.com/office/drawing/2014/main" id="{ED93C2C9-7A70-7CC1-1F88-7AEDEA34E04F}"/>
              </a:ext>
            </a:extLst>
          </p:cNvPr>
          <p:cNvSpPr/>
          <p:nvPr/>
        </p:nvSpPr>
        <p:spPr>
          <a:xfrm>
            <a:off x="2590800" y="3429000"/>
            <a:ext cx="609600" cy="4572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5D15CE6C-5BF6-8B0F-A91C-B43B1428603D}"/>
              </a:ext>
            </a:extLst>
          </p:cNvPr>
          <p:cNvSpPr/>
          <p:nvPr/>
        </p:nvSpPr>
        <p:spPr>
          <a:xfrm>
            <a:off x="3276600" y="3429000"/>
            <a:ext cx="609600" cy="4572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797F89D5-45A4-212D-8A2D-7E19DF218ECB}"/>
              </a:ext>
            </a:extLst>
          </p:cNvPr>
          <p:cNvSpPr/>
          <p:nvPr/>
        </p:nvSpPr>
        <p:spPr>
          <a:xfrm>
            <a:off x="3962400" y="3429000"/>
            <a:ext cx="609600" cy="4572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32C651AB-0776-3FA3-1A0D-712EDD6EC60E}"/>
              </a:ext>
            </a:extLst>
          </p:cNvPr>
          <p:cNvSpPr/>
          <p:nvPr/>
        </p:nvSpPr>
        <p:spPr>
          <a:xfrm>
            <a:off x="4724400" y="3429000"/>
            <a:ext cx="609600" cy="4572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4989078B-AA96-377C-EAC4-C6B09991C46E}"/>
              </a:ext>
            </a:extLst>
          </p:cNvPr>
          <p:cNvSpPr/>
          <p:nvPr/>
        </p:nvSpPr>
        <p:spPr>
          <a:xfrm>
            <a:off x="5486398" y="3429000"/>
            <a:ext cx="609600" cy="4572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CA5EF47-94C4-6BFB-612E-E4823079F301}"/>
              </a:ext>
            </a:extLst>
          </p:cNvPr>
          <p:cNvSpPr/>
          <p:nvPr/>
        </p:nvSpPr>
        <p:spPr>
          <a:xfrm>
            <a:off x="2590800" y="4022313"/>
            <a:ext cx="609600" cy="4572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A673200C-C834-7CD3-60E7-C51008D77D75}"/>
              </a:ext>
            </a:extLst>
          </p:cNvPr>
          <p:cNvSpPr/>
          <p:nvPr/>
        </p:nvSpPr>
        <p:spPr>
          <a:xfrm>
            <a:off x="3276600" y="4022313"/>
            <a:ext cx="609600" cy="4572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7A35FE2-E9C4-1617-10F4-AAD6C200F188}"/>
              </a:ext>
            </a:extLst>
          </p:cNvPr>
          <p:cNvSpPr/>
          <p:nvPr/>
        </p:nvSpPr>
        <p:spPr>
          <a:xfrm>
            <a:off x="3962400" y="4022313"/>
            <a:ext cx="609600" cy="4572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B789C151-0CF2-81D7-9C85-E2ABC9E8D99B}"/>
              </a:ext>
            </a:extLst>
          </p:cNvPr>
          <p:cNvSpPr/>
          <p:nvPr/>
        </p:nvSpPr>
        <p:spPr>
          <a:xfrm>
            <a:off x="4724400" y="4022313"/>
            <a:ext cx="609600" cy="4572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EECEE187-B3A8-BD9E-5614-7F5299AF3F8F}"/>
              </a:ext>
            </a:extLst>
          </p:cNvPr>
          <p:cNvSpPr/>
          <p:nvPr/>
        </p:nvSpPr>
        <p:spPr>
          <a:xfrm>
            <a:off x="5486398" y="4022313"/>
            <a:ext cx="609600" cy="4572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4198702D-A37B-38A5-D457-CEDAE9D332F3}"/>
              </a:ext>
            </a:extLst>
          </p:cNvPr>
          <p:cNvSpPr/>
          <p:nvPr/>
        </p:nvSpPr>
        <p:spPr>
          <a:xfrm>
            <a:off x="2559270" y="4662923"/>
            <a:ext cx="609600" cy="4572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BAB7E10D-B67C-3884-E3F6-FE18401D2084}"/>
              </a:ext>
            </a:extLst>
          </p:cNvPr>
          <p:cNvSpPr/>
          <p:nvPr/>
        </p:nvSpPr>
        <p:spPr>
          <a:xfrm>
            <a:off x="3245070" y="4662923"/>
            <a:ext cx="609600" cy="4572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CBC46687-DA65-ED88-0608-B0C43B98F243}"/>
              </a:ext>
            </a:extLst>
          </p:cNvPr>
          <p:cNvSpPr/>
          <p:nvPr/>
        </p:nvSpPr>
        <p:spPr>
          <a:xfrm>
            <a:off x="3930870" y="4662923"/>
            <a:ext cx="609600" cy="4572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A0F34B42-5486-AD41-8744-23C75D8411A5}"/>
              </a:ext>
            </a:extLst>
          </p:cNvPr>
          <p:cNvSpPr/>
          <p:nvPr/>
        </p:nvSpPr>
        <p:spPr>
          <a:xfrm>
            <a:off x="4692870" y="4662923"/>
            <a:ext cx="609600" cy="4572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F52B21FF-E0F2-0463-B2C4-E6DE4523F33B}"/>
              </a:ext>
            </a:extLst>
          </p:cNvPr>
          <p:cNvSpPr/>
          <p:nvPr/>
        </p:nvSpPr>
        <p:spPr>
          <a:xfrm>
            <a:off x="5454868" y="4662923"/>
            <a:ext cx="609600" cy="4572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55E28D21-4F9A-BC23-1DF6-8D404BABBD98}"/>
              </a:ext>
            </a:extLst>
          </p:cNvPr>
          <p:cNvSpPr/>
          <p:nvPr/>
        </p:nvSpPr>
        <p:spPr>
          <a:xfrm>
            <a:off x="2559270" y="5360420"/>
            <a:ext cx="609600" cy="4572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CADD62B0-5C07-78CA-5591-E4575D7679F3}"/>
              </a:ext>
            </a:extLst>
          </p:cNvPr>
          <p:cNvSpPr/>
          <p:nvPr/>
        </p:nvSpPr>
        <p:spPr>
          <a:xfrm>
            <a:off x="3245070" y="5360420"/>
            <a:ext cx="609600" cy="4572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B9780886-6F8B-34CB-0561-11B89F0E86E0}"/>
              </a:ext>
            </a:extLst>
          </p:cNvPr>
          <p:cNvSpPr/>
          <p:nvPr/>
        </p:nvSpPr>
        <p:spPr>
          <a:xfrm>
            <a:off x="3930870" y="5360420"/>
            <a:ext cx="609600" cy="4572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16807B3D-D656-D57B-C9BF-BC353F0B4B7F}"/>
              </a:ext>
            </a:extLst>
          </p:cNvPr>
          <p:cNvSpPr/>
          <p:nvPr/>
        </p:nvSpPr>
        <p:spPr>
          <a:xfrm>
            <a:off x="4692870" y="5360420"/>
            <a:ext cx="609600" cy="4572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6A710534-484E-BBE6-D836-3C9233053B0E}"/>
              </a:ext>
            </a:extLst>
          </p:cNvPr>
          <p:cNvSpPr/>
          <p:nvPr/>
        </p:nvSpPr>
        <p:spPr>
          <a:xfrm>
            <a:off x="5454868" y="5360420"/>
            <a:ext cx="609600" cy="4572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E371F5F9-A0BC-6C24-FA76-88326357CC83}"/>
              </a:ext>
            </a:extLst>
          </p:cNvPr>
          <p:cNvSpPr/>
          <p:nvPr/>
        </p:nvSpPr>
        <p:spPr>
          <a:xfrm>
            <a:off x="6752897" y="3429000"/>
            <a:ext cx="609600" cy="4572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8887287D-79C9-142F-431C-017E14975AFD}"/>
              </a:ext>
            </a:extLst>
          </p:cNvPr>
          <p:cNvSpPr/>
          <p:nvPr/>
        </p:nvSpPr>
        <p:spPr>
          <a:xfrm>
            <a:off x="7438697" y="3429000"/>
            <a:ext cx="609600" cy="457200"/>
          </a:xfrm>
          <a:prstGeom prst="rect">
            <a:avLst/>
          </a:prstGeom>
          <a:solidFill>
            <a:schemeClr val="accent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C00000"/>
              </a:solidFill>
              <a:highlight>
                <a:srgbClr val="800000"/>
              </a:highlight>
            </a:endParaRPr>
          </a:p>
        </p:txBody>
      </p:sp>
      <p:sp>
        <p:nvSpPr>
          <p:cNvPr id="26" name="Rectangle 25">
            <a:extLst>
              <a:ext uri="{FF2B5EF4-FFF2-40B4-BE49-F238E27FC236}">
                <a16:creationId xmlns:a16="http://schemas.microsoft.com/office/drawing/2014/main" id="{C164A26C-667E-7561-3841-E410BE34F6B3}"/>
              </a:ext>
            </a:extLst>
          </p:cNvPr>
          <p:cNvSpPr/>
          <p:nvPr/>
        </p:nvSpPr>
        <p:spPr>
          <a:xfrm>
            <a:off x="8124497" y="3429000"/>
            <a:ext cx="609600" cy="457200"/>
          </a:xfrm>
          <a:prstGeom prst="rect">
            <a:avLst/>
          </a:prstGeom>
          <a:solidFill>
            <a:schemeClr val="accent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C00000"/>
              </a:solidFill>
              <a:highlight>
                <a:srgbClr val="800000"/>
              </a:highlight>
            </a:endParaRPr>
          </a:p>
        </p:txBody>
      </p:sp>
      <p:sp>
        <p:nvSpPr>
          <p:cNvPr id="27" name="Rectangle 26">
            <a:extLst>
              <a:ext uri="{FF2B5EF4-FFF2-40B4-BE49-F238E27FC236}">
                <a16:creationId xmlns:a16="http://schemas.microsoft.com/office/drawing/2014/main" id="{53A5810A-69A1-5BC6-1F29-8C9E24DCE22C}"/>
              </a:ext>
            </a:extLst>
          </p:cNvPr>
          <p:cNvSpPr/>
          <p:nvPr/>
        </p:nvSpPr>
        <p:spPr>
          <a:xfrm>
            <a:off x="8886497" y="3429000"/>
            <a:ext cx="609600" cy="457200"/>
          </a:xfrm>
          <a:prstGeom prst="rect">
            <a:avLst/>
          </a:prstGeom>
          <a:solidFill>
            <a:schemeClr val="accent4"/>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00B050"/>
              </a:solidFill>
            </a:endParaRPr>
          </a:p>
        </p:txBody>
      </p:sp>
      <p:sp>
        <p:nvSpPr>
          <p:cNvPr id="28" name="Rectangle 27">
            <a:extLst>
              <a:ext uri="{FF2B5EF4-FFF2-40B4-BE49-F238E27FC236}">
                <a16:creationId xmlns:a16="http://schemas.microsoft.com/office/drawing/2014/main" id="{E73C6270-A75D-1524-6744-FEA64C0968BB}"/>
              </a:ext>
            </a:extLst>
          </p:cNvPr>
          <p:cNvSpPr/>
          <p:nvPr/>
        </p:nvSpPr>
        <p:spPr>
          <a:xfrm>
            <a:off x="9648495" y="3429000"/>
            <a:ext cx="609600" cy="457200"/>
          </a:xfrm>
          <a:prstGeom prst="rect">
            <a:avLst/>
          </a:prstGeom>
          <a:solidFill>
            <a:schemeClr val="accent4"/>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00B050"/>
              </a:solidFill>
            </a:endParaRPr>
          </a:p>
        </p:txBody>
      </p:sp>
      <p:sp>
        <p:nvSpPr>
          <p:cNvPr id="29" name="Rectangle 28">
            <a:extLst>
              <a:ext uri="{FF2B5EF4-FFF2-40B4-BE49-F238E27FC236}">
                <a16:creationId xmlns:a16="http://schemas.microsoft.com/office/drawing/2014/main" id="{E7CE3E57-051F-EC23-0FDD-F916D9ECC431}"/>
              </a:ext>
            </a:extLst>
          </p:cNvPr>
          <p:cNvSpPr/>
          <p:nvPr/>
        </p:nvSpPr>
        <p:spPr>
          <a:xfrm>
            <a:off x="6752897" y="4022313"/>
            <a:ext cx="609600" cy="4572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AFA6FBD8-9941-7385-39D1-B3E1DF55D345}"/>
              </a:ext>
            </a:extLst>
          </p:cNvPr>
          <p:cNvSpPr/>
          <p:nvPr/>
        </p:nvSpPr>
        <p:spPr>
          <a:xfrm>
            <a:off x="7438697" y="4022313"/>
            <a:ext cx="609600" cy="457200"/>
          </a:xfrm>
          <a:prstGeom prst="rect">
            <a:avLst/>
          </a:prstGeom>
          <a:solidFill>
            <a:schemeClr val="accent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C00000"/>
              </a:solidFill>
              <a:highlight>
                <a:srgbClr val="800000"/>
              </a:highlight>
            </a:endParaRPr>
          </a:p>
        </p:txBody>
      </p:sp>
      <p:sp>
        <p:nvSpPr>
          <p:cNvPr id="31" name="Rectangle 30">
            <a:extLst>
              <a:ext uri="{FF2B5EF4-FFF2-40B4-BE49-F238E27FC236}">
                <a16:creationId xmlns:a16="http://schemas.microsoft.com/office/drawing/2014/main" id="{A7CBE78D-F31D-F47B-2AF9-302C8A3C132D}"/>
              </a:ext>
            </a:extLst>
          </p:cNvPr>
          <p:cNvSpPr/>
          <p:nvPr/>
        </p:nvSpPr>
        <p:spPr>
          <a:xfrm>
            <a:off x="8124497" y="4022313"/>
            <a:ext cx="609600" cy="457200"/>
          </a:xfrm>
          <a:prstGeom prst="rect">
            <a:avLst/>
          </a:prstGeom>
          <a:solidFill>
            <a:schemeClr val="accent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C00000"/>
              </a:solidFill>
              <a:highlight>
                <a:srgbClr val="800000"/>
              </a:highlight>
            </a:endParaRPr>
          </a:p>
        </p:txBody>
      </p:sp>
      <p:sp>
        <p:nvSpPr>
          <p:cNvPr id="32" name="Rectangle 31">
            <a:extLst>
              <a:ext uri="{FF2B5EF4-FFF2-40B4-BE49-F238E27FC236}">
                <a16:creationId xmlns:a16="http://schemas.microsoft.com/office/drawing/2014/main" id="{26B1FCC8-3036-2DEC-01E8-D7C3D0C0A5EA}"/>
              </a:ext>
            </a:extLst>
          </p:cNvPr>
          <p:cNvSpPr/>
          <p:nvPr/>
        </p:nvSpPr>
        <p:spPr>
          <a:xfrm>
            <a:off x="8886497" y="4022313"/>
            <a:ext cx="609600" cy="457200"/>
          </a:xfrm>
          <a:prstGeom prst="rect">
            <a:avLst/>
          </a:prstGeom>
          <a:solidFill>
            <a:schemeClr val="accent4"/>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00B050"/>
              </a:solidFill>
            </a:endParaRPr>
          </a:p>
        </p:txBody>
      </p:sp>
      <p:sp>
        <p:nvSpPr>
          <p:cNvPr id="33" name="Rectangle 32">
            <a:extLst>
              <a:ext uri="{FF2B5EF4-FFF2-40B4-BE49-F238E27FC236}">
                <a16:creationId xmlns:a16="http://schemas.microsoft.com/office/drawing/2014/main" id="{AB750692-D33B-9352-E98D-8A01AC125415}"/>
              </a:ext>
            </a:extLst>
          </p:cNvPr>
          <p:cNvSpPr/>
          <p:nvPr/>
        </p:nvSpPr>
        <p:spPr>
          <a:xfrm>
            <a:off x="9648495" y="4022313"/>
            <a:ext cx="609600" cy="457200"/>
          </a:xfrm>
          <a:prstGeom prst="rect">
            <a:avLst/>
          </a:prstGeom>
          <a:solidFill>
            <a:schemeClr val="accent4"/>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00B050"/>
              </a:solidFill>
            </a:endParaRPr>
          </a:p>
        </p:txBody>
      </p:sp>
      <p:sp>
        <p:nvSpPr>
          <p:cNvPr id="34" name="Rectangle 33">
            <a:extLst>
              <a:ext uri="{FF2B5EF4-FFF2-40B4-BE49-F238E27FC236}">
                <a16:creationId xmlns:a16="http://schemas.microsoft.com/office/drawing/2014/main" id="{B042F2B2-FE45-A9A3-4AF6-3AB952B77FD1}"/>
              </a:ext>
            </a:extLst>
          </p:cNvPr>
          <p:cNvSpPr/>
          <p:nvPr/>
        </p:nvSpPr>
        <p:spPr>
          <a:xfrm>
            <a:off x="6721367" y="4662923"/>
            <a:ext cx="609600" cy="4572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45F96951-E8A3-A094-0159-21A9B1B0D730}"/>
              </a:ext>
            </a:extLst>
          </p:cNvPr>
          <p:cNvSpPr/>
          <p:nvPr/>
        </p:nvSpPr>
        <p:spPr>
          <a:xfrm>
            <a:off x="7407167" y="4662923"/>
            <a:ext cx="609600" cy="457200"/>
          </a:xfrm>
          <a:prstGeom prst="rect">
            <a:avLst/>
          </a:prstGeom>
          <a:solidFill>
            <a:schemeClr val="accent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C00000"/>
              </a:solidFill>
              <a:highlight>
                <a:srgbClr val="800000"/>
              </a:highlight>
            </a:endParaRPr>
          </a:p>
        </p:txBody>
      </p:sp>
      <p:sp>
        <p:nvSpPr>
          <p:cNvPr id="36" name="Rectangle 35">
            <a:extLst>
              <a:ext uri="{FF2B5EF4-FFF2-40B4-BE49-F238E27FC236}">
                <a16:creationId xmlns:a16="http://schemas.microsoft.com/office/drawing/2014/main" id="{AE3F892F-E7F8-BF7E-3335-2FF1881A964E}"/>
              </a:ext>
            </a:extLst>
          </p:cNvPr>
          <p:cNvSpPr/>
          <p:nvPr/>
        </p:nvSpPr>
        <p:spPr>
          <a:xfrm>
            <a:off x="8092967" y="4662923"/>
            <a:ext cx="609600" cy="457200"/>
          </a:xfrm>
          <a:prstGeom prst="rect">
            <a:avLst/>
          </a:prstGeom>
          <a:solidFill>
            <a:schemeClr val="accent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C00000"/>
              </a:solidFill>
              <a:highlight>
                <a:srgbClr val="800000"/>
              </a:highlight>
            </a:endParaRPr>
          </a:p>
        </p:txBody>
      </p:sp>
      <p:sp>
        <p:nvSpPr>
          <p:cNvPr id="37" name="Rectangle 36">
            <a:extLst>
              <a:ext uri="{FF2B5EF4-FFF2-40B4-BE49-F238E27FC236}">
                <a16:creationId xmlns:a16="http://schemas.microsoft.com/office/drawing/2014/main" id="{FFC5A166-BAD9-387E-1081-859B0711F191}"/>
              </a:ext>
            </a:extLst>
          </p:cNvPr>
          <p:cNvSpPr/>
          <p:nvPr/>
        </p:nvSpPr>
        <p:spPr>
          <a:xfrm>
            <a:off x="8854967" y="4662923"/>
            <a:ext cx="609600" cy="457200"/>
          </a:xfrm>
          <a:prstGeom prst="rect">
            <a:avLst/>
          </a:prstGeom>
          <a:solidFill>
            <a:schemeClr val="accent4"/>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00B050"/>
              </a:solidFill>
            </a:endParaRPr>
          </a:p>
        </p:txBody>
      </p:sp>
      <p:sp>
        <p:nvSpPr>
          <p:cNvPr id="38" name="Rectangle 37">
            <a:extLst>
              <a:ext uri="{FF2B5EF4-FFF2-40B4-BE49-F238E27FC236}">
                <a16:creationId xmlns:a16="http://schemas.microsoft.com/office/drawing/2014/main" id="{2C67BC0E-BD89-5118-398D-07B3626A76B1}"/>
              </a:ext>
            </a:extLst>
          </p:cNvPr>
          <p:cNvSpPr/>
          <p:nvPr/>
        </p:nvSpPr>
        <p:spPr>
          <a:xfrm>
            <a:off x="9616965" y="4662923"/>
            <a:ext cx="609600" cy="457200"/>
          </a:xfrm>
          <a:prstGeom prst="rect">
            <a:avLst/>
          </a:prstGeom>
          <a:solidFill>
            <a:schemeClr val="accent4"/>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00B050"/>
              </a:solidFill>
            </a:endParaRPr>
          </a:p>
        </p:txBody>
      </p:sp>
      <p:sp>
        <p:nvSpPr>
          <p:cNvPr id="39" name="Rectangle 38">
            <a:extLst>
              <a:ext uri="{FF2B5EF4-FFF2-40B4-BE49-F238E27FC236}">
                <a16:creationId xmlns:a16="http://schemas.microsoft.com/office/drawing/2014/main" id="{C1CA5C2D-3A6C-8AF6-8C03-DFC9680BD8AB}"/>
              </a:ext>
            </a:extLst>
          </p:cNvPr>
          <p:cNvSpPr/>
          <p:nvPr/>
        </p:nvSpPr>
        <p:spPr>
          <a:xfrm>
            <a:off x="6721367" y="5360420"/>
            <a:ext cx="609600" cy="4572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9598EF30-5074-9007-C25B-2DA163097A08}"/>
              </a:ext>
            </a:extLst>
          </p:cNvPr>
          <p:cNvSpPr/>
          <p:nvPr/>
        </p:nvSpPr>
        <p:spPr>
          <a:xfrm>
            <a:off x="7407167" y="5360420"/>
            <a:ext cx="609600" cy="457200"/>
          </a:xfrm>
          <a:prstGeom prst="rect">
            <a:avLst/>
          </a:prstGeom>
          <a:solidFill>
            <a:schemeClr val="accent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C00000"/>
              </a:solidFill>
              <a:highlight>
                <a:srgbClr val="800000"/>
              </a:highlight>
            </a:endParaRPr>
          </a:p>
        </p:txBody>
      </p:sp>
      <p:sp>
        <p:nvSpPr>
          <p:cNvPr id="41" name="Rectangle 40">
            <a:extLst>
              <a:ext uri="{FF2B5EF4-FFF2-40B4-BE49-F238E27FC236}">
                <a16:creationId xmlns:a16="http://schemas.microsoft.com/office/drawing/2014/main" id="{F3EB58E3-C63F-638D-83BD-3744DBFE99FF}"/>
              </a:ext>
            </a:extLst>
          </p:cNvPr>
          <p:cNvSpPr/>
          <p:nvPr/>
        </p:nvSpPr>
        <p:spPr>
          <a:xfrm>
            <a:off x="8092967" y="5360420"/>
            <a:ext cx="609600" cy="457200"/>
          </a:xfrm>
          <a:prstGeom prst="rect">
            <a:avLst/>
          </a:prstGeom>
          <a:solidFill>
            <a:schemeClr val="accent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C00000"/>
              </a:solidFill>
              <a:highlight>
                <a:srgbClr val="800000"/>
              </a:highlight>
            </a:endParaRPr>
          </a:p>
        </p:txBody>
      </p:sp>
      <p:sp>
        <p:nvSpPr>
          <p:cNvPr id="42" name="Rectangle 41">
            <a:extLst>
              <a:ext uri="{FF2B5EF4-FFF2-40B4-BE49-F238E27FC236}">
                <a16:creationId xmlns:a16="http://schemas.microsoft.com/office/drawing/2014/main" id="{EB397AAA-7CBB-1788-ACF0-D61C4CC40E5A}"/>
              </a:ext>
            </a:extLst>
          </p:cNvPr>
          <p:cNvSpPr/>
          <p:nvPr/>
        </p:nvSpPr>
        <p:spPr>
          <a:xfrm>
            <a:off x="8854967" y="5360420"/>
            <a:ext cx="609600" cy="457200"/>
          </a:xfrm>
          <a:prstGeom prst="rect">
            <a:avLst/>
          </a:prstGeom>
          <a:solidFill>
            <a:schemeClr val="accent4"/>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00B050"/>
              </a:solidFill>
            </a:endParaRPr>
          </a:p>
        </p:txBody>
      </p:sp>
      <p:sp>
        <p:nvSpPr>
          <p:cNvPr id="43" name="Rectangle 42">
            <a:extLst>
              <a:ext uri="{FF2B5EF4-FFF2-40B4-BE49-F238E27FC236}">
                <a16:creationId xmlns:a16="http://schemas.microsoft.com/office/drawing/2014/main" id="{72D63384-64F9-24C8-FBBC-80946E4A6D73}"/>
              </a:ext>
            </a:extLst>
          </p:cNvPr>
          <p:cNvSpPr/>
          <p:nvPr/>
        </p:nvSpPr>
        <p:spPr>
          <a:xfrm>
            <a:off x="9616965" y="5360420"/>
            <a:ext cx="609600" cy="457200"/>
          </a:xfrm>
          <a:prstGeom prst="rect">
            <a:avLst/>
          </a:prstGeom>
          <a:solidFill>
            <a:schemeClr val="accent4"/>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00B050"/>
              </a:solidFill>
            </a:endParaRPr>
          </a:p>
        </p:txBody>
      </p:sp>
    </p:spTree>
    <p:extLst>
      <p:ext uri="{BB962C8B-B14F-4D97-AF65-F5344CB8AC3E}">
        <p14:creationId xmlns:p14="http://schemas.microsoft.com/office/powerpoint/2010/main" val="3880170170"/>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984F4C-DD02-F382-601E-09DFE6C0B1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15BFDA-4013-0892-8016-C885E1D4DAFC}"/>
              </a:ext>
            </a:extLst>
          </p:cNvPr>
          <p:cNvSpPr>
            <a:spLocks noGrp="1"/>
          </p:cNvSpPr>
          <p:nvPr>
            <p:ph type="title"/>
          </p:nvPr>
        </p:nvSpPr>
        <p:spPr/>
        <p:txBody>
          <a:bodyPr/>
          <a:lstStyle/>
          <a:p>
            <a:r>
              <a:rPr lang="en-US" b="1" dirty="0">
                <a:solidFill>
                  <a:schemeClr val="accent1"/>
                </a:solidFill>
                <a:latin typeface="Calisto MT"/>
              </a:rPr>
              <a:t>Problem Time</a:t>
            </a:r>
            <a:endParaRPr lang="en-US" dirty="0"/>
          </a:p>
        </p:txBody>
      </p:sp>
      <p:sp>
        <p:nvSpPr>
          <p:cNvPr id="3" name="Content Placeholder 2">
            <a:extLst>
              <a:ext uri="{FF2B5EF4-FFF2-40B4-BE49-F238E27FC236}">
                <a16:creationId xmlns:a16="http://schemas.microsoft.com/office/drawing/2014/main" id="{4A962D4E-A652-A146-F06D-600CA76ADD74}"/>
              </a:ext>
            </a:extLst>
          </p:cNvPr>
          <p:cNvSpPr>
            <a:spLocks noGrp="1"/>
          </p:cNvSpPr>
          <p:nvPr>
            <p:ph idx="1"/>
          </p:nvPr>
        </p:nvSpPr>
        <p:spPr/>
        <p:txBody>
          <a:bodyPr/>
          <a:lstStyle/>
          <a:p>
            <a:pPr marL="0" indent="0">
              <a:buNone/>
            </a:pPr>
            <a:r>
              <a:rPr lang="en-US" b="1" dirty="0"/>
              <a:t>b)</a:t>
            </a:r>
            <a:r>
              <a:rPr lang="en-US" dirty="0"/>
              <a:t> Suggest an alternative policy to improve tape drive utilization and at the same time avoid system deadlock. What is the maximum number of jobs that can be in progress at once? What are the bounds on the number of idling tape drives?</a:t>
            </a:r>
          </a:p>
        </p:txBody>
      </p:sp>
      <p:sp>
        <p:nvSpPr>
          <p:cNvPr id="4" name="Rectangle 3">
            <a:extLst>
              <a:ext uri="{FF2B5EF4-FFF2-40B4-BE49-F238E27FC236}">
                <a16:creationId xmlns:a16="http://schemas.microsoft.com/office/drawing/2014/main" id="{56ED8D20-ADBC-6817-CD68-F2800AB2D522}"/>
              </a:ext>
            </a:extLst>
          </p:cNvPr>
          <p:cNvSpPr/>
          <p:nvPr/>
        </p:nvSpPr>
        <p:spPr>
          <a:xfrm>
            <a:off x="2590800" y="3429000"/>
            <a:ext cx="609600" cy="4572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978425F1-47DF-92B7-3D63-B851773C8657}"/>
              </a:ext>
            </a:extLst>
          </p:cNvPr>
          <p:cNvSpPr/>
          <p:nvPr/>
        </p:nvSpPr>
        <p:spPr>
          <a:xfrm>
            <a:off x="3276600" y="3429000"/>
            <a:ext cx="609600" cy="4572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BB070DD0-397C-B827-1640-E9B0F76C1F32}"/>
              </a:ext>
            </a:extLst>
          </p:cNvPr>
          <p:cNvSpPr/>
          <p:nvPr/>
        </p:nvSpPr>
        <p:spPr>
          <a:xfrm>
            <a:off x="3962400" y="3429000"/>
            <a:ext cx="609600" cy="4572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73C1A8E1-AA8C-EC38-0FD2-94849B554BA2}"/>
              </a:ext>
            </a:extLst>
          </p:cNvPr>
          <p:cNvSpPr/>
          <p:nvPr/>
        </p:nvSpPr>
        <p:spPr>
          <a:xfrm>
            <a:off x="3965029" y="5941109"/>
            <a:ext cx="609600" cy="4572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D6752677-AC47-5E9B-C242-EEBC949B00C5}"/>
              </a:ext>
            </a:extLst>
          </p:cNvPr>
          <p:cNvSpPr/>
          <p:nvPr/>
        </p:nvSpPr>
        <p:spPr>
          <a:xfrm>
            <a:off x="3993932" y="2725926"/>
            <a:ext cx="609600" cy="4572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1519938-FDEA-FE44-C908-AE75A3B1AF1F}"/>
              </a:ext>
            </a:extLst>
          </p:cNvPr>
          <p:cNvSpPr/>
          <p:nvPr/>
        </p:nvSpPr>
        <p:spPr>
          <a:xfrm>
            <a:off x="6944711" y="3318832"/>
            <a:ext cx="609600" cy="457200"/>
          </a:xfrm>
          <a:prstGeom prst="rect">
            <a:avLst/>
          </a:prstGeom>
          <a:solidFill>
            <a:schemeClr val="accent4"/>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C85C6A5-FAEC-A976-B79A-2A5E761D2377}"/>
              </a:ext>
            </a:extLst>
          </p:cNvPr>
          <p:cNvSpPr/>
          <p:nvPr/>
        </p:nvSpPr>
        <p:spPr>
          <a:xfrm>
            <a:off x="6944711" y="2725519"/>
            <a:ext cx="609600" cy="457200"/>
          </a:xfrm>
          <a:prstGeom prst="rect">
            <a:avLst/>
          </a:prstGeom>
          <a:solidFill>
            <a:schemeClr val="accent4"/>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5AC1A30C-0BB7-7E95-ADD5-A7C12F927C92}"/>
              </a:ext>
            </a:extLst>
          </p:cNvPr>
          <p:cNvSpPr/>
          <p:nvPr/>
        </p:nvSpPr>
        <p:spPr>
          <a:xfrm>
            <a:off x="3962400" y="4022313"/>
            <a:ext cx="609600" cy="4572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7BC6D99-9F6E-1655-780C-9453A8B704F2}"/>
              </a:ext>
            </a:extLst>
          </p:cNvPr>
          <p:cNvSpPr/>
          <p:nvPr/>
        </p:nvSpPr>
        <p:spPr>
          <a:xfrm>
            <a:off x="2601310" y="2725926"/>
            <a:ext cx="609600" cy="4572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4F07FDAF-0C4C-21EA-7C5D-F5E61D43A78E}"/>
              </a:ext>
            </a:extLst>
          </p:cNvPr>
          <p:cNvSpPr/>
          <p:nvPr/>
        </p:nvSpPr>
        <p:spPr>
          <a:xfrm>
            <a:off x="3297621" y="2725926"/>
            <a:ext cx="609600" cy="4572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15E48A2-DD28-459E-20C6-E6F9313E0B32}"/>
              </a:ext>
            </a:extLst>
          </p:cNvPr>
          <p:cNvSpPr/>
          <p:nvPr/>
        </p:nvSpPr>
        <p:spPr>
          <a:xfrm>
            <a:off x="2601310" y="4022313"/>
            <a:ext cx="609600" cy="4572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B7657728-6BD0-26D9-7223-125B365F651D}"/>
              </a:ext>
            </a:extLst>
          </p:cNvPr>
          <p:cNvSpPr/>
          <p:nvPr/>
        </p:nvSpPr>
        <p:spPr>
          <a:xfrm>
            <a:off x="3276600" y="4022602"/>
            <a:ext cx="609600" cy="4572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BDCBB929-8B93-C193-9016-1CA1D2E1E4B1}"/>
              </a:ext>
            </a:extLst>
          </p:cNvPr>
          <p:cNvSpPr/>
          <p:nvPr/>
        </p:nvSpPr>
        <p:spPr>
          <a:xfrm>
            <a:off x="3962400" y="4683682"/>
            <a:ext cx="609600" cy="4572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FA08FE45-9661-D8E1-6AFA-3E36A46AC3B5}"/>
              </a:ext>
            </a:extLst>
          </p:cNvPr>
          <p:cNvSpPr/>
          <p:nvPr/>
        </p:nvSpPr>
        <p:spPr>
          <a:xfrm>
            <a:off x="2590800" y="5938365"/>
            <a:ext cx="609600" cy="4572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D99A2887-1339-49BF-1594-F9328C4B8690}"/>
              </a:ext>
            </a:extLst>
          </p:cNvPr>
          <p:cNvSpPr/>
          <p:nvPr/>
        </p:nvSpPr>
        <p:spPr>
          <a:xfrm>
            <a:off x="3276600" y="5929970"/>
            <a:ext cx="609600" cy="4572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E06553B4-DA19-6584-0CC8-39714F450827}"/>
              </a:ext>
            </a:extLst>
          </p:cNvPr>
          <p:cNvSpPr/>
          <p:nvPr/>
        </p:nvSpPr>
        <p:spPr>
          <a:xfrm>
            <a:off x="2603938" y="4683682"/>
            <a:ext cx="609600" cy="4572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6149F310-C2E1-180D-BA8F-9EC44C865495}"/>
              </a:ext>
            </a:extLst>
          </p:cNvPr>
          <p:cNvSpPr/>
          <p:nvPr/>
        </p:nvSpPr>
        <p:spPr>
          <a:xfrm>
            <a:off x="3267404" y="4683682"/>
            <a:ext cx="609600" cy="4572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4D18466E-9B65-07C6-B460-0746311158D5}"/>
              </a:ext>
            </a:extLst>
          </p:cNvPr>
          <p:cNvSpPr/>
          <p:nvPr/>
        </p:nvSpPr>
        <p:spPr>
          <a:xfrm>
            <a:off x="2590800" y="5345052"/>
            <a:ext cx="609600" cy="4572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CE703AFF-946B-9EB4-170C-BF68048762EE}"/>
              </a:ext>
            </a:extLst>
          </p:cNvPr>
          <p:cNvSpPr/>
          <p:nvPr/>
        </p:nvSpPr>
        <p:spPr>
          <a:xfrm>
            <a:off x="3267404" y="5337540"/>
            <a:ext cx="609600" cy="4572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9E3090EB-AD30-94AF-6808-8902701E4F5A}"/>
              </a:ext>
            </a:extLst>
          </p:cNvPr>
          <p:cNvSpPr/>
          <p:nvPr/>
        </p:nvSpPr>
        <p:spPr>
          <a:xfrm>
            <a:off x="3962400" y="5345051"/>
            <a:ext cx="609600" cy="4572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4" name="TextBox 43">
            <a:extLst>
              <a:ext uri="{FF2B5EF4-FFF2-40B4-BE49-F238E27FC236}">
                <a16:creationId xmlns:a16="http://schemas.microsoft.com/office/drawing/2014/main" id="{ACE78C99-ECFC-A175-2E38-448C7DB4826B}"/>
              </a:ext>
            </a:extLst>
          </p:cNvPr>
          <p:cNvSpPr txBox="1"/>
          <p:nvPr/>
        </p:nvSpPr>
        <p:spPr>
          <a:xfrm>
            <a:off x="6324600" y="4343400"/>
            <a:ext cx="3377848" cy="369332"/>
          </a:xfrm>
          <a:prstGeom prst="rect">
            <a:avLst/>
          </a:prstGeom>
          <a:noFill/>
        </p:spPr>
        <p:txBody>
          <a:bodyPr wrap="none" rtlCol="0">
            <a:spAutoFit/>
          </a:bodyPr>
          <a:lstStyle/>
          <a:p>
            <a:r>
              <a:rPr lang="en-US" dirty="0"/>
              <a:t>Hold 3 and request additional 2</a:t>
            </a:r>
          </a:p>
        </p:txBody>
      </p:sp>
      <p:sp>
        <p:nvSpPr>
          <p:cNvPr id="47" name="TextBox 46">
            <a:extLst>
              <a:ext uri="{FF2B5EF4-FFF2-40B4-BE49-F238E27FC236}">
                <a16:creationId xmlns:a16="http://schemas.microsoft.com/office/drawing/2014/main" id="{C56A18EB-4550-934A-F8D8-84611EBB7BEE}"/>
              </a:ext>
            </a:extLst>
          </p:cNvPr>
          <p:cNvSpPr txBox="1"/>
          <p:nvPr/>
        </p:nvSpPr>
        <p:spPr>
          <a:xfrm>
            <a:off x="5334001" y="5411749"/>
            <a:ext cx="2697213" cy="1200329"/>
          </a:xfrm>
          <a:prstGeom prst="rect">
            <a:avLst/>
          </a:prstGeom>
          <a:noFill/>
        </p:spPr>
        <p:txBody>
          <a:bodyPr wrap="none" rtlCol="0">
            <a:spAutoFit/>
          </a:bodyPr>
          <a:lstStyle/>
          <a:p>
            <a:r>
              <a:rPr lang="en-US" b="1" dirty="0">
                <a:solidFill>
                  <a:srgbClr val="000000"/>
                </a:solidFill>
                <a:effectLst/>
                <a:latin typeface="Times New Roman" panose="02020603050405020304" pitchFamily="18" charset="0"/>
              </a:rPr>
              <a:t>max number of jobs = 6, </a:t>
            </a:r>
            <a:br>
              <a:rPr lang="en-US" b="1" dirty="0">
                <a:solidFill>
                  <a:srgbClr val="000000"/>
                </a:solidFill>
                <a:effectLst/>
                <a:latin typeface="Times New Roman" panose="02020603050405020304" pitchFamily="18" charset="0"/>
              </a:rPr>
            </a:br>
            <a:r>
              <a:rPr lang="en-US" b="1" dirty="0">
                <a:solidFill>
                  <a:srgbClr val="000000"/>
                </a:solidFill>
                <a:effectLst/>
                <a:latin typeface="Times New Roman" panose="02020603050405020304" pitchFamily="18" charset="0"/>
              </a:rPr>
              <a:t>max idle = 15</a:t>
            </a:r>
            <a:br>
              <a:rPr lang="en-US" b="1" dirty="0">
                <a:solidFill>
                  <a:srgbClr val="000000"/>
                </a:solidFill>
                <a:effectLst/>
                <a:latin typeface="Times New Roman" panose="02020603050405020304" pitchFamily="18" charset="0"/>
              </a:rPr>
            </a:br>
            <a:r>
              <a:rPr lang="en-US" b="1" dirty="0">
                <a:solidFill>
                  <a:srgbClr val="000000"/>
                </a:solidFill>
                <a:effectLst/>
                <a:latin typeface="Times New Roman" panose="02020603050405020304" pitchFamily="18" charset="0"/>
              </a:rPr>
              <a:t>min idle = 0</a:t>
            </a:r>
            <a:endParaRPr lang="en-US" dirty="0">
              <a:solidFill>
                <a:srgbClr val="000000"/>
              </a:solidFill>
              <a:effectLst/>
              <a:latin typeface="Times New Roman" panose="02020603050405020304" pitchFamily="18" charset="0"/>
            </a:endParaRPr>
          </a:p>
          <a:p>
            <a:endParaRPr lang="en-US" dirty="0"/>
          </a:p>
        </p:txBody>
      </p:sp>
    </p:spTree>
    <p:extLst>
      <p:ext uri="{BB962C8B-B14F-4D97-AF65-F5344CB8AC3E}">
        <p14:creationId xmlns:p14="http://schemas.microsoft.com/office/powerpoint/2010/main" val="978418268"/>
      </p:ext>
    </p:extLst>
  </p:cSld>
  <p:clrMapOvr>
    <a:masterClrMapping/>
  </p:clrMapOvr>
</p:sld>
</file>

<file path=ppt/theme/theme1.xml><?xml version="1.0" encoding="utf-8"?>
<a:theme xmlns:a="http://schemas.openxmlformats.org/drawingml/2006/main" name="CSCI-442">
  <a:themeElements>
    <a:clrScheme name="Codex">
      <a:dk1>
        <a:sysClr val="windowText" lastClr="000000"/>
      </a:dk1>
      <a:lt1>
        <a:sysClr val="window" lastClr="FFFFFF"/>
      </a:lt1>
      <a:dk2>
        <a:srgbClr val="59564B"/>
      </a:dk2>
      <a:lt2>
        <a:srgbClr val="DFDAC7"/>
      </a:lt2>
      <a:accent1>
        <a:srgbClr val="990000"/>
      </a:accent1>
      <a:accent2>
        <a:srgbClr val="EFAB16"/>
      </a:accent2>
      <a:accent3>
        <a:srgbClr val="78AC35"/>
      </a:accent3>
      <a:accent4>
        <a:srgbClr val="35ACA2"/>
      </a:accent4>
      <a:accent5>
        <a:srgbClr val="4083CF"/>
      </a:accent5>
      <a:accent6>
        <a:srgbClr val="0D335E"/>
      </a:accent6>
      <a:hlink>
        <a:srgbClr val="EF8E1C"/>
      </a:hlink>
      <a:folHlink>
        <a:srgbClr val="FEC60B"/>
      </a:folHlink>
    </a:clrScheme>
    <a:fontScheme name="Codex">
      <a:majorFont>
        <a:latin typeface="Calisto MT"/>
        <a:ea typeface=""/>
        <a:cs typeface=""/>
        <a:font script="Jpan" typeface="ＭＳ 明朝"/>
      </a:majorFont>
      <a:minorFont>
        <a:latin typeface="Calisto MT"/>
        <a:ea typeface=""/>
        <a:cs typeface=""/>
        <a:font script="Jpan" typeface="ＭＳ 明朝"/>
      </a:minorFont>
    </a:fontScheme>
    <a:fmtScheme name="Codex">
      <a:fillStyleLst>
        <a:solidFill>
          <a:schemeClr val="phClr"/>
        </a:solidFill>
        <a:gradFill rotWithShape="1">
          <a:gsLst>
            <a:gs pos="0">
              <a:schemeClr val="phClr">
                <a:tint val="100000"/>
                <a:shade val="60000"/>
                <a:satMod val="135000"/>
              </a:schemeClr>
            </a:gs>
            <a:gs pos="100000">
              <a:schemeClr val="phClr">
                <a:tint val="100000"/>
                <a:shade val="94000"/>
                <a:satMod val="135000"/>
              </a:schemeClr>
            </a:gs>
          </a:gsLst>
          <a:lin ang="16200000" scaled="1"/>
        </a:gradFill>
        <a:gradFill rotWithShape="1">
          <a:gsLst>
            <a:gs pos="0">
              <a:schemeClr val="phClr">
                <a:shade val="51000"/>
                <a:alpha val="90000"/>
                <a:satMod val="115000"/>
              </a:schemeClr>
            </a:gs>
            <a:gs pos="100000">
              <a:schemeClr val="phClr">
                <a:shade val="94000"/>
                <a:alpha val="90000"/>
                <a:satMod val="135000"/>
              </a:schemeClr>
            </a:gs>
          </a:gsLst>
          <a:lin ang="5400000" scaled="1"/>
        </a:gradFill>
      </a:fillStyleLst>
      <a:lnStyleLst>
        <a:ln w="15875" cap="flat" cmpd="sng" algn="ctr">
          <a:solidFill>
            <a:schemeClr val="phClr">
              <a:shade val="95000"/>
              <a:satMod val="105000"/>
            </a:schemeClr>
          </a:solidFill>
          <a:prstDash val="solid"/>
        </a:ln>
        <a:ln w="34925" cap="flat" cmpd="sng" algn="ctr">
          <a:solidFill>
            <a:schemeClr val="phClr"/>
          </a:solidFill>
          <a:prstDash val="solid"/>
        </a:ln>
        <a:ln w="34925" cap="flat" cmpd="sng" algn="ctr">
          <a:solidFill>
            <a:schemeClr val="phClr"/>
          </a:solidFill>
          <a:prstDash val="solid"/>
        </a:ln>
      </a:lnStyleLst>
      <a:effectStyleLst>
        <a:effectStyle>
          <a:effectLst/>
        </a:effectStyle>
        <a:effectStyle>
          <a:effectLst/>
        </a:effectStyle>
        <a:effectStyle>
          <a:effectLst>
            <a:outerShdw blurRad="50800" dist="12700" dir="5400000" rotWithShape="0">
              <a:srgbClr val="525252">
                <a:alpha val="85000"/>
              </a:srgbClr>
            </a:outerShdw>
          </a:effectLst>
          <a:scene3d>
            <a:camera prst="orthographicFront">
              <a:rot lat="0" lon="0" rev="0"/>
            </a:camera>
            <a:lightRig rig="sunrise" dir="t">
              <a:rot lat="0" lon="0" rev="6000000"/>
            </a:lightRig>
          </a:scene3d>
          <a:sp3d prstMaterial="matte">
            <a:bevelT w="50800" h="44450" prst="angle"/>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on5" id="{3A445A9F-F5D2-4815-B397-FEC9F695A4B5}" vid="{954635DF-A6A7-447A-92C5-7E2BC0A0AD6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0</TotalTime>
  <Words>18076</Words>
  <Application>Microsoft Office PowerPoint</Application>
  <PresentationFormat>Widescreen</PresentationFormat>
  <Paragraphs>1714</Paragraphs>
  <Slides>84</Slides>
  <Notes>78</Notes>
  <HiddenSlides>0</HiddenSlides>
  <MMClips>0</MMClips>
  <ScaleCrop>false</ScaleCrop>
  <HeadingPairs>
    <vt:vector size="4" baseType="variant">
      <vt:variant>
        <vt:lpstr>Theme</vt:lpstr>
      </vt:variant>
      <vt:variant>
        <vt:i4>1</vt:i4>
      </vt:variant>
      <vt:variant>
        <vt:lpstr>Slide Titles</vt:lpstr>
      </vt:variant>
      <vt:variant>
        <vt:i4>84</vt:i4>
      </vt:variant>
    </vt:vector>
  </HeadingPairs>
  <TitlesOfParts>
    <vt:vector size="85" baseType="lpstr">
      <vt:lpstr>CSCI-442</vt:lpstr>
      <vt:lpstr>Chapter 2 Operating System Overview</vt:lpstr>
      <vt:lpstr>Overview</vt:lpstr>
      <vt:lpstr>Operating System</vt:lpstr>
      <vt:lpstr>PowerPoint Presentation</vt:lpstr>
      <vt:lpstr>Operating System Services</vt:lpstr>
      <vt:lpstr>Key Interfaces</vt:lpstr>
      <vt:lpstr>The Role of an OS</vt:lpstr>
      <vt:lpstr>Operating System as Software</vt:lpstr>
      <vt:lpstr>PowerPoint Presentation</vt:lpstr>
      <vt:lpstr>Evolution of Operating Systems</vt:lpstr>
      <vt:lpstr>Evolution of Operating Systems</vt:lpstr>
      <vt:lpstr>Serial Processing</vt:lpstr>
      <vt:lpstr>Evolution of Operating Systems</vt:lpstr>
      <vt:lpstr>Simple Batch Systems</vt:lpstr>
      <vt:lpstr>Monitor Point of View</vt:lpstr>
      <vt:lpstr>Processor Point of View</vt:lpstr>
      <vt:lpstr>Job Control Language (JCL)</vt:lpstr>
      <vt:lpstr>Desirable Hardware Features</vt:lpstr>
      <vt:lpstr>Modes of Operation</vt:lpstr>
      <vt:lpstr>Crossing Protection Boundaries </vt:lpstr>
      <vt:lpstr>Question time</vt:lpstr>
      <vt:lpstr>Question time</vt:lpstr>
      <vt:lpstr>Kernel Mode Instructions</vt:lpstr>
      <vt:lpstr>Simple Batch Systems Overhead</vt:lpstr>
      <vt:lpstr>Single Batch Systems Underutilization</vt:lpstr>
      <vt:lpstr>Uniprogramming</vt:lpstr>
      <vt:lpstr>Evolution of Operating Systems</vt:lpstr>
      <vt:lpstr>Multiprogramming</vt:lpstr>
      <vt:lpstr>Multiprogramming</vt:lpstr>
      <vt:lpstr>Multiprogramming</vt:lpstr>
      <vt:lpstr>Multiprogramming Example</vt:lpstr>
      <vt:lpstr>PowerPoint Presentation</vt:lpstr>
      <vt:lpstr>Multiprogramming Example</vt:lpstr>
      <vt:lpstr>Effects on Resource Utilization</vt:lpstr>
      <vt:lpstr>PowerPoint Presentation</vt:lpstr>
      <vt:lpstr>Evolution of Operating Systems</vt:lpstr>
      <vt:lpstr>Time-Sharing Systems</vt:lpstr>
      <vt:lpstr>Batch Multiprogramming vs. Time Sharing</vt:lpstr>
      <vt:lpstr>Compatible Time-Sharing Systems (CTSS)</vt:lpstr>
      <vt:lpstr>PowerPoint Presentation</vt:lpstr>
      <vt:lpstr>Modern O/S</vt:lpstr>
      <vt:lpstr>Process</vt:lpstr>
      <vt:lpstr>The need for “Process”</vt:lpstr>
      <vt:lpstr>Components of a Process</vt:lpstr>
      <vt:lpstr>Process Management</vt:lpstr>
      <vt:lpstr>Memory Management</vt:lpstr>
      <vt:lpstr>Memory Management</vt:lpstr>
      <vt:lpstr>Memory Management</vt:lpstr>
      <vt:lpstr>Memory Management</vt:lpstr>
      <vt:lpstr>Memory Management</vt:lpstr>
      <vt:lpstr>Virtual Memory</vt:lpstr>
      <vt:lpstr>Paging</vt:lpstr>
      <vt:lpstr>Scheduling and Resource Management</vt:lpstr>
      <vt:lpstr>PowerPoint Presentation</vt:lpstr>
      <vt:lpstr>PowerPoint Presentation</vt:lpstr>
      <vt:lpstr>Causes of Errors</vt:lpstr>
      <vt:lpstr>Different Architectural Approaches</vt:lpstr>
      <vt:lpstr>Microkernel Architecture</vt:lpstr>
      <vt:lpstr>Microkernel Architecture</vt:lpstr>
      <vt:lpstr>OS Design</vt:lpstr>
      <vt:lpstr>Symmetric Multiprocessing (SMP)</vt:lpstr>
      <vt:lpstr>PowerPoint Presentation</vt:lpstr>
      <vt:lpstr>SMP Advantages</vt:lpstr>
      <vt:lpstr>Multithreading</vt:lpstr>
      <vt:lpstr>Grand Central Dispatch</vt:lpstr>
      <vt:lpstr>History of Linux</vt:lpstr>
      <vt:lpstr>Traditional UNIX Systems</vt:lpstr>
      <vt:lpstr>PowerPoint Presentation</vt:lpstr>
      <vt:lpstr>PowerPoint Presentation</vt:lpstr>
      <vt:lpstr>PowerPoint Presentation</vt:lpstr>
      <vt:lpstr>System V Release 4 (SVR4)</vt:lpstr>
      <vt:lpstr>BSD</vt:lpstr>
      <vt:lpstr>Solaris 10</vt:lpstr>
      <vt:lpstr>LINUX Overview</vt:lpstr>
      <vt:lpstr>Modular Monolithic Kernel</vt:lpstr>
      <vt:lpstr>PowerPoint Presentation</vt:lpstr>
      <vt:lpstr>PowerPoint Presentation</vt:lpstr>
      <vt:lpstr>Linux Signals</vt:lpstr>
      <vt:lpstr>PowerPoint Presentation</vt:lpstr>
      <vt:lpstr>PowerPoint Presentation</vt:lpstr>
      <vt:lpstr>Summary</vt:lpstr>
      <vt:lpstr>Problem Time</vt:lpstr>
      <vt:lpstr>Problem Time</vt:lpstr>
      <vt:lpstr>Problem Time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cp:lastModifiedBy/>
  <cp:revision>2</cp:revision>
  <dcterms:created xsi:type="dcterms:W3CDTF">2014-01-31T05:37:33Z</dcterms:created>
  <dcterms:modified xsi:type="dcterms:W3CDTF">2025-01-16T21:05:11Z</dcterms:modified>
</cp:coreProperties>
</file>