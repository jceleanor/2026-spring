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56" r:id="rId2"/>
    <p:sldMasterId id="2147483768" r:id="rId3"/>
  </p:sldMasterIdLst>
  <p:notesMasterIdLst>
    <p:notesMasterId r:id="rId58"/>
  </p:notesMasterIdLst>
  <p:sldIdLst>
    <p:sldId id="256" r:id="rId4"/>
    <p:sldId id="257" r:id="rId5"/>
    <p:sldId id="309" r:id="rId6"/>
    <p:sldId id="313" r:id="rId7"/>
    <p:sldId id="263" r:id="rId8"/>
    <p:sldId id="264" r:id="rId9"/>
    <p:sldId id="266" r:id="rId10"/>
    <p:sldId id="354" r:id="rId11"/>
    <p:sldId id="361" r:id="rId12"/>
    <p:sldId id="267" r:id="rId13"/>
    <p:sldId id="271" r:id="rId14"/>
    <p:sldId id="269" r:id="rId15"/>
    <p:sldId id="291" r:id="rId16"/>
    <p:sldId id="363" r:id="rId17"/>
    <p:sldId id="362" r:id="rId18"/>
    <p:sldId id="364" r:id="rId19"/>
    <p:sldId id="366" r:id="rId20"/>
    <p:sldId id="365" r:id="rId21"/>
    <p:sldId id="315" r:id="rId22"/>
    <p:sldId id="317" r:id="rId23"/>
    <p:sldId id="274" r:id="rId24"/>
    <p:sldId id="275" r:id="rId25"/>
    <p:sldId id="276" r:id="rId26"/>
    <p:sldId id="277" r:id="rId27"/>
    <p:sldId id="286" r:id="rId28"/>
    <p:sldId id="323" r:id="rId29"/>
    <p:sldId id="325" r:id="rId30"/>
    <p:sldId id="328" r:id="rId31"/>
    <p:sldId id="368" r:id="rId32"/>
    <p:sldId id="359" r:id="rId33"/>
    <p:sldId id="360" r:id="rId34"/>
    <p:sldId id="394" r:id="rId35"/>
    <p:sldId id="382" r:id="rId36"/>
    <p:sldId id="383" r:id="rId37"/>
    <p:sldId id="384" r:id="rId38"/>
    <p:sldId id="385" r:id="rId39"/>
    <p:sldId id="386" r:id="rId40"/>
    <p:sldId id="391" r:id="rId41"/>
    <p:sldId id="387" r:id="rId42"/>
    <p:sldId id="392" r:id="rId43"/>
    <p:sldId id="393" r:id="rId44"/>
    <p:sldId id="390" r:id="rId45"/>
    <p:sldId id="395" r:id="rId46"/>
    <p:sldId id="288" r:id="rId47"/>
    <p:sldId id="290" r:id="rId48"/>
    <p:sldId id="367" r:id="rId49"/>
    <p:sldId id="297" r:id="rId50"/>
    <p:sldId id="332" r:id="rId51"/>
    <p:sldId id="333" r:id="rId52"/>
    <p:sldId id="334" r:id="rId53"/>
    <p:sldId id="335" r:id="rId54"/>
    <p:sldId id="336" r:id="rId55"/>
    <p:sldId id="298" r:id="rId56"/>
    <p:sldId id="358" r:id="rId5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DFF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0E2DD0-22BD-4241-8187-4A020FAEE32B}" v="4" dt="2024-03-26T17:47:30.8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147" autoAdjust="0"/>
    <p:restoredTop sz="83262" autoAdjust="0"/>
  </p:normalViewPr>
  <p:slideViewPr>
    <p:cSldViewPr>
      <p:cViewPr varScale="1">
        <p:scale>
          <a:sx n="172" d="100"/>
          <a:sy n="172" d="100"/>
        </p:scale>
        <p:origin x="4672" y="19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microsoft.com/office/2015/10/relationships/revisionInfo" Target="revisionInfo.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g Chen" userId="d96fa5ec-4313-4be9-bcac-1adad9054fe4" providerId="ADAL" clId="{5A1EEB08-9814-2C4F-9CD6-0E18F8E04A31}"/>
    <pc:docChg chg="undo custSel addSld delSld modSld">
      <pc:chgData name="Dong Chen" userId="d96fa5ec-4313-4be9-bcac-1adad9054fe4" providerId="ADAL" clId="{5A1EEB08-9814-2C4F-9CD6-0E18F8E04A31}" dt="2022-03-17T19:41:55.941" v="122" actId="27614"/>
      <pc:docMkLst>
        <pc:docMk/>
      </pc:docMkLst>
      <pc:sldChg chg="modSp mod">
        <pc:chgData name="Dong Chen" userId="d96fa5ec-4313-4be9-bcac-1adad9054fe4" providerId="ADAL" clId="{5A1EEB08-9814-2C4F-9CD6-0E18F8E04A31}" dt="2022-03-17T19:19:11.025" v="1" actId="1036"/>
        <pc:sldMkLst>
          <pc:docMk/>
          <pc:sldMk cId="0" sldId="291"/>
        </pc:sldMkLst>
        <pc:picChg chg="mod">
          <ac:chgData name="Dong Chen" userId="d96fa5ec-4313-4be9-bcac-1adad9054fe4" providerId="ADAL" clId="{5A1EEB08-9814-2C4F-9CD6-0E18F8E04A31}" dt="2022-03-17T19:19:11.025" v="1" actId="1036"/>
          <ac:picMkLst>
            <pc:docMk/>
            <pc:sldMk cId="0" sldId="291"/>
            <ac:picMk id="3" creationId="{66AA8674-AEC9-4407-A718-A390869BD335}"/>
          </ac:picMkLst>
        </pc:picChg>
      </pc:sldChg>
      <pc:sldChg chg="modSp add mod">
        <pc:chgData name="Dong Chen" userId="d96fa5ec-4313-4be9-bcac-1adad9054fe4" providerId="ADAL" clId="{5A1EEB08-9814-2C4F-9CD6-0E18F8E04A31}" dt="2022-03-17T19:35:33.831" v="25" actId="1076"/>
        <pc:sldMkLst>
          <pc:docMk/>
          <pc:sldMk cId="0" sldId="359"/>
        </pc:sldMkLst>
        <pc:spChg chg="mod">
          <ac:chgData name="Dong Chen" userId="d96fa5ec-4313-4be9-bcac-1adad9054fe4" providerId="ADAL" clId="{5A1EEB08-9814-2C4F-9CD6-0E18F8E04A31}" dt="2022-03-17T19:35:33.831" v="25" actId="1076"/>
          <ac:spMkLst>
            <pc:docMk/>
            <pc:sldMk cId="0" sldId="359"/>
            <ac:spMk id="78850" creationId="{041D2E7E-42AC-0341-8F87-C4F38467E0C2}"/>
          </ac:spMkLst>
        </pc:spChg>
      </pc:sldChg>
      <pc:sldChg chg="modSp add mod">
        <pc:chgData name="Dong Chen" userId="d96fa5ec-4313-4be9-bcac-1adad9054fe4" providerId="ADAL" clId="{5A1EEB08-9814-2C4F-9CD6-0E18F8E04A31}" dt="2022-03-17T19:35:38.575" v="26" actId="1076"/>
        <pc:sldMkLst>
          <pc:docMk/>
          <pc:sldMk cId="0" sldId="360"/>
        </pc:sldMkLst>
        <pc:spChg chg="mod">
          <ac:chgData name="Dong Chen" userId="d96fa5ec-4313-4be9-bcac-1adad9054fe4" providerId="ADAL" clId="{5A1EEB08-9814-2C4F-9CD6-0E18F8E04A31}" dt="2022-03-17T19:35:38.575" v="26" actId="1076"/>
          <ac:spMkLst>
            <pc:docMk/>
            <pc:sldMk cId="0" sldId="360"/>
            <ac:spMk id="80898" creationId="{6ADDF207-6FE9-D548-933E-9C4BD8AE8341}"/>
          </ac:spMkLst>
        </pc:spChg>
      </pc:sldChg>
      <pc:sldChg chg="modNotes modNotesTx">
        <pc:chgData name="Dong Chen" userId="d96fa5ec-4313-4be9-bcac-1adad9054fe4" providerId="ADAL" clId="{5A1EEB08-9814-2C4F-9CD6-0E18F8E04A31}" dt="2022-03-17T19:19:50.496" v="4" actId="27636"/>
        <pc:sldMkLst>
          <pc:docMk/>
          <pc:sldMk cId="3753682123" sldId="363"/>
        </pc:sldMkLst>
      </pc:sldChg>
      <pc:sldChg chg="modSp mod">
        <pc:chgData name="Dong Chen" userId="d96fa5ec-4313-4be9-bcac-1adad9054fe4" providerId="ADAL" clId="{5A1EEB08-9814-2C4F-9CD6-0E18F8E04A31}" dt="2022-03-17T19:22:54.522" v="5" actId="1076"/>
        <pc:sldMkLst>
          <pc:docMk/>
          <pc:sldMk cId="1086387134" sldId="366"/>
        </pc:sldMkLst>
        <pc:spChg chg="mod">
          <ac:chgData name="Dong Chen" userId="d96fa5ec-4313-4be9-bcac-1adad9054fe4" providerId="ADAL" clId="{5A1EEB08-9814-2C4F-9CD6-0E18F8E04A31}" dt="2022-03-17T19:22:54.522" v="5" actId="1076"/>
          <ac:spMkLst>
            <pc:docMk/>
            <pc:sldMk cId="1086387134" sldId="366"/>
            <ac:spMk id="6" creationId="{00000000-0000-0000-0000-000000000000}"/>
          </ac:spMkLst>
        </pc:spChg>
      </pc:sldChg>
      <pc:sldChg chg="modSp add mod">
        <pc:chgData name="Dong Chen" userId="d96fa5ec-4313-4be9-bcac-1adad9054fe4" providerId="ADAL" clId="{5A1EEB08-9814-2C4F-9CD6-0E18F8E04A31}" dt="2022-03-17T19:35:28.673" v="24" actId="1076"/>
        <pc:sldMkLst>
          <pc:docMk/>
          <pc:sldMk cId="0" sldId="368"/>
        </pc:sldMkLst>
        <pc:spChg chg="mod">
          <ac:chgData name="Dong Chen" userId="d96fa5ec-4313-4be9-bcac-1adad9054fe4" providerId="ADAL" clId="{5A1EEB08-9814-2C4F-9CD6-0E18F8E04A31}" dt="2022-03-17T19:35:26.577" v="23" actId="1076"/>
          <ac:spMkLst>
            <pc:docMk/>
            <pc:sldMk cId="0" sldId="368"/>
            <ac:spMk id="76802" creationId="{BF5AE2C3-35E8-7048-A7F9-B989C2B1659F}"/>
          </ac:spMkLst>
        </pc:spChg>
        <pc:spChg chg="mod">
          <ac:chgData name="Dong Chen" userId="d96fa5ec-4313-4be9-bcac-1adad9054fe4" providerId="ADAL" clId="{5A1EEB08-9814-2C4F-9CD6-0E18F8E04A31}" dt="2022-03-17T19:35:28.673" v="24" actId="1076"/>
          <ac:spMkLst>
            <pc:docMk/>
            <pc:sldMk cId="0" sldId="368"/>
            <ac:spMk id="76803" creationId="{78A43921-E38B-F44A-A632-601F9CB72233}"/>
          </ac:spMkLst>
        </pc:spChg>
      </pc:sldChg>
      <pc:sldChg chg="modSp add del mod">
        <pc:chgData name="Dong Chen" userId="d96fa5ec-4313-4be9-bcac-1adad9054fe4" providerId="ADAL" clId="{5A1EEB08-9814-2C4F-9CD6-0E18F8E04A31}" dt="2022-03-17T19:36:38.348" v="107" actId="2696"/>
        <pc:sldMkLst>
          <pc:docMk/>
          <pc:sldMk cId="0" sldId="369"/>
        </pc:sldMkLst>
        <pc:spChg chg="mod">
          <ac:chgData name="Dong Chen" userId="d96fa5ec-4313-4be9-bcac-1adad9054fe4" providerId="ADAL" clId="{5A1EEB08-9814-2C4F-9CD6-0E18F8E04A31}" dt="2022-03-17T19:36:27.797" v="106" actId="20577"/>
          <ac:spMkLst>
            <pc:docMk/>
            <pc:sldMk cId="0" sldId="369"/>
            <ac:spMk id="82946" creationId="{E288D463-B000-A447-9C26-A3280DF8834B}"/>
          </ac:spMkLst>
        </pc:spChg>
        <pc:spChg chg="mod">
          <ac:chgData name="Dong Chen" userId="d96fa5ec-4313-4be9-bcac-1adad9054fe4" providerId="ADAL" clId="{5A1EEB08-9814-2C4F-9CD6-0E18F8E04A31}" dt="2022-03-17T19:36:12.917" v="71" actId="20577"/>
          <ac:spMkLst>
            <pc:docMk/>
            <pc:sldMk cId="0" sldId="369"/>
            <ac:spMk id="82947" creationId="{5C168199-FEFB-2144-8E90-D239C15DA609}"/>
          </ac:spMkLst>
        </pc:spChg>
      </pc:sldChg>
      <pc:sldChg chg="modSp add mod">
        <pc:chgData name="Dong Chen" userId="d96fa5ec-4313-4be9-bcac-1adad9054fe4" providerId="ADAL" clId="{5A1EEB08-9814-2C4F-9CD6-0E18F8E04A31}" dt="2022-03-17T19:35:15.623" v="19" actId="27636"/>
        <pc:sldMkLst>
          <pc:docMk/>
          <pc:sldMk cId="0" sldId="382"/>
        </pc:sldMkLst>
        <pc:spChg chg="mod">
          <ac:chgData name="Dong Chen" userId="d96fa5ec-4313-4be9-bcac-1adad9054fe4" providerId="ADAL" clId="{5A1EEB08-9814-2C4F-9CD6-0E18F8E04A31}" dt="2022-03-17T19:35:15.623" v="19" actId="27636"/>
          <ac:spMkLst>
            <pc:docMk/>
            <pc:sldMk cId="0" sldId="382"/>
            <ac:spMk id="87042" creationId="{E17A2934-1C16-4F4A-9409-19F98A64B9AD}"/>
          </ac:spMkLst>
        </pc:spChg>
      </pc:sldChg>
      <pc:sldChg chg="modSp add mod">
        <pc:chgData name="Dong Chen" userId="d96fa5ec-4313-4be9-bcac-1adad9054fe4" providerId="ADAL" clId="{5A1EEB08-9814-2C4F-9CD6-0E18F8E04A31}" dt="2022-03-17T19:35:15.671" v="20" actId="27636"/>
        <pc:sldMkLst>
          <pc:docMk/>
          <pc:sldMk cId="0" sldId="383"/>
        </pc:sldMkLst>
        <pc:spChg chg="mod">
          <ac:chgData name="Dong Chen" userId="d96fa5ec-4313-4be9-bcac-1adad9054fe4" providerId="ADAL" clId="{5A1EEB08-9814-2C4F-9CD6-0E18F8E04A31}" dt="2022-03-17T19:35:15.671" v="20" actId="27636"/>
          <ac:spMkLst>
            <pc:docMk/>
            <pc:sldMk cId="0" sldId="383"/>
            <ac:spMk id="89090" creationId="{FC7322D2-28DC-144E-8513-28D9A2053417}"/>
          </ac:spMkLst>
        </pc:spChg>
      </pc:sldChg>
      <pc:sldChg chg="modSp add mod">
        <pc:chgData name="Dong Chen" userId="d96fa5ec-4313-4be9-bcac-1adad9054fe4" providerId="ADAL" clId="{5A1EEB08-9814-2C4F-9CD6-0E18F8E04A31}" dt="2022-03-17T19:35:15.697" v="21" actId="27636"/>
        <pc:sldMkLst>
          <pc:docMk/>
          <pc:sldMk cId="0" sldId="384"/>
        </pc:sldMkLst>
        <pc:spChg chg="mod">
          <ac:chgData name="Dong Chen" userId="d96fa5ec-4313-4be9-bcac-1adad9054fe4" providerId="ADAL" clId="{5A1EEB08-9814-2C4F-9CD6-0E18F8E04A31}" dt="2022-03-17T19:35:15.697" v="21" actId="27636"/>
          <ac:spMkLst>
            <pc:docMk/>
            <pc:sldMk cId="0" sldId="384"/>
            <ac:spMk id="91138" creationId="{91E6BD91-EDFE-0640-BF1F-709EA24CBCD6}"/>
          </ac:spMkLst>
        </pc:spChg>
      </pc:sldChg>
      <pc:sldChg chg="modSp add mod">
        <pc:chgData name="Dong Chen" userId="d96fa5ec-4313-4be9-bcac-1adad9054fe4" providerId="ADAL" clId="{5A1EEB08-9814-2C4F-9CD6-0E18F8E04A31}" dt="2022-03-17T19:35:15.722" v="22" actId="27636"/>
        <pc:sldMkLst>
          <pc:docMk/>
          <pc:sldMk cId="0" sldId="385"/>
        </pc:sldMkLst>
        <pc:spChg chg="mod">
          <ac:chgData name="Dong Chen" userId="d96fa5ec-4313-4be9-bcac-1adad9054fe4" providerId="ADAL" clId="{5A1EEB08-9814-2C4F-9CD6-0E18F8E04A31}" dt="2022-03-17T19:35:15.722" v="22" actId="27636"/>
          <ac:spMkLst>
            <pc:docMk/>
            <pc:sldMk cId="0" sldId="385"/>
            <ac:spMk id="93186" creationId="{EEDFD2DE-CA6E-B645-9490-DC0B74A872EA}"/>
          </ac:spMkLst>
        </pc:spChg>
      </pc:sldChg>
      <pc:sldChg chg="modSp add mod">
        <pc:chgData name="Dong Chen" userId="d96fa5ec-4313-4be9-bcac-1adad9054fe4" providerId="ADAL" clId="{5A1EEB08-9814-2C4F-9CD6-0E18F8E04A31}" dt="2022-03-17T19:35:15.329" v="7" actId="27636"/>
        <pc:sldMkLst>
          <pc:docMk/>
          <pc:sldMk cId="0" sldId="386"/>
        </pc:sldMkLst>
        <pc:spChg chg="mod">
          <ac:chgData name="Dong Chen" userId="d96fa5ec-4313-4be9-bcac-1adad9054fe4" providerId="ADAL" clId="{5A1EEB08-9814-2C4F-9CD6-0E18F8E04A31}" dt="2022-03-17T19:35:15.329" v="7" actId="27636"/>
          <ac:spMkLst>
            <pc:docMk/>
            <pc:sldMk cId="0" sldId="386"/>
            <ac:spMk id="95234" creationId="{408D9D01-9669-E942-982C-E095C35B95FC}"/>
          </ac:spMkLst>
        </pc:spChg>
      </pc:sldChg>
      <pc:sldChg chg="modSp add mod">
        <pc:chgData name="Dong Chen" userId="d96fa5ec-4313-4be9-bcac-1adad9054fe4" providerId="ADAL" clId="{5A1EEB08-9814-2C4F-9CD6-0E18F8E04A31}" dt="2022-03-17T19:35:15.407" v="9" actId="27636"/>
        <pc:sldMkLst>
          <pc:docMk/>
          <pc:sldMk cId="0" sldId="387"/>
        </pc:sldMkLst>
        <pc:spChg chg="mod">
          <ac:chgData name="Dong Chen" userId="d96fa5ec-4313-4be9-bcac-1adad9054fe4" providerId="ADAL" clId="{5A1EEB08-9814-2C4F-9CD6-0E18F8E04A31}" dt="2022-03-17T19:35:15.407" v="9" actId="27636"/>
          <ac:spMkLst>
            <pc:docMk/>
            <pc:sldMk cId="0" sldId="387"/>
            <ac:spMk id="99330" creationId="{FCFBD1DC-B6FB-B34F-B2C3-45F04177D6C7}"/>
          </ac:spMkLst>
        </pc:spChg>
      </pc:sldChg>
      <pc:sldChg chg="modSp add mod">
        <pc:chgData name="Dong Chen" userId="d96fa5ec-4313-4be9-bcac-1adad9054fe4" providerId="ADAL" clId="{5A1EEB08-9814-2C4F-9CD6-0E18F8E04A31}" dt="2022-03-17T19:35:15.459" v="12" actId="27636"/>
        <pc:sldMkLst>
          <pc:docMk/>
          <pc:sldMk cId="0" sldId="390"/>
        </pc:sldMkLst>
        <pc:spChg chg="mod">
          <ac:chgData name="Dong Chen" userId="d96fa5ec-4313-4be9-bcac-1adad9054fe4" providerId="ADAL" clId="{5A1EEB08-9814-2C4F-9CD6-0E18F8E04A31}" dt="2022-03-17T19:35:15.459" v="12" actId="27636"/>
          <ac:spMkLst>
            <pc:docMk/>
            <pc:sldMk cId="0" sldId="390"/>
            <ac:spMk id="105474" creationId="{43691754-0D3F-474A-81A8-346F2F051B47}"/>
          </ac:spMkLst>
        </pc:spChg>
      </pc:sldChg>
      <pc:sldChg chg="modSp add mod">
        <pc:chgData name="Dong Chen" userId="d96fa5ec-4313-4be9-bcac-1adad9054fe4" providerId="ADAL" clId="{5A1EEB08-9814-2C4F-9CD6-0E18F8E04A31}" dt="2022-03-17T19:35:15.389" v="8" actId="27636"/>
        <pc:sldMkLst>
          <pc:docMk/>
          <pc:sldMk cId="0" sldId="391"/>
        </pc:sldMkLst>
        <pc:spChg chg="mod">
          <ac:chgData name="Dong Chen" userId="d96fa5ec-4313-4be9-bcac-1adad9054fe4" providerId="ADAL" clId="{5A1EEB08-9814-2C4F-9CD6-0E18F8E04A31}" dt="2022-03-17T19:35:15.389" v="8" actId="27636"/>
          <ac:spMkLst>
            <pc:docMk/>
            <pc:sldMk cId="0" sldId="391"/>
            <ac:spMk id="97282" creationId="{D4CA695B-C79E-804E-92BA-9524AC3E6C11}"/>
          </ac:spMkLst>
        </pc:spChg>
      </pc:sldChg>
      <pc:sldChg chg="modSp add mod">
        <pc:chgData name="Dong Chen" userId="d96fa5ec-4313-4be9-bcac-1adad9054fe4" providerId="ADAL" clId="{5A1EEB08-9814-2C4F-9CD6-0E18F8E04A31}" dt="2022-03-17T19:35:15.426" v="10" actId="27636"/>
        <pc:sldMkLst>
          <pc:docMk/>
          <pc:sldMk cId="0" sldId="392"/>
        </pc:sldMkLst>
        <pc:spChg chg="mod">
          <ac:chgData name="Dong Chen" userId="d96fa5ec-4313-4be9-bcac-1adad9054fe4" providerId="ADAL" clId="{5A1EEB08-9814-2C4F-9CD6-0E18F8E04A31}" dt="2022-03-17T19:35:15.426" v="10" actId="27636"/>
          <ac:spMkLst>
            <pc:docMk/>
            <pc:sldMk cId="0" sldId="392"/>
            <ac:spMk id="101378" creationId="{10F29F1B-0A52-7A4E-A910-62A4187F6D90}"/>
          </ac:spMkLst>
        </pc:spChg>
      </pc:sldChg>
      <pc:sldChg chg="modSp add mod">
        <pc:chgData name="Dong Chen" userId="d96fa5ec-4313-4be9-bcac-1adad9054fe4" providerId="ADAL" clId="{5A1EEB08-9814-2C4F-9CD6-0E18F8E04A31}" dt="2022-03-17T19:35:15.443" v="11" actId="27636"/>
        <pc:sldMkLst>
          <pc:docMk/>
          <pc:sldMk cId="0" sldId="393"/>
        </pc:sldMkLst>
        <pc:spChg chg="mod">
          <ac:chgData name="Dong Chen" userId="d96fa5ec-4313-4be9-bcac-1adad9054fe4" providerId="ADAL" clId="{5A1EEB08-9814-2C4F-9CD6-0E18F8E04A31}" dt="2022-03-17T19:35:15.443" v="11" actId="27636"/>
          <ac:spMkLst>
            <pc:docMk/>
            <pc:sldMk cId="0" sldId="393"/>
            <ac:spMk id="103426" creationId="{0D3011DB-9D00-FB43-94C9-BD97BF463D90}"/>
          </ac:spMkLst>
        </pc:spChg>
      </pc:sldChg>
      <pc:sldChg chg="modSp add mod">
        <pc:chgData name="Dong Chen" userId="d96fa5ec-4313-4be9-bcac-1adad9054fe4" providerId="ADAL" clId="{5A1EEB08-9814-2C4F-9CD6-0E18F8E04A31}" dt="2022-03-17T19:36:43.300" v="108" actId="1076"/>
        <pc:sldMkLst>
          <pc:docMk/>
          <pc:sldMk cId="0" sldId="394"/>
        </pc:sldMkLst>
        <pc:spChg chg="mod">
          <ac:chgData name="Dong Chen" userId="d96fa5ec-4313-4be9-bcac-1adad9054fe4" providerId="ADAL" clId="{5A1EEB08-9814-2C4F-9CD6-0E18F8E04A31}" dt="2022-03-17T19:36:43.300" v="108" actId="1076"/>
          <ac:spMkLst>
            <pc:docMk/>
            <pc:sldMk cId="0" sldId="394"/>
            <ac:spMk id="84994" creationId="{C07EA893-3CCB-2E4A-8690-04A254CA1958}"/>
          </ac:spMkLst>
        </pc:spChg>
      </pc:sldChg>
      <pc:sldChg chg="modSp add mod">
        <pc:chgData name="Dong Chen" userId="d96fa5ec-4313-4be9-bcac-1adad9054fe4" providerId="ADAL" clId="{5A1EEB08-9814-2C4F-9CD6-0E18F8E04A31}" dt="2022-03-17T19:37:04.958" v="118" actId="113"/>
        <pc:sldMkLst>
          <pc:docMk/>
          <pc:sldMk cId="0" sldId="395"/>
        </pc:sldMkLst>
        <pc:spChg chg="mod">
          <ac:chgData name="Dong Chen" userId="d96fa5ec-4313-4be9-bcac-1adad9054fe4" providerId="ADAL" clId="{5A1EEB08-9814-2C4F-9CD6-0E18F8E04A31}" dt="2022-03-17T19:37:04.958" v="118" actId="113"/>
          <ac:spMkLst>
            <pc:docMk/>
            <pc:sldMk cId="0" sldId="395"/>
            <ac:spMk id="107522" creationId="{70B7FF43-5C22-0E43-ADD3-21429CE14FE3}"/>
          </ac:spMkLst>
        </pc:spChg>
      </pc:sldChg>
      <pc:sldChg chg="addSp modSp new mod modClrScheme chgLayout">
        <pc:chgData name="Dong Chen" userId="d96fa5ec-4313-4be9-bcac-1adad9054fe4" providerId="ADAL" clId="{5A1EEB08-9814-2C4F-9CD6-0E18F8E04A31}" dt="2022-03-17T19:41:55.941" v="122" actId="27614"/>
        <pc:sldMkLst>
          <pc:docMk/>
          <pc:sldMk cId="3116166138" sldId="396"/>
        </pc:sldMkLst>
        <pc:spChg chg="add mod">
          <ac:chgData name="Dong Chen" userId="d96fa5ec-4313-4be9-bcac-1adad9054fe4" providerId="ADAL" clId="{5A1EEB08-9814-2C4F-9CD6-0E18F8E04A31}" dt="2022-03-17T19:41:52.036" v="121" actId="26606"/>
          <ac:spMkLst>
            <pc:docMk/>
            <pc:sldMk cId="3116166138" sldId="396"/>
            <ac:spMk id="7" creationId="{CE77378B-5B94-3ED5-3640-90EC50FFE4A8}"/>
          </ac:spMkLst>
        </pc:spChg>
        <pc:picChg chg="add mod">
          <ac:chgData name="Dong Chen" userId="d96fa5ec-4313-4be9-bcac-1adad9054fe4" providerId="ADAL" clId="{5A1EEB08-9814-2C4F-9CD6-0E18F8E04A31}" dt="2022-03-17T19:41:55.941" v="122" actId="27614"/>
          <ac:picMkLst>
            <pc:docMk/>
            <pc:sldMk cId="3116166138" sldId="396"/>
            <ac:picMk id="2" creationId="{DF561E6E-F0C6-8348-AC79-6DC0A6F4E8B1}"/>
          </ac:picMkLst>
        </pc:picChg>
      </pc:sldChg>
    </pc:docChg>
  </pc:docChgLst>
  <pc:docChgLst>
    <pc:chgData name="Dong Chen" userId="d96fa5ec-4313-4be9-bcac-1adad9054fe4" providerId="ADAL" clId="{3C0E2DD0-22BD-4241-8187-4A020FAEE32B}"/>
    <pc:docChg chg="undo custSel delSld modSld">
      <pc:chgData name="Dong Chen" userId="d96fa5ec-4313-4be9-bcac-1adad9054fe4" providerId="ADAL" clId="{3C0E2DD0-22BD-4241-8187-4A020FAEE32B}" dt="2024-03-26T17:47:40.186" v="33" actId="1076"/>
      <pc:docMkLst>
        <pc:docMk/>
      </pc:docMkLst>
      <pc:sldChg chg="del">
        <pc:chgData name="Dong Chen" userId="d96fa5ec-4313-4be9-bcac-1adad9054fe4" providerId="ADAL" clId="{3C0E2DD0-22BD-4241-8187-4A020FAEE32B}" dt="2024-03-12T18:07:08.037" v="0" actId="2696"/>
        <pc:sldMkLst>
          <pc:docMk/>
          <pc:sldMk cId="0" sldId="259"/>
        </pc:sldMkLst>
      </pc:sldChg>
      <pc:sldChg chg="del">
        <pc:chgData name="Dong Chen" userId="d96fa5ec-4313-4be9-bcac-1adad9054fe4" providerId="ADAL" clId="{3C0E2DD0-22BD-4241-8187-4A020FAEE32B}" dt="2024-03-12T18:07:08.634" v="1" actId="2696"/>
        <pc:sldMkLst>
          <pc:docMk/>
          <pc:sldMk cId="0" sldId="260"/>
        </pc:sldMkLst>
      </pc:sldChg>
      <pc:sldChg chg="addSp modSp mod">
        <pc:chgData name="Dong Chen" userId="d96fa5ec-4313-4be9-bcac-1adad9054fe4" providerId="ADAL" clId="{3C0E2DD0-22BD-4241-8187-4A020FAEE32B}" dt="2024-03-12T18:12:26.727" v="18" actId="1076"/>
        <pc:sldMkLst>
          <pc:docMk/>
          <pc:sldMk cId="0" sldId="271"/>
        </pc:sldMkLst>
        <pc:spChg chg="add mod">
          <ac:chgData name="Dong Chen" userId="d96fa5ec-4313-4be9-bcac-1adad9054fe4" providerId="ADAL" clId="{3C0E2DD0-22BD-4241-8187-4A020FAEE32B}" dt="2024-03-12T18:12:22.791" v="16" actId="767"/>
          <ac:spMkLst>
            <pc:docMk/>
            <pc:sldMk cId="0" sldId="271"/>
            <ac:spMk id="3" creationId="{96CF705A-51C0-C5DF-0CCD-19E160BD5079}"/>
          </ac:spMkLst>
        </pc:spChg>
        <pc:picChg chg="add mod modCrop">
          <ac:chgData name="Dong Chen" userId="d96fa5ec-4313-4be9-bcac-1adad9054fe4" providerId="ADAL" clId="{3C0E2DD0-22BD-4241-8187-4A020FAEE32B}" dt="2024-03-12T18:12:26.727" v="18" actId="1076"/>
          <ac:picMkLst>
            <pc:docMk/>
            <pc:sldMk cId="0" sldId="271"/>
            <ac:picMk id="2" creationId="{BB2858CC-CDEB-681B-0890-BCA0D260DC05}"/>
          </ac:picMkLst>
        </pc:picChg>
        <pc:picChg chg="mod">
          <ac:chgData name="Dong Chen" userId="d96fa5ec-4313-4be9-bcac-1adad9054fe4" providerId="ADAL" clId="{3C0E2DD0-22BD-4241-8187-4A020FAEE32B}" dt="2024-03-12T18:11:55.599" v="11" actId="14100"/>
          <ac:picMkLst>
            <pc:docMk/>
            <pc:sldMk cId="0" sldId="271"/>
            <ac:picMk id="4" creationId="{00000000-0000-0000-0000-000000000000}"/>
          </ac:picMkLst>
        </pc:picChg>
      </pc:sldChg>
      <pc:sldChg chg="modSp mod">
        <pc:chgData name="Dong Chen" userId="d96fa5ec-4313-4be9-bcac-1adad9054fe4" providerId="ADAL" clId="{3C0E2DD0-22BD-4241-8187-4A020FAEE32B}" dt="2024-03-26T17:41:00.844" v="21" actId="13926"/>
        <pc:sldMkLst>
          <pc:docMk/>
          <pc:sldMk cId="571886875" sldId="364"/>
        </pc:sldMkLst>
        <pc:spChg chg="mod">
          <ac:chgData name="Dong Chen" userId="d96fa5ec-4313-4be9-bcac-1adad9054fe4" providerId="ADAL" clId="{3C0E2DD0-22BD-4241-8187-4A020FAEE32B}" dt="2024-03-26T17:41:00.844" v="21" actId="13926"/>
          <ac:spMkLst>
            <pc:docMk/>
            <pc:sldMk cId="571886875" sldId="364"/>
            <ac:spMk id="6" creationId="{00000000-0000-0000-0000-000000000000}"/>
          </ac:spMkLst>
        </pc:spChg>
      </pc:sldChg>
      <pc:sldChg chg="modSp mod">
        <pc:chgData name="Dong Chen" userId="d96fa5ec-4313-4be9-bcac-1adad9054fe4" providerId="ADAL" clId="{3C0E2DD0-22BD-4241-8187-4A020FAEE32B}" dt="2024-03-26T17:42:53.242" v="23" actId="13926"/>
        <pc:sldMkLst>
          <pc:docMk/>
          <pc:sldMk cId="1086387134" sldId="366"/>
        </pc:sldMkLst>
        <pc:spChg chg="mod">
          <ac:chgData name="Dong Chen" userId="d96fa5ec-4313-4be9-bcac-1adad9054fe4" providerId="ADAL" clId="{3C0E2DD0-22BD-4241-8187-4A020FAEE32B}" dt="2024-03-26T17:42:53.242" v="23" actId="13926"/>
          <ac:spMkLst>
            <pc:docMk/>
            <pc:sldMk cId="1086387134" sldId="366"/>
            <ac:spMk id="6" creationId="{00000000-0000-0000-0000-000000000000}"/>
          </ac:spMkLst>
        </pc:spChg>
      </pc:sldChg>
      <pc:sldChg chg="addSp modSp mod">
        <pc:chgData name="Dong Chen" userId="d96fa5ec-4313-4be9-bcac-1adad9054fe4" providerId="ADAL" clId="{3C0E2DD0-22BD-4241-8187-4A020FAEE32B}" dt="2024-03-26T17:47:40.186" v="33" actId="1076"/>
        <pc:sldMkLst>
          <pc:docMk/>
          <pc:sldMk cId="0" sldId="394"/>
        </pc:sldMkLst>
        <pc:spChg chg="add mod">
          <ac:chgData name="Dong Chen" userId="d96fa5ec-4313-4be9-bcac-1adad9054fe4" providerId="ADAL" clId="{3C0E2DD0-22BD-4241-8187-4A020FAEE32B}" dt="2024-03-26T17:46:55.582" v="29" actId="692"/>
          <ac:spMkLst>
            <pc:docMk/>
            <pc:sldMk cId="0" sldId="394"/>
            <ac:spMk id="2" creationId="{1A7ACD58-7FBD-CFAE-DD18-E6C865455F29}"/>
          </ac:spMkLst>
        </pc:spChg>
        <pc:spChg chg="add mod">
          <ac:chgData name="Dong Chen" userId="d96fa5ec-4313-4be9-bcac-1adad9054fe4" providerId="ADAL" clId="{3C0E2DD0-22BD-4241-8187-4A020FAEE32B}" dt="2024-03-26T17:47:40.186" v="33" actId="1076"/>
          <ac:spMkLst>
            <pc:docMk/>
            <pc:sldMk cId="0" sldId="394"/>
            <ac:spMk id="3" creationId="{B8FA277F-E6DD-2AF0-DE04-472C162412E5}"/>
          </ac:spMkLst>
        </pc:spChg>
      </pc:sldChg>
      <pc:sldChg chg="del">
        <pc:chgData name="Dong Chen" userId="d96fa5ec-4313-4be9-bcac-1adad9054fe4" providerId="ADAL" clId="{3C0E2DD0-22BD-4241-8187-4A020FAEE32B}" dt="2024-03-26T17:38:43.496" v="19" actId="2696"/>
        <pc:sldMkLst>
          <pc:docMk/>
          <pc:sldMk cId="3116166138" sldId="39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069595-C8F8-C542-AA06-04537D63260B}"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26383733-9C83-2F4E-AA73-9102FEACE73A}">
      <dgm:prSet phldrT="[Text]" custT="1"/>
      <dgm:spPr>
        <a:solidFill>
          <a:schemeClr val="accent1">
            <a:lumMod val="75000"/>
          </a:schemeClr>
        </a:solidFill>
      </dgm:spPr>
      <dgm:t>
        <a:bodyPr/>
        <a:lstStyle/>
        <a:p>
          <a:r>
            <a:rPr lang="en-NZ" sz="2000" b="1" dirty="0"/>
            <a:t>Reusable</a:t>
          </a:r>
          <a:endParaRPr lang="en-US" sz="2000" b="1" dirty="0"/>
        </a:p>
      </dgm:t>
    </dgm:pt>
    <dgm:pt modelId="{B8E0DD79-8102-5B47-8E3C-C29A96295326}" type="parTrans" cxnId="{1F8CBAE7-5E4D-B746-A15B-28BCC9F64965}">
      <dgm:prSet/>
      <dgm:spPr/>
      <dgm:t>
        <a:bodyPr/>
        <a:lstStyle/>
        <a:p>
          <a:endParaRPr lang="en-US"/>
        </a:p>
      </dgm:t>
    </dgm:pt>
    <dgm:pt modelId="{606FA574-F26B-524F-8E65-05056BD13BBA}" type="sibTrans" cxnId="{1F8CBAE7-5E4D-B746-A15B-28BCC9F64965}">
      <dgm:prSet/>
      <dgm:spPr>
        <a:solidFill>
          <a:schemeClr val="bg1"/>
        </a:solidFill>
        <a:ln>
          <a:solidFill>
            <a:schemeClr val="accent1">
              <a:lumMod val="60000"/>
              <a:lumOff val="40000"/>
            </a:schemeClr>
          </a:solidFill>
        </a:ln>
      </dgm:spPr>
      <dgm:t>
        <a:bodyPr/>
        <a:lstStyle/>
        <a:p>
          <a:endParaRPr lang="en-US"/>
        </a:p>
      </dgm:t>
    </dgm:pt>
    <dgm:pt modelId="{F794A6D0-159F-1648-B732-77E25AB56B54}">
      <dgm:prSet custT="1"/>
      <dgm:spPr>
        <a:solidFill>
          <a:schemeClr val="accent1">
            <a:lumMod val="75000"/>
          </a:schemeClr>
        </a:solidFill>
      </dgm:spPr>
      <dgm:t>
        <a:bodyPr/>
        <a:lstStyle/>
        <a:p>
          <a:r>
            <a:rPr lang="en-NZ" sz="1600" dirty="0"/>
            <a:t>can be safely used by only one process at a time and is not depleted by that use</a:t>
          </a:r>
        </a:p>
      </dgm:t>
    </dgm:pt>
    <dgm:pt modelId="{632F1CE8-9F3F-FB47-A51E-39E4B4D3E3A2}" type="parTrans" cxnId="{0D811623-65F9-C049-9216-9DC1EE4A95DB}">
      <dgm:prSet/>
      <dgm:spPr/>
      <dgm:t>
        <a:bodyPr/>
        <a:lstStyle/>
        <a:p>
          <a:endParaRPr lang="en-US"/>
        </a:p>
      </dgm:t>
    </dgm:pt>
    <dgm:pt modelId="{F12C7981-B93A-D34C-8B5B-6776E7049310}" type="sibTrans" cxnId="{0D811623-65F9-C049-9216-9DC1EE4A95DB}">
      <dgm:prSet/>
      <dgm:spPr/>
      <dgm:t>
        <a:bodyPr/>
        <a:lstStyle/>
        <a:p>
          <a:endParaRPr lang="en-US"/>
        </a:p>
      </dgm:t>
    </dgm:pt>
    <dgm:pt modelId="{9A7E617A-4BED-144C-BA37-F797C39B70C8}">
      <dgm:prSet custT="1"/>
      <dgm:spPr>
        <a:solidFill>
          <a:schemeClr val="accent1">
            <a:lumMod val="75000"/>
          </a:schemeClr>
        </a:solidFill>
      </dgm:spPr>
      <dgm:t>
        <a:bodyPr/>
        <a:lstStyle/>
        <a:p>
          <a:r>
            <a:rPr lang="en-US" sz="1600" dirty="0"/>
            <a:t>processors, I/O channels, main and secondary memory, devices, and data structures such as files, databases, and semaphores</a:t>
          </a:r>
        </a:p>
      </dgm:t>
    </dgm:pt>
    <dgm:pt modelId="{6D12ECF2-14C3-6F42-8F5E-3F542083975C}" type="parTrans" cxnId="{F363C5CC-A31A-9748-8E8E-7542E9A8084E}">
      <dgm:prSet/>
      <dgm:spPr/>
      <dgm:t>
        <a:bodyPr/>
        <a:lstStyle/>
        <a:p>
          <a:endParaRPr lang="en-US"/>
        </a:p>
      </dgm:t>
    </dgm:pt>
    <dgm:pt modelId="{F87F6F7F-14F0-EA4D-A74B-2CC1D24459A3}" type="sibTrans" cxnId="{F363C5CC-A31A-9748-8E8E-7542E9A8084E}">
      <dgm:prSet/>
      <dgm:spPr/>
      <dgm:t>
        <a:bodyPr/>
        <a:lstStyle/>
        <a:p>
          <a:endParaRPr lang="en-US"/>
        </a:p>
      </dgm:t>
    </dgm:pt>
    <dgm:pt modelId="{191AB62D-7613-ED44-BF21-05A480174B7A}">
      <dgm:prSet custT="1"/>
      <dgm:spPr>
        <a:solidFill>
          <a:schemeClr val="accent1">
            <a:lumMod val="75000"/>
          </a:schemeClr>
        </a:solidFill>
      </dgm:spPr>
      <dgm:t>
        <a:bodyPr/>
        <a:lstStyle/>
        <a:p>
          <a:r>
            <a:rPr lang="en-NZ" sz="2000" b="1" dirty="0"/>
            <a:t>Consumable</a:t>
          </a:r>
        </a:p>
      </dgm:t>
    </dgm:pt>
    <dgm:pt modelId="{2C2ADAE6-8AD9-3743-9FB8-ED574BAF6CAD}" type="parTrans" cxnId="{18773EE1-44B8-574F-B98C-3015C0727EFC}">
      <dgm:prSet/>
      <dgm:spPr/>
      <dgm:t>
        <a:bodyPr/>
        <a:lstStyle/>
        <a:p>
          <a:endParaRPr lang="en-US"/>
        </a:p>
      </dgm:t>
    </dgm:pt>
    <dgm:pt modelId="{7C98AAE8-A720-8640-80AC-8219FBEE20FB}" type="sibTrans" cxnId="{18773EE1-44B8-574F-B98C-3015C0727EFC}">
      <dgm:prSet/>
      <dgm:spPr/>
      <dgm:t>
        <a:bodyPr/>
        <a:lstStyle/>
        <a:p>
          <a:endParaRPr lang="en-US"/>
        </a:p>
      </dgm:t>
    </dgm:pt>
    <dgm:pt modelId="{EA30BBB8-30F3-504E-8E0A-4089A7235F4B}">
      <dgm:prSet custT="1"/>
      <dgm:spPr>
        <a:solidFill>
          <a:schemeClr val="accent1">
            <a:lumMod val="75000"/>
          </a:schemeClr>
        </a:solidFill>
      </dgm:spPr>
      <dgm:t>
        <a:bodyPr/>
        <a:lstStyle/>
        <a:p>
          <a:r>
            <a:rPr lang="en-NZ" sz="1600" dirty="0"/>
            <a:t>one that can be created (produced) and destroyed (consumed)</a:t>
          </a:r>
        </a:p>
      </dgm:t>
    </dgm:pt>
    <dgm:pt modelId="{5E434350-189C-B54F-A946-E8F5E0AD6E11}" type="parTrans" cxnId="{9A42656D-52CD-2F4F-9627-AC09C70BC8E1}">
      <dgm:prSet/>
      <dgm:spPr/>
      <dgm:t>
        <a:bodyPr/>
        <a:lstStyle/>
        <a:p>
          <a:endParaRPr lang="en-US"/>
        </a:p>
      </dgm:t>
    </dgm:pt>
    <dgm:pt modelId="{C1FF72E8-3B30-964C-91A9-95CD5181E4FA}" type="sibTrans" cxnId="{9A42656D-52CD-2F4F-9627-AC09C70BC8E1}">
      <dgm:prSet/>
      <dgm:spPr/>
      <dgm:t>
        <a:bodyPr/>
        <a:lstStyle/>
        <a:p>
          <a:endParaRPr lang="en-US"/>
        </a:p>
      </dgm:t>
    </dgm:pt>
    <dgm:pt modelId="{80314524-DF9D-D142-BDDF-43D86B545F73}">
      <dgm:prSet custT="1"/>
      <dgm:spPr>
        <a:solidFill>
          <a:schemeClr val="accent1">
            <a:lumMod val="75000"/>
          </a:schemeClr>
        </a:solidFill>
      </dgm:spPr>
      <dgm:t>
        <a:bodyPr/>
        <a:lstStyle/>
        <a:p>
          <a:r>
            <a:rPr lang="en-US" sz="1600" dirty="0"/>
            <a:t>interrupts, signals, messages, and information</a:t>
          </a:r>
        </a:p>
      </dgm:t>
    </dgm:pt>
    <dgm:pt modelId="{5127AD05-47D3-F542-824B-EAD759E83F28}" type="parTrans" cxnId="{C111ED75-0A8E-2644-A617-C5075307D75F}">
      <dgm:prSet/>
      <dgm:spPr/>
      <dgm:t>
        <a:bodyPr/>
        <a:lstStyle/>
        <a:p>
          <a:endParaRPr lang="en-US"/>
        </a:p>
      </dgm:t>
    </dgm:pt>
    <dgm:pt modelId="{0A349A34-73D3-4A4D-8FC2-0EAF13B7C801}" type="sibTrans" cxnId="{C111ED75-0A8E-2644-A617-C5075307D75F}">
      <dgm:prSet/>
      <dgm:spPr/>
      <dgm:t>
        <a:bodyPr/>
        <a:lstStyle/>
        <a:p>
          <a:endParaRPr lang="en-US"/>
        </a:p>
      </dgm:t>
    </dgm:pt>
    <dgm:pt modelId="{F47FF2D5-1397-ED4B-9E14-2EDE603F5B0A}">
      <dgm:prSet custT="1"/>
      <dgm:spPr>
        <a:solidFill>
          <a:schemeClr val="accent1">
            <a:lumMod val="75000"/>
          </a:schemeClr>
        </a:solidFill>
      </dgm:spPr>
      <dgm:t>
        <a:bodyPr/>
        <a:lstStyle/>
        <a:p>
          <a:r>
            <a:rPr lang="en-US" sz="1600" dirty="0"/>
            <a:t>in I/O buffers</a:t>
          </a:r>
          <a:endParaRPr lang="en-NZ" sz="1600" dirty="0"/>
        </a:p>
      </dgm:t>
    </dgm:pt>
    <dgm:pt modelId="{6383B989-E7CD-F649-90C7-862B43FBE5DE}" type="parTrans" cxnId="{FE09AAAF-D065-CD49-A885-078B72DEE0D8}">
      <dgm:prSet/>
      <dgm:spPr/>
      <dgm:t>
        <a:bodyPr/>
        <a:lstStyle/>
        <a:p>
          <a:endParaRPr lang="en-US"/>
        </a:p>
      </dgm:t>
    </dgm:pt>
    <dgm:pt modelId="{34F57EC8-58D5-F349-A172-317749435838}" type="sibTrans" cxnId="{FE09AAAF-D065-CD49-A885-078B72DEE0D8}">
      <dgm:prSet/>
      <dgm:spPr/>
      <dgm:t>
        <a:bodyPr/>
        <a:lstStyle/>
        <a:p>
          <a:endParaRPr lang="en-US"/>
        </a:p>
      </dgm:t>
    </dgm:pt>
    <dgm:pt modelId="{4EC26E6F-C52F-CE42-A8F6-CF14E3CA6C52}" type="pres">
      <dgm:prSet presAssocID="{4B069595-C8F8-C542-AA06-04537D63260B}" presName="outerComposite" presStyleCnt="0">
        <dgm:presLayoutVars>
          <dgm:chMax val="5"/>
          <dgm:dir/>
          <dgm:resizeHandles val="exact"/>
        </dgm:presLayoutVars>
      </dgm:prSet>
      <dgm:spPr/>
    </dgm:pt>
    <dgm:pt modelId="{D4B683C6-9581-CC48-B17B-FE198341F943}" type="pres">
      <dgm:prSet presAssocID="{4B069595-C8F8-C542-AA06-04537D63260B}" presName="dummyMaxCanvas" presStyleCnt="0">
        <dgm:presLayoutVars/>
      </dgm:prSet>
      <dgm:spPr/>
    </dgm:pt>
    <dgm:pt modelId="{C7F5FE58-0E4F-1448-8B6D-1E52F620776C}" type="pres">
      <dgm:prSet presAssocID="{4B069595-C8F8-C542-AA06-04537D63260B}" presName="TwoNodes_1" presStyleLbl="node1" presStyleIdx="0" presStyleCnt="2">
        <dgm:presLayoutVars>
          <dgm:bulletEnabled val="1"/>
        </dgm:presLayoutVars>
      </dgm:prSet>
      <dgm:spPr/>
    </dgm:pt>
    <dgm:pt modelId="{FBCB8F57-C548-1C43-A637-8BC0E0917159}" type="pres">
      <dgm:prSet presAssocID="{4B069595-C8F8-C542-AA06-04537D63260B}" presName="TwoNodes_2" presStyleLbl="node1" presStyleIdx="1" presStyleCnt="2">
        <dgm:presLayoutVars>
          <dgm:bulletEnabled val="1"/>
        </dgm:presLayoutVars>
      </dgm:prSet>
      <dgm:spPr/>
    </dgm:pt>
    <dgm:pt modelId="{22B4735D-FDE9-0F4D-8517-6404F300167D}" type="pres">
      <dgm:prSet presAssocID="{4B069595-C8F8-C542-AA06-04537D63260B}" presName="TwoConn_1-2" presStyleLbl="fgAccFollowNode1" presStyleIdx="0" presStyleCnt="1" custScaleX="98854" custScaleY="89767">
        <dgm:presLayoutVars>
          <dgm:bulletEnabled val="1"/>
        </dgm:presLayoutVars>
      </dgm:prSet>
      <dgm:spPr/>
    </dgm:pt>
    <dgm:pt modelId="{A26B9EBC-74D7-2A48-BA22-9588CC88354C}" type="pres">
      <dgm:prSet presAssocID="{4B069595-C8F8-C542-AA06-04537D63260B}" presName="TwoNodes_1_text" presStyleLbl="node1" presStyleIdx="1" presStyleCnt="2">
        <dgm:presLayoutVars>
          <dgm:bulletEnabled val="1"/>
        </dgm:presLayoutVars>
      </dgm:prSet>
      <dgm:spPr/>
    </dgm:pt>
    <dgm:pt modelId="{D6DE09C8-9119-B147-8885-52885619EE92}" type="pres">
      <dgm:prSet presAssocID="{4B069595-C8F8-C542-AA06-04537D63260B}" presName="TwoNodes_2_text" presStyleLbl="node1" presStyleIdx="1" presStyleCnt="2">
        <dgm:presLayoutVars>
          <dgm:bulletEnabled val="1"/>
        </dgm:presLayoutVars>
      </dgm:prSet>
      <dgm:spPr/>
    </dgm:pt>
  </dgm:ptLst>
  <dgm:cxnLst>
    <dgm:cxn modelId="{8A46FA12-3158-C240-B7DF-09C33CE8F711}" type="presOf" srcId="{26383733-9C83-2F4E-AA73-9102FEACE73A}" destId="{A26B9EBC-74D7-2A48-BA22-9588CC88354C}" srcOrd="1" destOrd="0" presId="urn:microsoft.com/office/officeart/2005/8/layout/vProcess5"/>
    <dgm:cxn modelId="{5966CD22-FDD0-DE4D-BCA4-DB3FA0E58675}" type="presOf" srcId="{9A7E617A-4BED-144C-BA37-F797C39B70C8}" destId="{C7F5FE58-0E4F-1448-8B6D-1E52F620776C}" srcOrd="0" destOrd="2" presId="urn:microsoft.com/office/officeart/2005/8/layout/vProcess5"/>
    <dgm:cxn modelId="{0D811623-65F9-C049-9216-9DC1EE4A95DB}" srcId="{26383733-9C83-2F4E-AA73-9102FEACE73A}" destId="{F794A6D0-159F-1648-B732-77E25AB56B54}" srcOrd="0" destOrd="0" parTransId="{632F1CE8-9F3F-FB47-A51E-39E4B4D3E3A2}" sibTransId="{F12C7981-B93A-D34C-8B5B-6776E7049310}"/>
    <dgm:cxn modelId="{65C4432C-5250-0640-8A86-B843CB2CE8B8}" type="presOf" srcId="{EA30BBB8-30F3-504E-8E0A-4089A7235F4B}" destId="{D6DE09C8-9119-B147-8885-52885619EE92}" srcOrd="1" destOrd="1" presId="urn:microsoft.com/office/officeart/2005/8/layout/vProcess5"/>
    <dgm:cxn modelId="{A328853F-1088-A74C-9CA2-86678E43A313}" type="presOf" srcId="{80314524-DF9D-D142-BDDF-43D86B545F73}" destId="{D6DE09C8-9119-B147-8885-52885619EE92}" srcOrd="1" destOrd="2" presId="urn:microsoft.com/office/officeart/2005/8/layout/vProcess5"/>
    <dgm:cxn modelId="{2EB83243-EBAC-1C40-8B8F-EEB674B4D205}" type="presOf" srcId="{F47FF2D5-1397-ED4B-9E14-2EDE603F5B0A}" destId="{FBCB8F57-C548-1C43-A637-8BC0E0917159}" srcOrd="0" destOrd="3" presId="urn:microsoft.com/office/officeart/2005/8/layout/vProcess5"/>
    <dgm:cxn modelId="{76FE5349-4226-CF43-A802-85086A94EB23}" type="presOf" srcId="{606FA574-F26B-524F-8E65-05056BD13BBA}" destId="{22B4735D-FDE9-0F4D-8517-6404F300167D}" srcOrd="0" destOrd="0" presId="urn:microsoft.com/office/officeart/2005/8/layout/vProcess5"/>
    <dgm:cxn modelId="{941DD24D-AD4D-BC4D-8CCA-987287C3EB02}" type="presOf" srcId="{191AB62D-7613-ED44-BF21-05A480174B7A}" destId="{FBCB8F57-C548-1C43-A637-8BC0E0917159}" srcOrd="0" destOrd="0" presId="urn:microsoft.com/office/officeart/2005/8/layout/vProcess5"/>
    <dgm:cxn modelId="{3E0F7050-D293-614C-89CB-DC9579EDDD3C}" type="presOf" srcId="{4B069595-C8F8-C542-AA06-04537D63260B}" destId="{4EC26E6F-C52F-CE42-A8F6-CF14E3CA6C52}" srcOrd="0" destOrd="0" presId="urn:microsoft.com/office/officeart/2005/8/layout/vProcess5"/>
    <dgm:cxn modelId="{1A6B5052-8D0A-F649-8AA2-3F7583CD2A05}" type="presOf" srcId="{F794A6D0-159F-1648-B732-77E25AB56B54}" destId="{C7F5FE58-0E4F-1448-8B6D-1E52F620776C}" srcOrd="0" destOrd="1" presId="urn:microsoft.com/office/officeart/2005/8/layout/vProcess5"/>
    <dgm:cxn modelId="{B28A8268-2359-A54A-A2AA-46FC73828A14}" type="presOf" srcId="{F794A6D0-159F-1648-B732-77E25AB56B54}" destId="{A26B9EBC-74D7-2A48-BA22-9588CC88354C}" srcOrd="1" destOrd="1" presId="urn:microsoft.com/office/officeart/2005/8/layout/vProcess5"/>
    <dgm:cxn modelId="{9A42656D-52CD-2F4F-9627-AC09C70BC8E1}" srcId="{191AB62D-7613-ED44-BF21-05A480174B7A}" destId="{EA30BBB8-30F3-504E-8E0A-4089A7235F4B}" srcOrd="0" destOrd="0" parTransId="{5E434350-189C-B54F-A946-E8F5E0AD6E11}" sibTransId="{C1FF72E8-3B30-964C-91A9-95CD5181E4FA}"/>
    <dgm:cxn modelId="{841D6870-4543-2B4B-9A88-866BCA5009AB}" type="presOf" srcId="{9A7E617A-4BED-144C-BA37-F797C39B70C8}" destId="{A26B9EBC-74D7-2A48-BA22-9588CC88354C}" srcOrd="1" destOrd="2" presId="urn:microsoft.com/office/officeart/2005/8/layout/vProcess5"/>
    <dgm:cxn modelId="{C111ED75-0A8E-2644-A617-C5075307D75F}" srcId="{EA30BBB8-30F3-504E-8E0A-4089A7235F4B}" destId="{80314524-DF9D-D142-BDDF-43D86B545F73}" srcOrd="0" destOrd="0" parTransId="{5127AD05-47D3-F542-824B-EAD759E83F28}" sibTransId="{0A349A34-73D3-4A4D-8FC2-0EAF13B7C801}"/>
    <dgm:cxn modelId="{B537B878-6085-D246-BFFF-2D4A7493EEA9}" type="presOf" srcId="{80314524-DF9D-D142-BDDF-43D86B545F73}" destId="{FBCB8F57-C548-1C43-A637-8BC0E0917159}" srcOrd="0" destOrd="2" presId="urn:microsoft.com/office/officeart/2005/8/layout/vProcess5"/>
    <dgm:cxn modelId="{4E813E88-9F70-E74A-BFFA-385E2AC4DE04}" type="presOf" srcId="{F47FF2D5-1397-ED4B-9E14-2EDE603F5B0A}" destId="{D6DE09C8-9119-B147-8885-52885619EE92}" srcOrd="1" destOrd="3" presId="urn:microsoft.com/office/officeart/2005/8/layout/vProcess5"/>
    <dgm:cxn modelId="{FE09AAAF-D065-CD49-A885-078B72DEE0D8}" srcId="{EA30BBB8-30F3-504E-8E0A-4089A7235F4B}" destId="{F47FF2D5-1397-ED4B-9E14-2EDE603F5B0A}" srcOrd="1" destOrd="0" parTransId="{6383B989-E7CD-F649-90C7-862B43FBE5DE}" sibTransId="{34F57EC8-58D5-F349-A172-317749435838}"/>
    <dgm:cxn modelId="{F363C5CC-A31A-9748-8E8E-7542E9A8084E}" srcId="{F794A6D0-159F-1648-B732-77E25AB56B54}" destId="{9A7E617A-4BED-144C-BA37-F797C39B70C8}" srcOrd="0" destOrd="0" parTransId="{6D12ECF2-14C3-6F42-8F5E-3F542083975C}" sibTransId="{F87F6F7F-14F0-EA4D-A74B-2CC1D24459A3}"/>
    <dgm:cxn modelId="{18773EE1-44B8-574F-B98C-3015C0727EFC}" srcId="{4B069595-C8F8-C542-AA06-04537D63260B}" destId="{191AB62D-7613-ED44-BF21-05A480174B7A}" srcOrd="1" destOrd="0" parTransId="{2C2ADAE6-8AD9-3743-9FB8-ED574BAF6CAD}" sibTransId="{7C98AAE8-A720-8640-80AC-8219FBEE20FB}"/>
    <dgm:cxn modelId="{4C44D5E3-E32F-4C4B-B378-55E5A871BAA1}" type="presOf" srcId="{191AB62D-7613-ED44-BF21-05A480174B7A}" destId="{D6DE09C8-9119-B147-8885-52885619EE92}" srcOrd="1" destOrd="0" presId="urn:microsoft.com/office/officeart/2005/8/layout/vProcess5"/>
    <dgm:cxn modelId="{1F8CBAE7-5E4D-B746-A15B-28BCC9F64965}" srcId="{4B069595-C8F8-C542-AA06-04537D63260B}" destId="{26383733-9C83-2F4E-AA73-9102FEACE73A}" srcOrd="0" destOrd="0" parTransId="{B8E0DD79-8102-5B47-8E3C-C29A96295326}" sibTransId="{606FA574-F26B-524F-8E65-05056BD13BBA}"/>
    <dgm:cxn modelId="{C4A3DBED-6FC4-A541-B931-EB60E015B3A9}" type="presOf" srcId="{26383733-9C83-2F4E-AA73-9102FEACE73A}" destId="{C7F5FE58-0E4F-1448-8B6D-1E52F620776C}" srcOrd="0" destOrd="0" presId="urn:microsoft.com/office/officeart/2005/8/layout/vProcess5"/>
    <dgm:cxn modelId="{01DA2DF5-8E7F-6C4A-A685-F33147BBB45C}" type="presOf" srcId="{EA30BBB8-30F3-504E-8E0A-4089A7235F4B}" destId="{FBCB8F57-C548-1C43-A637-8BC0E0917159}" srcOrd="0" destOrd="1" presId="urn:microsoft.com/office/officeart/2005/8/layout/vProcess5"/>
    <dgm:cxn modelId="{015911ED-3B2E-1548-9D80-616A76126C6A}" type="presParOf" srcId="{4EC26E6F-C52F-CE42-A8F6-CF14E3CA6C52}" destId="{D4B683C6-9581-CC48-B17B-FE198341F943}" srcOrd="0" destOrd="0" presId="urn:microsoft.com/office/officeart/2005/8/layout/vProcess5"/>
    <dgm:cxn modelId="{0B4F5643-E5DD-744B-974F-37A2A1E07EEF}" type="presParOf" srcId="{4EC26E6F-C52F-CE42-A8F6-CF14E3CA6C52}" destId="{C7F5FE58-0E4F-1448-8B6D-1E52F620776C}" srcOrd="1" destOrd="0" presId="urn:microsoft.com/office/officeart/2005/8/layout/vProcess5"/>
    <dgm:cxn modelId="{CB2B53E1-84D4-164F-9DE1-2086FD1BF4F3}" type="presParOf" srcId="{4EC26E6F-C52F-CE42-A8F6-CF14E3CA6C52}" destId="{FBCB8F57-C548-1C43-A637-8BC0E0917159}" srcOrd="2" destOrd="0" presId="urn:microsoft.com/office/officeart/2005/8/layout/vProcess5"/>
    <dgm:cxn modelId="{4578A8EA-D4A8-E54A-B9BE-FD1554465E57}" type="presParOf" srcId="{4EC26E6F-C52F-CE42-A8F6-CF14E3CA6C52}" destId="{22B4735D-FDE9-0F4D-8517-6404F300167D}" srcOrd="3" destOrd="0" presId="urn:microsoft.com/office/officeart/2005/8/layout/vProcess5"/>
    <dgm:cxn modelId="{BA1148A2-879A-C049-8480-CE4EBD34D288}" type="presParOf" srcId="{4EC26E6F-C52F-CE42-A8F6-CF14E3CA6C52}" destId="{A26B9EBC-74D7-2A48-BA22-9588CC88354C}" srcOrd="4" destOrd="0" presId="urn:microsoft.com/office/officeart/2005/8/layout/vProcess5"/>
    <dgm:cxn modelId="{E9CF799A-CD52-AD44-AB14-F70A18A3B58E}" type="presParOf" srcId="{4EC26E6F-C52F-CE42-A8F6-CF14E3CA6C52}" destId="{D6DE09C8-9119-B147-8885-52885619EE92}"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F28E27-31E0-B34F-BC9F-4CDE7B8EDC8B}"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AADB5D8-2D9B-7A46-8864-3E76632DF242}">
      <dgm:prSet phldrT="[Text]"/>
      <dgm:spPr/>
      <dgm:t>
        <a:bodyPr/>
        <a:lstStyle/>
        <a:p>
          <a:r>
            <a:rPr lang="en-US" dirty="0"/>
            <a:t>Mutual Exclusion</a:t>
          </a:r>
        </a:p>
      </dgm:t>
    </dgm:pt>
    <dgm:pt modelId="{13107E0E-EAEB-E249-A700-4C5354826476}" type="parTrans" cxnId="{7E36EEB6-8273-DB4E-ABCE-384C7CC38C43}">
      <dgm:prSet/>
      <dgm:spPr/>
      <dgm:t>
        <a:bodyPr/>
        <a:lstStyle/>
        <a:p>
          <a:endParaRPr lang="en-US"/>
        </a:p>
      </dgm:t>
    </dgm:pt>
    <dgm:pt modelId="{1E2D3B4A-6DB0-1A45-A8F9-7D186F04B72A}" type="sibTrans" cxnId="{7E36EEB6-8273-DB4E-ABCE-384C7CC38C43}">
      <dgm:prSet/>
      <dgm:spPr/>
      <dgm:t>
        <a:bodyPr/>
        <a:lstStyle/>
        <a:p>
          <a:endParaRPr lang="en-US"/>
        </a:p>
      </dgm:t>
    </dgm:pt>
    <dgm:pt modelId="{C30027CC-F546-2244-ADC4-F1E1D604EBBF}">
      <dgm:prSet/>
      <dgm:spPr>
        <a:solidFill>
          <a:schemeClr val="bg1"/>
        </a:solidFill>
        <a:ln>
          <a:solidFill>
            <a:schemeClr val="accent1"/>
          </a:solidFill>
        </a:ln>
      </dgm:spPr>
      <dgm:t>
        <a:bodyPr/>
        <a:lstStyle/>
        <a:p>
          <a:r>
            <a:rPr lang="en-US" dirty="0"/>
            <a:t>only one process may use a resource at a time</a:t>
          </a:r>
        </a:p>
      </dgm:t>
    </dgm:pt>
    <dgm:pt modelId="{66FA7D5D-B901-D048-B7EA-F239C1B39F7D}" type="parTrans" cxnId="{4CE91DD5-DBA7-3848-B2E2-A63BBB97D862}">
      <dgm:prSet/>
      <dgm:spPr/>
      <dgm:t>
        <a:bodyPr/>
        <a:lstStyle/>
        <a:p>
          <a:endParaRPr lang="en-US"/>
        </a:p>
      </dgm:t>
    </dgm:pt>
    <dgm:pt modelId="{D75C275F-F007-3946-9381-CBA55B14D844}" type="sibTrans" cxnId="{4CE91DD5-DBA7-3848-B2E2-A63BBB97D862}">
      <dgm:prSet/>
      <dgm:spPr/>
      <dgm:t>
        <a:bodyPr/>
        <a:lstStyle/>
        <a:p>
          <a:endParaRPr lang="en-US"/>
        </a:p>
      </dgm:t>
    </dgm:pt>
    <dgm:pt modelId="{89770E3B-DCA7-3848-9303-28CD4251107C}">
      <dgm:prSet/>
      <dgm:spPr/>
      <dgm:t>
        <a:bodyPr/>
        <a:lstStyle/>
        <a:p>
          <a:r>
            <a:rPr lang="en-US" dirty="0"/>
            <a:t>Hold-and-Wait</a:t>
          </a:r>
        </a:p>
      </dgm:t>
    </dgm:pt>
    <dgm:pt modelId="{95FE122D-516D-1640-8DB2-434AA9FACA8E}" type="parTrans" cxnId="{123391C1-8758-AA4A-B13D-7307D65CD3BD}">
      <dgm:prSet/>
      <dgm:spPr/>
      <dgm:t>
        <a:bodyPr/>
        <a:lstStyle/>
        <a:p>
          <a:endParaRPr lang="en-US"/>
        </a:p>
      </dgm:t>
    </dgm:pt>
    <dgm:pt modelId="{A5BA5E1B-CDE3-A64B-8989-CA5B097F5E14}" type="sibTrans" cxnId="{123391C1-8758-AA4A-B13D-7307D65CD3BD}">
      <dgm:prSet/>
      <dgm:spPr/>
      <dgm:t>
        <a:bodyPr/>
        <a:lstStyle/>
        <a:p>
          <a:endParaRPr lang="en-US"/>
        </a:p>
      </dgm:t>
    </dgm:pt>
    <dgm:pt modelId="{33F6D4F0-07C2-9144-899C-AF212DC0E361}">
      <dgm:prSet/>
      <dgm:spPr>
        <a:solidFill>
          <a:schemeClr val="bg1"/>
        </a:solidFill>
        <a:ln>
          <a:solidFill>
            <a:schemeClr val="accent1"/>
          </a:solidFill>
        </a:ln>
      </dgm:spPr>
      <dgm:t>
        <a:bodyPr/>
        <a:lstStyle/>
        <a:p>
          <a:r>
            <a:rPr lang="en-US" dirty="0"/>
            <a:t>a process may hold allocated resources while awaiting assignment of others</a:t>
          </a:r>
        </a:p>
      </dgm:t>
    </dgm:pt>
    <dgm:pt modelId="{A6F1A6C4-1D48-A242-B4D6-B8AB0D00400E}" type="parTrans" cxnId="{125BFD47-6D4C-EE45-A734-44602B3AC7B4}">
      <dgm:prSet/>
      <dgm:spPr/>
      <dgm:t>
        <a:bodyPr/>
        <a:lstStyle/>
        <a:p>
          <a:endParaRPr lang="en-US"/>
        </a:p>
      </dgm:t>
    </dgm:pt>
    <dgm:pt modelId="{79ADCD33-D91A-074A-B772-C0A69F1A8551}" type="sibTrans" cxnId="{125BFD47-6D4C-EE45-A734-44602B3AC7B4}">
      <dgm:prSet/>
      <dgm:spPr/>
      <dgm:t>
        <a:bodyPr/>
        <a:lstStyle/>
        <a:p>
          <a:endParaRPr lang="en-US"/>
        </a:p>
      </dgm:t>
    </dgm:pt>
    <dgm:pt modelId="{6A10E3E3-FA6D-1E4B-BB49-89AF70B7997E}">
      <dgm:prSet/>
      <dgm:spPr/>
      <dgm:t>
        <a:bodyPr/>
        <a:lstStyle/>
        <a:p>
          <a:r>
            <a:rPr lang="en-NZ" dirty="0"/>
            <a:t>No Pre-emption</a:t>
          </a:r>
        </a:p>
      </dgm:t>
    </dgm:pt>
    <dgm:pt modelId="{D92BC7C8-121B-5E4E-B4EA-8EA596186D1A}" type="parTrans" cxnId="{9557A739-C567-4B47-835E-E95D0E455BE2}">
      <dgm:prSet/>
      <dgm:spPr/>
      <dgm:t>
        <a:bodyPr/>
        <a:lstStyle/>
        <a:p>
          <a:endParaRPr lang="en-US"/>
        </a:p>
      </dgm:t>
    </dgm:pt>
    <dgm:pt modelId="{0D7DD324-772D-6D48-8659-E26C3B195677}" type="sibTrans" cxnId="{9557A739-C567-4B47-835E-E95D0E455BE2}">
      <dgm:prSet/>
      <dgm:spPr/>
      <dgm:t>
        <a:bodyPr/>
        <a:lstStyle/>
        <a:p>
          <a:endParaRPr lang="en-US"/>
        </a:p>
      </dgm:t>
    </dgm:pt>
    <dgm:pt modelId="{E95D73AA-1155-2340-AF50-F162A8F43417}">
      <dgm:prSet/>
      <dgm:spPr>
        <a:solidFill>
          <a:schemeClr val="bg1"/>
        </a:solidFill>
        <a:ln>
          <a:solidFill>
            <a:schemeClr val="accent1"/>
          </a:solidFill>
        </a:ln>
      </dgm:spPr>
      <dgm:t>
        <a:bodyPr/>
        <a:lstStyle/>
        <a:p>
          <a:r>
            <a:rPr lang="en-NZ" dirty="0"/>
            <a:t>no resource can be forcibly removed from a process holding it</a:t>
          </a:r>
        </a:p>
      </dgm:t>
    </dgm:pt>
    <dgm:pt modelId="{881C6D5D-13D3-5540-A4EA-3435188C29DC}" type="parTrans" cxnId="{78A4C2CD-62DA-8B49-9DD4-4CE9E5A4EA8D}">
      <dgm:prSet/>
      <dgm:spPr/>
      <dgm:t>
        <a:bodyPr/>
        <a:lstStyle/>
        <a:p>
          <a:endParaRPr lang="en-US"/>
        </a:p>
      </dgm:t>
    </dgm:pt>
    <dgm:pt modelId="{63EDF2B7-6064-844B-AF4D-0F7ED29F70A6}" type="sibTrans" cxnId="{78A4C2CD-62DA-8B49-9DD4-4CE9E5A4EA8D}">
      <dgm:prSet/>
      <dgm:spPr/>
      <dgm:t>
        <a:bodyPr/>
        <a:lstStyle/>
        <a:p>
          <a:endParaRPr lang="en-US"/>
        </a:p>
      </dgm:t>
    </dgm:pt>
    <dgm:pt modelId="{6B6C2A78-FD5F-CE4B-9E66-DD0EF754F5D6}">
      <dgm:prSet/>
      <dgm:spPr/>
      <dgm:t>
        <a:bodyPr/>
        <a:lstStyle/>
        <a:p>
          <a:r>
            <a:rPr lang="en-NZ" dirty="0"/>
            <a:t>Circular Wait</a:t>
          </a:r>
        </a:p>
      </dgm:t>
    </dgm:pt>
    <dgm:pt modelId="{B36329CF-E242-DD43-BA9C-76956EB1A060}" type="parTrans" cxnId="{D8BB821A-3CFE-F849-ABEA-12A2AECC5259}">
      <dgm:prSet/>
      <dgm:spPr/>
      <dgm:t>
        <a:bodyPr/>
        <a:lstStyle/>
        <a:p>
          <a:endParaRPr lang="en-US"/>
        </a:p>
      </dgm:t>
    </dgm:pt>
    <dgm:pt modelId="{6909B805-475A-3A4E-B8F6-1AC694A2E2CA}" type="sibTrans" cxnId="{D8BB821A-3CFE-F849-ABEA-12A2AECC5259}">
      <dgm:prSet/>
      <dgm:spPr/>
      <dgm:t>
        <a:bodyPr/>
        <a:lstStyle/>
        <a:p>
          <a:endParaRPr lang="en-US"/>
        </a:p>
      </dgm:t>
    </dgm:pt>
    <dgm:pt modelId="{67B3BA71-261C-0447-8E65-09D9621C2928}">
      <dgm:prSet/>
      <dgm:spPr>
        <a:solidFill>
          <a:schemeClr val="bg1"/>
        </a:solidFill>
        <a:ln>
          <a:solidFill>
            <a:schemeClr val="accent1"/>
          </a:solidFill>
        </a:ln>
      </dgm:spPr>
      <dgm:t>
        <a:bodyPr/>
        <a:lstStyle/>
        <a:p>
          <a:r>
            <a:rPr lang="en-NZ" dirty="0"/>
            <a:t>a closed chain of processes exists, such that each process holds at least one resource needed by the next process in  the chain</a:t>
          </a:r>
        </a:p>
      </dgm:t>
    </dgm:pt>
    <dgm:pt modelId="{EB73C5F2-38C9-5C48-AC82-1F52FEC517EE}" type="parTrans" cxnId="{27FE7EC4-86B9-7147-9A11-95D7B8115E2C}">
      <dgm:prSet/>
      <dgm:spPr/>
      <dgm:t>
        <a:bodyPr/>
        <a:lstStyle/>
        <a:p>
          <a:endParaRPr lang="en-US"/>
        </a:p>
      </dgm:t>
    </dgm:pt>
    <dgm:pt modelId="{4439AB72-52A8-3A44-A050-74E1F8A8450E}" type="sibTrans" cxnId="{27FE7EC4-86B9-7147-9A11-95D7B8115E2C}">
      <dgm:prSet/>
      <dgm:spPr/>
      <dgm:t>
        <a:bodyPr/>
        <a:lstStyle/>
        <a:p>
          <a:endParaRPr lang="en-US"/>
        </a:p>
      </dgm:t>
    </dgm:pt>
    <dgm:pt modelId="{595A4C02-9C50-5D44-97C1-61C5F1D39956}" type="pres">
      <dgm:prSet presAssocID="{D5F28E27-31E0-B34F-BC9F-4CDE7B8EDC8B}" presName="Name0" presStyleCnt="0">
        <dgm:presLayoutVars>
          <dgm:dir/>
          <dgm:animLvl val="lvl"/>
          <dgm:resizeHandles val="exact"/>
        </dgm:presLayoutVars>
      </dgm:prSet>
      <dgm:spPr/>
    </dgm:pt>
    <dgm:pt modelId="{70B573EF-205F-1842-8CCC-1BBEA43FF364}" type="pres">
      <dgm:prSet presAssocID="{FAADB5D8-2D9B-7A46-8864-3E76632DF242}" presName="composite" presStyleCnt="0"/>
      <dgm:spPr/>
    </dgm:pt>
    <dgm:pt modelId="{910692A2-8C4F-0545-98A7-FD5743A081D9}" type="pres">
      <dgm:prSet presAssocID="{FAADB5D8-2D9B-7A46-8864-3E76632DF242}" presName="parTx" presStyleLbl="alignNode1" presStyleIdx="0" presStyleCnt="4">
        <dgm:presLayoutVars>
          <dgm:chMax val="0"/>
          <dgm:chPref val="0"/>
          <dgm:bulletEnabled val="1"/>
        </dgm:presLayoutVars>
      </dgm:prSet>
      <dgm:spPr/>
    </dgm:pt>
    <dgm:pt modelId="{613BAD88-1300-C64D-8478-28BDFCA247EE}" type="pres">
      <dgm:prSet presAssocID="{FAADB5D8-2D9B-7A46-8864-3E76632DF242}" presName="desTx" presStyleLbl="alignAccFollowNode1" presStyleIdx="0" presStyleCnt="4" custLinFactNeighborX="-78" custLinFactNeighborY="1405">
        <dgm:presLayoutVars>
          <dgm:bulletEnabled val="1"/>
        </dgm:presLayoutVars>
      </dgm:prSet>
      <dgm:spPr/>
    </dgm:pt>
    <dgm:pt modelId="{830B52BF-56C9-0947-9FFF-A0BAF664FCA6}" type="pres">
      <dgm:prSet presAssocID="{1E2D3B4A-6DB0-1A45-A8F9-7D186F04B72A}" presName="space" presStyleCnt="0"/>
      <dgm:spPr/>
    </dgm:pt>
    <dgm:pt modelId="{E46CE980-0576-7746-B52C-14F313BD605A}" type="pres">
      <dgm:prSet presAssocID="{89770E3B-DCA7-3848-9303-28CD4251107C}" presName="composite" presStyleCnt="0"/>
      <dgm:spPr/>
    </dgm:pt>
    <dgm:pt modelId="{F7B771C4-1781-334A-A9CC-6AB6388019C2}" type="pres">
      <dgm:prSet presAssocID="{89770E3B-DCA7-3848-9303-28CD4251107C}" presName="parTx" presStyleLbl="alignNode1" presStyleIdx="1" presStyleCnt="4">
        <dgm:presLayoutVars>
          <dgm:chMax val="0"/>
          <dgm:chPref val="0"/>
          <dgm:bulletEnabled val="1"/>
        </dgm:presLayoutVars>
      </dgm:prSet>
      <dgm:spPr/>
    </dgm:pt>
    <dgm:pt modelId="{CE427A8D-A2CB-E34E-B99B-527B0A4E0DC8}" type="pres">
      <dgm:prSet presAssocID="{89770E3B-DCA7-3848-9303-28CD4251107C}" presName="desTx" presStyleLbl="alignAccFollowNode1" presStyleIdx="1" presStyleCnt="4" custLinFactNeighborX="3" custLinFactNeighborY="1405">
        <dgm:presLayoutVars>
          <dgm:bulletEnabled val="1"/>
        </dgm:presLayoutVars>
      </dgm:prSet>
      <dgm:spPr/>
    </dgm:pt>
    <dgm:pt modelId="{9DD92D25-166F-0B42-A9CE-269E7FD9CEB2}" type="pres">
      <dgm:prSet presAssocID="{A5BA5E1B-CDE3-A64B-8989-CA5B097F5E14}" presName="space" presStyleCnt="0"/>
      <dgm:spPr/>
    </dgm:pt>
    <dgm:pt modelId="{08A86BD8-8382-6244-8E45-BF8DF4211F66}" type="pres">
      <dgm:prSet presAssocID="{6A10E3E3-FA6D-1E4B-BB49-89AF70B7997E}" presName="composite" presStyleCnt="0"/>
      <dgm:spPr/>
    </dgm:pt>
    <dgm:pt modelId="{8AD7747F-C6FB-8D40-8D93-2E53B586D4AB}" type="pres">
      <dgm:prSet presAssocID="{6A10E3E3-FA6D-1E4B-BB49-89AF70B7997E}" presName="parTx" presStyleLbl="alignNode1" presStyleIdx="2" presStyleCnt="4" custScaleX="109942">
        <dgm:presLayoutVars>
          <dgm:chMax val="0"/>
          <dgm:chPref val="0"/>
          <dgm:bulletEnabled val="1"/>
        </dgm:presLayoutVars>
      </dgm:prSet>
      <dgm:spPr/>
    </dgm:pt>
    <dgm:pt modelId="{F1B2B33B-D78F-B548-832F-D31F12C1AEA8}" type="pres">
      <dgm:prSet presAssocID="{6A10E3E3-FA6D-1E4B-BB49-89AF70B7997E}" presName="desTx" presStyleLbl="alignAccFollowNode1" presStyleIdx="2" presStyleCnt="4" custLinFactNeighborX="-662" custLinFactNeighborY="1405">
        <dgm:presLayoutVars>
          <dgm:bulletEnabled val="1"/>
        </dgm:presLayoutVars>
      </dgm:prSet>
      <dgm:spPr/>
    </dgm:pt>
    <dgm:pt modelId="{EC1137E5-1FDC-2E44-80C2-815E763752B0}" type="pres">
      <dgm:prSet presAssocID="{0D7DD324-772D-6D48-8659-E26C3B195677}" presName="space" presStyleCnt="0"/>
      <dgm:spPr/>
    </dgm:pt>
    <dgm:pt modelId="{EDB3DE01-69DE-634E-A1D3-A796506F10FE}" type="pres">
      <dgm:prSet presAssocID="{6B6C2A78-FD5F-CE4B-9E66-DD0EF754F5D6}" presName="composite" presStyleCnt="0"/>
      <dgm:spPr/>
    </dgm:pt>
    <dgm:pt modelId="{92B94131-7DF3-D247-8535-7A1175868520}" type="pres">
      <dgm:prSet presAssocID="{6B6C2A78-FD5F-CE4B-9E66-DD0EF754F5D6}" presName="parTx" presStyleLbl="alignNode1" presStyleIdx="3" presStyleCnt="4">
        <dgm:presLayoutVars>
          <dgm:chMax val="0"/>
          <dgm:chPref val="0"/>
          <dgm:bulletEnabled val="1"/>
        </dgm:presLayoutVars>
      </dgm:prSet>
      <dgm:spPr/>
    </dgm:pt>
    <dgm:pt modelId="{583D7356-1B1B-AD42-925D-161669EB54CA}" type="pres">
      <dgm:prSet presAssocID="{6B6C2A78-FD5F-CE4B-9E66-DD0EF754F5D6}" presName="desTx" presStyleLbl="alignAccFollowNode1" presStyleIdx="3" presStyleCnt="4" custLinFactNeighborX="2898" custLinFactNeighborY="1405">
        <dgm:presLayoutVars>
          <dgm:bulletEnabled val="1"/>
        </dgm:presLayoutVars>
      </dgm:prSet>
      <dgm:spPr/>
    </dgm:pt>
  </dgm:ptLst>
  <dgm:cxnLst>
    <dgm:cxn modelId="{D8BB821A-3CFE-F849-ABEA-12A2AECC5259}" srcId="{D5F28E27-31E0-B34F-BC9F-4CDE7B8EDC8B}" destId="{6B6C2A78-FD5F-CE4B-9E66-DD0EF754F5D6}" srcOrd="3" destOrd="0" parTransId="{B36329CF-E242-DD43-BA9C-76956EB1A060}" sibTransId="{6909B805-475A-3A4E-B8F6-1AC694A2E2CA}"/>
    <dgm:cxn modelId="{9557A739-C567-4B47-835E-E95D0E455BE2}" srcId="{D5F28E27-31E0-B34F-BC9F-4CDE7B8EDC8B}" destId="{6A10E3E3-FA6D-1E4B-BB49-89AF70B7997E}" srcOrd="2" destOrd="0" parTransId="{D92BC7C8-121B-5E4E-B4EA-8EA596186D1A}" sibTransId="{0D7DD324-772D-6D48-8659-E26C3B195677}"/>
    <dgm:cxn modelId="{125BFD47-6D4C-EE45-A734-44602B3AC7B4}" srcId="{89770E3B-DCA7-3848-9303-28CD4251107C}" destId="{33F6D4F0-07C2-9144-899C-AF212DC0E361}" srcOrd="0" destOrd="0" parTransId="{A6F1A6C4-1D48-A242-B4D6-B8AB0D00400E}" sibTransId="{79ADCD33-D91A-074A-B772-C0A69F1A8551}"/>
    <dgm:cxn modelId="{5CD4395C-D247-034C-875A-2D4F5C2EAC6F}" type="presOf" srcId="{6A10E3E3-FA6D-1E4B-BB49-89AF70B7997E}" destId="{8AD7747F-C6FB-8D40-8D93-2E53B586D4AB}" srcOrd="0" destOrd="0" presId="urn:microsoft.com/office/officeart/2005/8/layout/hList1"/>
    <dgm:cxn modelId="{1AF8B760-9BBC-2340-98DF-255F15D69140}" type="presOf" srcId="{E95D73AA-1155-2340-AF50-F162A8F43417}" destId="{F1B2B33B-D78F-B548-832F-D31F12C1AEA8}" srcOrd="0" destOrd="0" presId="urn:microsoft.com/office/officeart/2005/8/layout/hList1"/>
    <dgm:cxn modelId="{54040C74-765E-AF49-B658-ED8C8667CE91}" type="presOf" srcId="{FAADB5D8-2D9B-7A46-8864-3E76632DF242}" destId="{910692A2-8C4F-0545-98A7-FD5743A081D9}" srcOrd="0" destOrd="0" presId="urn:microsoft.com/office/officeart/2005/8/layout/hList1"/>
    <dgm:cxn modelId="{9E98ED75-5928-494D-A8D8-9AC145B367E4}" type="presOf" srcId="{89770E3B-DCA7-3848-9303-28CD4251107C}" destId="{F7B771C4-1781-334A-A9CC-6AB6388019C2}" srcOrd="0" destOrd="0" presId="urn:microsoft.com/office/officeart/2005/8/layout/hList1"/>
    <dgm:cxn modelId="{474D0289-9549-D74C-B3AF-455E916BC5CD}" type="presOf" srcId="{D5F28E27-31E0-B34F-BC9F-4CDE7B8EDC8B}" destId="{595A4C02-9C50-5D44-97C1-61C5F1D39956}" srcOrd="0" destOrd="0" presId="urn:microsoft.com/office/officeart/2005/8/layout/hList1"/>
    <dgm:cxn modelId="{E077D79B-2B93-0643-B81F-566481F49DE9}" type="presOf" srcId="{67B3BA71-261C-0447-8E65-09D9621C2928}" destId="{583D7356-1B1B-AD42-925D-161669EB54CA}" srcOrd="0" destOrd="0" presId="urn:microsoft.com/office/officeart/2005/8/layout/hList1"/>
    <dgm:cxn modelId="{3A46419D-B9F7-8E4D-A096-6C9B9C7E2155}" type="presOf" srcId="{C30027CC-F546-2244-ADC4-F1E1D604EBBF}" destId="{613BAD88-1300-C64D-8478-28BDFCA247EE}" srcOrd="0" destOrd="0" presId="urn:microsoft.com/office/officeart/2005/8/layout/hList1"/>
    <dgm:cxn modelId="{7E36EEB6-8273-DB4E-ABCE-384C7CC38C43}" srcId="{D5F28E27-31E0-B34F-BC9F-4CDE7B8EDC8B}" destId="{FAADB5D8-2D9B-7A46-8864-3E76632DF242}" srcOrd="0" destOrd="0" parTransId="{13107E0E-EAEB-E249-A700-4C5354826476}" sibTransId="{1E2D3B4A-6DB0-1A45-A8F9-7D186F04B72A}"/>
    <dgm:cxn modelId="{123391C1-8758-AA4A-B13D-7307D65CD3BD}" srcId="{D5F28E27-31E0-B34F-BC9F-4CDE7B8EDC8B}" destId="{89770E3B-DCA7-3848-9303-28CD4251107C}" srcOrd="1" destOrd="0" parTransId="{95FE122D-516D-1640-8DB2-434AA9FACA8E}" sibTransId="{A5BA5E1B-CDE3-A64B-8989-CA5B097F5E14}"/>
    <dgm:cxn modelId="{27FE7EC4-86B9-7147-9A11-95D7B8115E2C}" srcId="{6B6C2A78-FD5F-CE4B-9E66-DD0EF754F5D6}" destId="{67B3BA71-261C-0447-8E65-09D9621C2928}" srcOrd="0" destOrd="0" parTransId="{EB73C5F2-38C9-5C48-AC82-1F52FEC517EE}" sibTransId="{4439AB72-52A8-3A44-A050-74E1F8A8450E}"/>
    <dgm:cxn modelId="{590339CD-B15F-A84F-A1B6-7F51111A1A1F}" type="presOf" srcId="{33F6D4F0-07C2-9144-899C-AF212DC0E361}" destId="{CE427A8D-A2CB-E34E-B99B-527B0A4E0DC8}" srcOrd="0" destOrd="0" presId="urn:microsoft.com/office/officeart/2005/8/layout/hList1"/>
    <dgm:cxn modelId="{78A4C2CD-62DA-8B49-9DD4-4CE9E5A4EA8D}" srcId="{6A10E3E3-FA6D-1E4B-BB49-89AF70B7997E}" destId="{E95D73AA-1155-2340-AF50-F162A8F43417}" srcOrd="0" destOrd="0" parTransId="{881C6D5D-13D3-5540-A4EA-3435188C29DC}" sibTransId="{63EDF2B7-6064-844B-AF4D-0F7ED29F70A6}"/>
    <dgm:cxn modelId="{4CE91DD5-DBA7-3848-B2E2-A63BBB97D862}" srcId="{FAADB5D8-2D9B-7A46-8864-3E76632DF242}" destId="{C30027CC-F546-2244-ADC4-F1E1D604EBBF}" srcOrd="0" destOrd="0" parTransId="{66FA7D5D-B901-D048-B7EA-F239C1B39F7D}" sibTransId="{D75C275F-F007-3946-9381-CBA55B14D844}"/>
    <dgm:cxn modelId="{35809AE4-CB61-C14A-8658-C5D858084927}" type="presOf" srcId="{6B6C2A78-FD5F-CE4B-9E66-DD0EF754F5D6}" destId="{92B94131-7DF3-D247-8535-7A1175868520}" srcOrd="0" destOrd="0" presId="urn:microsoft.com/office/officeart/2005/8/layout/hList1"/>
    <dgm:cxn modelId="{2BCB9632-0847-3642-A900-5B8B874F0DCE}" type="presParOf" srcId="{595A4C02-9C50-5D44-97C1-61C5F1D39956}" destId="{70B573EF-205F-1842-8CCC-1BBEA43FF364}" srcOrd="0" destOrd="0" presId="urn:microsoft.com/office/officeart/2005/8/layout/hList1"/>
    <dgm:cxn modelId="{EECAA8DC-EF49-A64C-92EC-A1A81E2F3B03}" type="presParOf" srcId="{70B573EF-205F-1842-8CCC-1BBEA43FF364}" destId="{910692A2-8C4F-0545-98A7-FD5743A081D9}" srcOrd="0" destOrd="0" presId="urn:microsoft.com/office/officeart/2005/8/layout/hList1"/>
    <dgm:cxn modelId="{9EB2D697-F7F0-DE4F-BB68-5D1957079659}" type="presParOf" srcId="{70B573EF-205F-1842-8CCC-1BBEA43FF364}" destId="{613BAD88-1300-C64D-8478-28BDFCA247EE}" srcOrd="1" destOrd="0" presId="urn:microsoft.com/office/officeart/2005/8/layout/hList1"/>
    <dgm:cxn modelId="{A5970AF5-4FEC-7346-9DDD-96353198F167}" type="presParOf" srcId="{595A4C02-9C50-5D44-97C1-61C5F1D39956}" destId="{830B52BF-56C9-0947-9FFF-A0BAF664FCA6}" srcOrd="1" destOrd="0" presId="urn:microsoft.com/office/officeart/2005/8/layout/hList1"/>
    <dgm:cxn modelId="{2FC4215E-2693-C54B-B328-E7C525A7F08D}" type="presParOf" srcId="{595A4C02-9C50-5D44-97C1-61C5F1D39956}" destId="{E46CE980-0576-7746-B52C-14F313BD605A}" srcOrd="2" destOrd="0" presId="urn:microsoft.com/office/officeart/2005/8/layout/hList1"/>
    <dgm:cxn modelId="{AE98F5C7-E9CC-1B4B-BAD6-67A98143B08D}" type="presParOf" srcId="{E46CE980-0576-7746-B52C-14F313BD605A}" destId="{F7B771C4-1781-334A-A9CC-6AB6388019C2}" srcOrd="0" destOrd="0" presId="urn:microsoft.com/office/officeart/2005/8/layout/hList1"/>
    <dgm:cxn modelId="{505B052C-DFFE-934F-8E32-AED6E4EB7473}" type="presParOf" srcId="{E46CE980-0576-7746-B52C-14F313BD605A}" destId="{CE427A8D-A2CB-E34E-B99B-527B0A4E0DC8}" srcOrd="1" destOrd="0" presId="urn:microsoft.com/office/officeart/2005/8/layout/hList1"/>
    <dgm:cxn modelId="{D17E8163-D8A7-604D-B51B-DD3E3779038D}" type="presParOf" srcId="{595A4C02-9C50-5D44-97C1-61C5F1D39956}" destId="{9DD92D25-166F-0B42-A9CE-269E7FD9CEB2}" srcOrd="3" destOrd="0" presId="urn:microsoft.com/office/officeart/2005/8/layout/hList1"/>
    <dgm:cxn modelId="{3E33C355-2AE5-0C4C-A596-D001B38574EB}" type="presParOf" srcId="{595A4C02-9C50-5D44-97C1-61C5F1D39956}" destId="{08A86BD8-8382-6244-8E45-BF8DF4211F66}" srcOrd="4" destOrd="0" presId="urn:microsoft.com/office/officeart/2005/8/layout/hList1"/>
    <dgm:cxn modelId="{00F7FFCC-C20B-E444-B403-850BEAAB1987}" type="presParOf" srcId="{08A86BD8-8382-6244-8E45-BF8DF4211F66}" destId="{8AD7747F-C6FB-8D40-8D93-2E53B586D4AB}" srcOrd="0" destOrd="0" presId="urn:microsoft.com/office/officeart/2005/8/layout/hList1"/>
    <dgm:cxn modelId="{4D40F94D-D19E-164E-81E8-39A5091EEC22}" type="presParOf" srcId="{08A86BD8-8382-6244-8E45-BF8DF4211F66}" destId="{F1B2B33B-D78F-B548-832F-D31F12C1AEA8}" srcOrd="1" destOrd="0" presId="urn:microsoft.com/office/officeart/2005/8/layout/hList1"/>
    <dgm:cxn modelId="{D16C06C4-DE6E-F442-AD97-7D25A6949088}" type="presParOf" srcId="{595A4C02-9C50-5D44-97C1-61C5F1D39956}" destId="{EC1137E5-1FDC-2E44-80C2-815E763752B0}" srcOrd="5" destOrd="0" presId="urn:microsoft.com/office/officeart/2005/8/layout/hList1"/>
    <dgm:cxn modelId="{0B7A03DA-456E-C744-A6CF-DA9856D8BBF5}" type="presParOf" srcId="{595A4C02-9C50-5D44-97C1-61C5F1D39956}" destId="{EDB3DE01-69DE-634E-A1D3-A796506F10FE}" srcOrd="6" destOrd="0" presId="urn:microsoft.com/office/officeart/2005/8/layout/hList1"/>
    <dgm:cxn modelId="{55667A7A-9E56-C64A-BEE2-7A5B74066E52}" type="presParOf" srcId="{EDB3DE01-69DE-634E-A1D3-A796506F10FE}" destId="{92B94131-7DF3-D247-8535-7A1175868520}" srcOrd="0" destOrd="0" presId="urn:microsoft.com/office/officeart/2005/8/layout/hList1"/>
    <dgm:cxn modelId="{B5B6C98B-55D7-8F46-80D2-7B9C68BCCFAA}" type="presParOf" srcId="{EDB3DE01-69DE-634E-A1D3-A796506F10FE}" destId="{583D7356-1B1B-AD42-925D-161669EB54C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7AD9D7-3B0E-AD4A-A751-1A9ABE56CAD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B3519E38-63D0-C745-ACC8-EE804C95AC35}">
      <dgm:prSet phldrT="[Text]" custT="1"/>
      <dgm:spPr/>
      <dgm:t>
        <a:bodyPr/>
        <a:lstStyle/>
        <a:p>
          <a:r>
            <a:rPr lang="en-NZ" sz="2200" dirty="0">
              <a:latin typeface="Calisto MT"/>
            </a:rPr>
            <a:t>Prevention</a:t>
          </a:r>
          <a:endParaRPr lang="en-US" sz="2200" dirty="0"/>
        </a:p>
      </dgm:t>
    </dgm:pt>
    <dgm:pt modelId="{933BC3E5-7FBF-0D4A-A1CE-FBE646AA3425}" type="parTrans" cxnId="{C39E5184-A606-5B4B-A14A-22FF9454D929}">
      <dgm:prSet/>
      <dgm:spPr/>
      <dgm:t>
        <a:bodyPr/>
        <a:lstStyle/>
        <a:p>
          <a:endParaRPr lang="en-US"/>
        </a:p>
      </dgm:t>
    </dgm:pt>
    <dgm:pt modelId="{417CA3AF-5615-374B-A7CE-4199B5CAF923}" type="sibTrans" cxnId="{C39E5184-A606-5B4B-A14A-22FF9454D929}">
      <dgm:prSet/>
      <dgm:spPr/>
      <dgm:t>
        <a:bodyPr/>
        <a:lstStyle/>
        <a:p>
          <a:endParaRPr lang="en-US"/>
        </a:p>
      </dgm:t>
    </dgm:pt>
    <dgm:pt modelId="{0303975F-41A2-CD4A-95C6-B90AE9CCD0E8}">
      <dgm:prSet custT="1"/>
      <dgm:spPr/>
      <dgm:t>
        <a:bodyPr/>
        <a:lstStyle/>
        <a:p>
          <a:pPr rtl="0"/>
          <a:r>
            <a:rPr lang="en-NZ" sz="2000" dirty="0">
              <a:latin typeface="Calisto MT"/>
            </a:rPr>
            <a:t>Adopt</a:t>
          </a:r>
          <a:r>
            <a:rPr lang="en-NZ" sz="2000" dirty="0"/>
            <a:t> a policy that eliminates one of the</a:t>
          </a:r>
          <a:r>
            <a:rPr lang="en-NZ" sz="2000" dirty="0">
              <a:latin typeface="Calisto MT"/>
            </a:rPr>
            <a:t> possible</a:t>
          </a:r>
          <a:r>
            <a:rPr lang="en-NZ" sz="2000" dirty="0"/>
            <a:t> conditions</a:t>
          </a:r>
          <a:r>
            <a:rPr lang="en-NZ" sz="2000" dirty="0">
              <a:latin typeface="Calisto MT"/>
            </a:rPr>
            <a:t> for Deadlock.</a:t>
          </a:r>
          <a:endParaRPr lang="en-NZ" sz="2000" dirty="0"/>
        </a:p>
      </dgm:t>
    </dgm:pt>
    <dgm:pt modelId="{36689625-B2F0-374D-B85C-B44134124316}" type="parTrans" cxnId="{9F189987-02CC-9B44-965E-29F038D88E14}">
      <dgm:prSet/>
      <dgm:spPr/>
      <dgm:t>
        <a:bodyPr/>
        <a:lstStyle/>
        <a:p>
          <a:endParaRPr lang="en-US"/>
        </a:p>
      </dgm:t>
    </dgm:pt>
    <dgm:pt modelId="{7039640A-098D-A140-AB94-48D72F4A0B7D}" type="sibTrans" cxnId="{9F189987-02CC-9B44-965E-29F038D88E14}">
      <dgm:prSet/>
      <dgm:spPr/>
      <dgm:t>
        <a:bodyPr/>
        <a:lstStyle/>
        <a:p>
          <a:endParaRPr lang="en-US"/>
        </a:p>
      </dgm:t>
    </dgm:pt>
    <dgm:pt modelId="{3631D0E9-8757-2143-A3AB-7D38666D66FE}">
      <dgm:prSet custT="1"/>
      <dgm:spPr/>
      <dgm:t>
        <a:bodyPr/>
        <a:lstStyle/>
        <a:p>
          <a:r>
            <a:rPr lang="en-NZ" sz="2200" dirty="0">
              <a:latin typeface="Calisto MT"/>
            </a:rPr>
            <a:t>Avoidance</a:t>
          </a:r>
          <a:endParaRPr lang="en-NZ" sz="2200" dirty="0"/>
        </a:p>
      </dgm:t>
    </dgm:pt>
    <dgm:pt modelId="{A5F12154-15B7-BB4B-8432-98F256618CAF}" type="parTrans" cxnId="{D09E20C3-9620-2F4F-AD87-9F8C1EE6EA9A}">
      <dgm:prSet/>
      <dgm:spPr/>
      <dgm:t>
        <a:bodyPr/>
        <a:lstStyle/>
        <a:p>
          <a:endParaRPr lang="en-US"/>
        </a:p>
      </dgm:t>
    </dgm:pt>
    <dgm:pt modelId="{6FF3EE00-77BF-A44F-B2A8-0322AA87447F}" type="sibTrans" cxnId="{D09E20C3-9620-2F4F-AD87-9F8C1EE6EA9A}">
      <dgm:prSet/>
      <dgm:spPr/>
      <dgm:t>
        <a:bodyPr/>
        <a:lstStyle/>
        <a:p>
          <a:endParaRPr lang="en-US"/>
        </a:p>
      </dgm:t>
    </dgm:pt>
    <dgm:pt modelId="{E6054D81-C03C-0B42-885D-3F2A40AA5768}">
      <dgm:prSet custT="1"/>
      <dgm:spPr/>
      <dgm:t>
        <a:bodyPr/>
        <a:lstStyle/>
        <a:p>
          <a:r>
            <a:rPr lang="en-NZ" sz="2000" dirty="0">
              <a:latin typeface="Calisto MT"/>
            </a:rPr>
            <a:t>Make</a:t>
          </a:r>
          <a:r>
            <a:rPr lang="en-NZ" sz="2000" dirty="0"/>
            <a:t> the appropriate dynamic choices based on the current state of resource allocation</a:t>
          </a:r>
          <a:r>
            <a:rPr lang="en-NZ" sz="2000" dirty="0">
              <a:latin typeface="Calisto MT"/>
            </a:rPr>
            <a:t>.</a:t>
          </a:r>
          <a:endParaRPr lang="en-NZ" sz="2000" dirty="0"/>
        </a:p>
      </dgm:t>
    </dgm:pt>
    <dgm:pt modelId="{65684EB3-4483-874F-88F1-578F58EB676B}" type="parTrans" cxnId="{0CB6EC33-C134-B64C-98AB-FD79373F42CD}">
      <dgm:prSet/>
      <dgm:spPr/>
      <dgm:t>
        <a:bodyPr/>
        <a:lstStyle/>
        <a:p>
          <a:endParaRPr lang="en-US"/>
        </a:p>
      </dgm:t>
    </dgm:pt>
    <dgm:pt modelId="{2932F96E-393F-384A-BDA9-7EDC15706371}" type="sibTrans" cxnId="{0CB6EC33-C134-B64C-98AB-FD79373F42CD}">
      <dgm:prSet/>
      <dgm:spPr/>
      <dgm:t>
        <a:bodyPr/>
        <a:lstStyle/>
        <a:p>
          <a:endParaRPr lang="en-US"/>
        </a:p>
      </dgm:t>
    </dgm:pt>
    <dgm:pt modelId="{33A697D3-29B7-B746-8116-2FD7AD65033F}">
      <dgm:prSet custT="1"/>
      <dgm:spPr/>
      <dgm:t>
        <a:bodyPr/>
        <a:lstStyle/>
        <a:p>
          <a:r>
            <a:rPr lang="en-NZ" sz="2200" dirty="0">
              <a:latin typeface="Calisto MT"/>
            </a:rPr>
            <a:t>Detection</a:t>
          </a:r>
          <a:endParaRPr lang="en-NZ" sz="2200" dirty="0"/>
        </a:p>
      </dgm:t>
    </dgm:pt>
    <dgm:pt modelId="{0C0A163C-42D1-D04D-A3B4-9F5591432C99}" type="parTrans" cxnId="{A43B19B7-A505-334E-B2D6-8DA0AA07DEDF}">
      <dgm:prSet/>
      <dgm:spPr/>
      <dgm:t>
        <a:bodyPr/>
        <a:lstStyle/>
        <a:p>
          <a:endParaRPr lang="en-US"/>
        </a:p>
      </dgm:t>
    </dgm:pt>
    <dgm:pt modelId="{5D6161F5-E354-9D41-8B60-FF7FDFDF880D}" type="sibTrans" cxnId="{A43B19B7-A505-334E-B2D6-8DA0AA07DEDF}">
      <dgm:prSet/>
      <dgm:spPr/>
      <dgm:t>
        <a:bodyPr/>
        <a:lstStyle/>
        <a:p>
          <a:endParaRPr lang="en-US"/>
        </a:p>
      </dgm:t>
    </dgm:pt>
    <dgm:pt modelId="{1952EA18-C951-384E-BF02-1843609FED6D}">
      <dgm:prSet custT="1"/>
      <dgm:spPr/>
      <dgm:t>
        <a:bodyPr/>
        <a:lstStyle/>
        <a:p>
          <a:r>
            <a:rPr lang="en-NZ" sz="2000" dirty="0">
              <a:latin typeface="Calisto MT"/>
            </a:rPr>
            <a:t>Attempt</a:t>
          </a:r>
          <a:r>
            <a:rPr lang="en-NZ" sz="2000" dirty="0"/>
            <a:t> to detect the presence of deadlock and take action to recover</a:t>
          </a:r>
          <a:r>
            <a:rPr lang="en-NZ" sz="2000" dirty="0">
              <a:latin typeface="Calisto MT"/>
            </a:rPr>
            <a:t>.</a:t>
          </a:r>
          <a:endParaRPr lang="en-NZ" sz="2000" dirty="0"/>
        </a:p>
      </dgm:t>
    </dgm:pt>
    <dgm:pt modelId="{D56DE5A7-A57C-4442-A7FC-59B2E67ACA63}" type="parTrans" cxnId="{2ADE9E4D-385D-9C47-A2C1-3AC97DD06467}">
      <dgm:prSet/>
      <dgm:spPr/>
      <dgm:t>
        <a:bodyPr/>
        <a:lstStyle/>
        <a:p>
          <a:endParaRPr lang="en-US"/>
        </a:p>
      </dgm:t>
    </dgm:pt>
    <dgm:pt modelId="{6CD3FB62-6370-5C44-B004-FC80CC15B04D}" type="sibTrans" cxnId="{2ADE9E4D-385D-9C47-A2C1-3AC97DD06467}">
      <dgm:prSet/>
      <dgm:spPr/>
      <dgm:t>
        <a:bodyPr/>
        <a:lstStyle/>
        <a:p>
          <a:endParaRPr lang="en-US"/>
        </a:p>
      </dgm:t>
    </dgm:pt>
    <dgm:pt modelId="{369495E0-661A-D54E-9903-279BA6D5B61A}" type="pres">
      <dgm:prSet presAssocID="{ED7AD9D7-3B0E-AD4A-A751-1A9ABE56CAD3}" presName="linear" presStyleCnt="0">
        <dgm:presLayoutVars>
          <dgm:dir/>
          <dgm:animLvl val="lvl"/>
          <dgm:resizeHandles val="exact"/>
        </dgm:presLayoutVars>
      </dgm:prSet>
      <dgm:spPr/>
    </dgm:pt>
    <dgm:pt modelId="{222544F3-9B75-9A4C-BDF2-15649982E6B2}" type="pres">
      <dgm:prSet presAssocID="{B3519E38-63D0-C745-ACC8-EE804C95AC35}" presName="parentLin" presStyleCnt="0"/>
      <dgm:spPr/>
    </dgm:pt>
    <dgm:pt modelId="{004EC6A0-F9A7-2B40-8F10-9B1A82403FEC}" type="pres">
      <dgm:prSet presAssocID="{B3519E38-63D0-C745-ACC8-EE804C95AC35}" presName="parentLeftMargin" presStyleLbl="node1" presStyleIdx="0" presStyleCnt="3"/>
      <dgm:spPr/>
    </dgm:pt>
    <dgm:pt modelId="{C76E62B7-E6F6-F44C-BFF3-94CA42A82033}" type="pres">
      <dgm:prSet presAssocID="{B3519E38-63D0-C745-ACC8-EE804C95AC35}" presName="parentText" presStyleLbl="node1" presStyleIdx="0" presStyleCnt="3">
        <dgm:presLayoutVars>
          <dgm:chMax val="0"/>
          <dgm:bulletEnabled val="1"/>
        </dgm:presLayoutVars>
      </dgm:prSet>
      <dgm:spPr/>
    </dgm:pt>
    <dgm:pt modelId="{9CAA6DB2-947F-A446-A29D-6B64E75E96AE}" type="pres">
      <dgm:prSet presAssocID="{B3519E38-63D0-C745-ACC8-EE804C95AC35}" presName="negativeSpace" presStyleCnt="0"/>
      <dgm:spPr/>
    </dgm:pt>
    <dgm:pt modelId="{F2EF543C-883A-3143-B8FF-3427F8EB3AC7}" type="pres">
      <dgm:prSet presAssocID="{B3519E38-63D0-C745-ACC8-EE804C95AC35}" presName="childText" presStyleLbl="conFgAcc1" presStyleIdx="0" presStyleCnt="3">
        <dgm:presLayoutVars>
          <dgm:bulletEnabled val="1"/>
        </dgm:presLayoutVars>
      </dgm:prSet>
      <dgm:spPr/>
    </dgm:pt>
    <dgm:pt modelId="{433FAB19-4D8F-E14A-AA3C-2126FF391E3C}" type="pres">
      <dgm:prSet presAssocID="{417CA3AF-5615-374B-A7CE-4199B5CAF923}" presName="spaceBetweenRectangles" presStyleCnt="0"/>
      <dgm:spPr/>
    </dgm:pt>
    <dgm:pt modelId="{61DB5EC3-F57B-734B-BD88-C465051E0148}" type="pres">
      <dgm:prSet presAssocID="{3631D0E9-8757-2143-A3AB-7D38666D66FE}" presName="parentLin" presStyleCnt="0"/>
      <dgm:spPr/>
    </dgm:pt>
    <dgm:pt modelId="{1E1A844A-30CB-3D47-B18C-D310F061AFD1}" type="pres">
      <dgm:prSet presAssocID="{3631D0E9-8757-2143-A3AB-7D38666D66FE}" presName="parentLeftMargin" presStyleLbl="node1" presStyleIdx="0" presStyleCnt="3"/>
      <dgm:spPr/>
    </dgm:pt>
    <dgm:pt modelId="{9CC9D5C0-7055-5F44-9C06-CD7F32234211}" type="pres">
      <dgm:prSet presAssocID="{3631D0E9-8757-2143-A3AB-7D38666D66FE}" presName="parentText" presStyleLbl="node1" presStyleIdx="1" presStyleCnt="3">
        <dgm:presLayoutVars>
          <dgm:chMax val="0"/>
          <dgm:bulletEnabled val="1"/>
        </dgm:presLayoutVars>
      </dgm:prSet>
      <dgm:spPr/>
    </dgm:pt>
    <dgm:pt modelId="{E4515CF9-119D-C247-9B13-7F001A077510}" type="pres">
      <dgm:prSet presAssocID="{3631D0E9-8757-2143-A3AB-7D38666D66FE}" presName="negativeSpace" presStyleCnt="0"/>
      <dgm:spPr/>
    </dgm:pt>
    <dgm:pt modelId="{CA916DCC-847C-7B4D-8447-2804E95D8344}" type="pres">
      <dgm:prSet presAssocID="{3631D0E9-8757-2143-A3AB-7D38666D66FE}" presName="childText" presStyleLbl="conFgAcc1" presStyleIdx="1" presStyleCnt="3">
        <dgm:presLayoutVars>
          <dgm:bulletEnabled val="1"/>
        </dgm:presLayoutVars>
      </dgm:prSet>
      <dgm:spPr/>
    </dgm:pt>
    <dgm:pt modelId="{D8B4CE58-EFAD-6248-A9B4-1F5EB1C12E74}" type="pres">
      <dgm:prSet presAssocID="{6FF3EE00-77BF-A44F-B2A8-0322AA87447F}" presName="spaceBetweenRectangles" presStyleCnt="0"/>
      <dgm:spPr/>
    </dgm:pt>
    <dgm:pt modelId="{2C5335F6-4159-0949-A37D-6FBA3FC7FF55}" type="pres">
      <dgm:prSet presAssocID="{33A697D3-29B7-B746-8116-2FD7AD65033F}" presName="parentLin" presStyleCnt="0"/>
      <dgm:spPr/>
    </dgm:pt>
    <dgm:pt modelId="{BAC87AA5-5913-7B49-BD6C-DD4C287E9944}" type="pres">
      <dgm:prSet presAssocID="{33A697D3-29B7-B746-8116-2FD7AD65033F}" presName="parentLeftMargin" presStyleLbl="node1" presStyleIdx="1" presStyleCnt="3"/>
      <dgm:spPr/>
    </dgm:pt>
    <dgm:pt modelId="{B6B6CCBA-6755-1B42-93ED-C3B536073808}" type="pres">
      <dgm:prSet presAssocID="{33A697D3-29B7-B746-8116-2FD7AD65033F}" presName="parentText" presStyleLbl="node1" presStyleIdx="2" presStyleCnt="3">
        <dgm:presLayoutVars>
          <dgm:chMax val="0"/>
          <dgm:bulletEnabled val="1"/>
        </dgm:presLayoutVars>
      </dgm:prSet>
      <dgm:spPr/>
    </dgm:pt>
    <dgm:pt modelId="{6B261F5C-683B-AC47-A41E-0CD037E423BC}" type="pres">
      <dgm:prSet presAssocID="{33A697D3-29B7-B746-8116-2FD7AD65033F}" presName="negativeSpace" presStyleCnt="0"/>
      <dgm:spPr/>
    </dgm:pt>
    <dgm:pt modelId="{57643F7F-6EBC-A944-A76A-1EA714F7B29A}" type="pres">
      <dgm:prSet presAssocID="{33A697D3-29B7-B746-8116-2FD7AD65033F}" presName="childText" presStyleLbl="conFgAcc1" presStyleIdx="2" presStyleCnt="3">
        <dgm:presLayoutVars>
          <dgm:bulletEnabled val="1"/>
        </dgm:presLayoutVars>
      </dgm:prSet>
      <dgm:spPr/>
    </dgm:pt>
  </dgm:ptLst>
  <dgm:cxnLst>
    <dgm:cxn modelId="{9DF69D25-686A-EF46-BAE2-8F3554D650CF}" type="presOf" srcId="{0303975F-41A2-CD4A-95C6-B90AE9CCD0E8}" destId="{F2EF543C-883A-3143-B8FF-3427F8EB3AC7}" srcOrd="0" destOrd="0" presId="urn:microsoft.com/office/officeart/2005/8/layout/list1"/>
    <dgm:cxn modelId="{B080592E-A450-0F4D-B17A-FF45E715F2A5}" type="presOf" srcId="{B3519E38-63D0-C745-ACC8-EE804C95AC35}" destId="{004EC6A0-F9A7-2B40-8F10-9B1A82403FEC}" srcOrd="0" destOrd="0" presId="urn:microsoft.com/office/officeart/2005/8/layout/list1"/>
    <dgm:cxn modelId="{C4CA2230-3E58-ED4B-A07E-53FFD2CACD85}" type="presOf" srcId="{E6054D81-C03C-0B42-885D-3F2A40AA5768}" destId="{CA916DCC-847C-7B4D-8447-2804E95D8344}" srcOrd="0" destOrd="0" presId="urn:microsoft.com/office/officeart/2005/8/layout/list1"/>
    <dgm:cxn modelId="{0CB6EC33-C134-B64C-98AB-FD79373F42CD}" srcId="{3631D0E9-8757-2143-A3AB-7D38666D66FE}" destId="{E6054D81-C03C-0B42-885D-3F2A40AA5768}" srcOrd="0" destOrd="0" parTransId="{65684EB3-4483-874F-88F1-578F58EB676B}" sibTransId="{2932F96E-393F-384A-BDA9-7EDC15706371}"/>
    <dgm:cxn modelId="{323D4443-BC85-2B4D-8185-00BB68A7901E}" type="presOf" srcId="{33A697D3-29B7-B746-8116-2FD7AD65033F}" destId="{B6B6CCBA-6755-1B42-93ED-C3B536073808}" srcOrd="1" destOrd="0" presId="urn:microsoft.com/office/officeart/2005/8/layout/list1"/>
    <dgm:cxn modelId="{6D1F084C-7196-9849-82AA-E8C272CF2DA9}" type="presOf" srcId="{ED7AD9D7-3B0E-AD4A-A751-1A9ABE56CAD3}" destId="{369495E0-661A-D54E-9903-279BA6D5B61A}" srcOrd="0" destOrd="0" presId="urn:microsoft.com/office/officeart/2005/8/layout/list1"/>
    <dgm:cxn modelId="{2ADE9E4D-385D-9C47-A2C1-3AC97DD06467}" srcId="{33A697D3-29B7-B746-8116-2FD7AD65033F}" destId="{1952EA18-C951-384E-BF02-1843609FED6D}" srcOrd="0" destOrd="0" parTransId="{D56DE5A7-A57C-4442-A7FC-59B2E67ACA63}" sibTransId="{6CD3FB62-6370-5C44-B004-FC80CC15B04D}"/>
    <dgm:cxn modelId="{B1352B72-FC01-8A42-B90E-4579E20AFEC8}" type="presOf" srcId="{3631D0E9-8757-2143-A3AB-7D38666D66FE}" destId="{1E1A844A-30CB-3D47-B18C-D310F061AFD1}" srcOrd="0" destOrd="0" presId="urn:microsoft.com/office/officeart/2005/8/layout/list1"/>
    <dgm:cxn modelId="{C39E5184-A606-5B4B-A14A-22FF9454D929}" srcId="{ED7AD9D7-3B0E-AD4A-A751-1A9ABE56CAD3}" destId="{B3519E38-63D0-C745-ACC8-EE804C95AC35}" srcOrd="0" destOrd="0" parTransId="{933BC3E5-7FBF-0D4A-A1CE-FBE646AA3425}" sibTransId="{417CA3AF-5615-374B-A7CE-4199B5CAF923}"/>
    <dgm:cxn modelId="{9F189987-02CC-9B44-965E-29F038D88E14}" srcId="{B3519E38-63D0-C745-ACC8-EE804C95AC35}" destId="{0303975F-41A2-CD4A-95C6-B90AE9CCD0E8}" srcOrd="0" destOrd="0" parTransId="{36689625-B2F0-374D-B85C-B44134124316}" sibTransId="{7039640A-098D-A140-AB94-48D72F4A0B7D}"/>
    <dgm:cxn modelId="{F2DF239E-7974-9346-9044-9477AABF7378}" type="presOf" srcId="{3631D0E9-8757-2143-A3AB-7D38666D66FE}" destId="{9CC9D5C0-7055-5F44-9C06-CD7F32234211}" srcOrd="1" destOrd="0" presId="urn:microsoft.com/office/officeart/2005/8/layout/list1"/>
    <dgm:cxn modelId="{79400DAE-76C1-744C-B182-29C6564F5FBE}" type="presOf" srcId="{1952EA18-C951-384E-BF02-1843609FED6D}" destId="{57643F7F-6EBC-A944-A76A-1EA714F7B29A}" srcOrd="0" destOrd="0" presId="urn:microsoft.com/office/officeart/2005/8/layout/list1"/>
    <dgm:cxn modelId="{A43B19B7-A505-334E-B2D6-8DA0AA07DEDF}" srcId="{ED7AD9D7-3B0E-AD4A-A751-1A9ABE56CAD3}" destId="{33A697D3-29B7-B746-8116-2FD7AD65033F}" srcOrd="2" destOrd="0" parTransId="{0C0A163C-42D1-D04D-A3B4-9F5591432C99}" sibTransId="{5D6161F5-E354-9D41-8B60-FF7FDFDF880D}"/>
    <dgm:cxn modelId="{6F3E9FBC-B3A4-C54F-AE7D-F469B23297A5}" type="presOf" srcId="{B3519E38-63D0-C745-ACC8-EE804C95AC35}" destId="{C76E62B7-E6F6-F44C-BFF3-94CA42A82033}" srcOrd="1" destOrd="0" presId="urn:microsoft.com/office/officeart/2005/8/layout/list1"/>
    <dgm:cxn modelId="{D09E20C3-9620-2F4F-AD87-9F8C1EE6EA9A}" srcId="{ED7AD9D7-3B0E-AD4A-A751-1A9ABE56CAD3}" destId="{3631D0E9-8757-2143-A3AB-7D38666D66FE}" srcOrd="1" destOrd="0" parTransId="{A5F12154-15B7-BB4B-8432-98F256618CAF}" sibTransId="{6FF3EE00-77BF-A44F-B2A8-0322AA87447F}"/>
    <dgm:cxn modelId="{21F312F8-B22A-0342-A590-8BB77E186959}" type="presOf" srcId="{33A697D3-29B7-B746-8116-2FD7AD65033F}" destId="{BAC87AA5-5913-7B49-BD6C-DD4C287E9944}" srcOrd="0" destOrd="0" presId="urn:microsoft.com/office/officeart/2005/8/layout/list1"/>
    <dgm:cxn modelId="{9D30093A-49FD-EE40-995C-118BF7592BEC}" type="presParOf" srcId="{369495E0-661A-D54E-9903-279BA6D5B61A}" destId="{222544F3-9B75-9A4C-BDF2-15649982E6B2}" srcOrd="0" destOrd="0" presId="urn:microsoft.com/office/officeart/2005/8/layout/list1"/>
    <dgm:cxn modelId="{4A0B0C3F-8DB2-5847-AE7F-BB3752E445DA}" type="presParOf" srcId="{222544F3-9B75-9A4C-BDF2-15649982E6B2}" destId="{004EC6A0-F9A7-2B40-8F10-9B1A82403FEC}" srcOrd="0" destOrd="0" presId="urn:microsoft.com/office/officeart/2005/8/layout/list1"/>
    <dgm:cxn modelId="{A4049CF2-9A55-F449-BE3D-AD699D16F3C5}" type="presParOf" srcId="{222544F3-9B75-9A4C-BDF2-15649982E6B2}" destId="{C76E62B7-E6F6-F44C-BFF3-94CA42A82033}" srcOrd="1" destOrd="0" presId="urn:microsoft.com/office/officeart/2005/8/layout/list1"/>
    <dgm:cxn modelId="{6E40AE29-9449-D542-903D-5C36FC38752F}" type="presParOf" srcId="{369495E0-661A-D54E-9903-279BA6D5B61A}" destId="{9CAA6DB2-947F-A446-A29D-6B64E75E96AE}" srcOrd="1" destOrd="0" presId="urn:microsoft.com/office/officeart/2005/8/layout/list1"/>
    <dgm:cxn modelId="{489BEC54-F20F-5748-A2AC-F43D83B53CA5}" type="presParOf" srcId="{369495E0-661A-D54E-9903-279BA6D5B61A}" destId="{F2EF543C-883A-3143-B8FF-3427F8EB3AC7}" srcOrd="2" destOrd="0" presId="urn:microsoft.com/office/officeart/2005/8/layout/list1"/>
    <dgm:cxn modelId="{B31E3337-DCF4-C447-B230-F68F10FD4B3A}" type="presParOf" srcId="{369495E0-661A-D54E-9903-279BA6D5B61A}" destId="{433FAB19-4D8F-E14A-AA3C-2126FF391E3C}" srcOrd="3" destOrd="0" presId="urn:microsoft.com/office/officeart/2005/8/layout/list1"/>
    <dgm:cxn modelId="{5B1BEEC1-4ED7-1A4D-ABA0-374D6CAAA3FD}" type="presParOf" srcId="{369495E0-661A-D54E-9903-279BA6D5B61A}" destId="{61DB5EC3-F57B-734B-BD88-C465051E0148}" srcOrd="4" destOrd="0" presId="urn:microsoft.com/office/officeart/2005/8/layout/list1"/>
    <dgm:cxn modelId="{742BC711-858E-B44A-BCF0-F73EE39FD926}" type="presParOf" srcId="{61DB5EC3-F57B-734B-BD88-C465051E0148}" destId="{1E1A844A-30CB-3D47-B18C-D310F061AFD1}" srcOrd="0" destOrd="0" presId="urn:microsoft.com/office/officeart/2005/8/layout/list1"/>
    <dgm:cxn modelId="{C1AEEFF5-616E-9C4C-9B2B-B8C02D750512}" type="presParOf" srcId="{61DB5EC3-F57B-734B-BD88-C465051E0148}" destId="{9CC9D5C0-7055-5F44-9C06-CD7F32234211}" srcOrd="1" destOrd="0" presId="urn:microsoft.com/office/officeart/2005/8/layout/list1"/>
    <dgm:cxn modelId="{C4FA89A6-A181-DF4A-A760-BB3FA269555F}" type="presParOf" srcId="{369495E0-661A-D54E-9903-279BA6D5B61A}" destId="{E4515CF9-119D-C247-9B13-7F001A077510}" srcOrd="5" destOrd="0" presId="urn:microsoft.com/office/officeart/2005/8/layout/list1"/>
    <dgm:cxn modelId="{4E85D950-5104-1447-BC70-2CA3FE33A699}" type="presParOf" srcId="{369495E0-661A-D54E-9903-279BA6D5B61A}" destId="{CA916DCC-847C-7B4D-8447-2804E95D8344}" srcOrd="6" destOrd="0" presId="urn:microsoft.com/office/officeart/2005/8/layout/list1"/>
    <dgm:cxn modelId="{85A350D0-38EB-5347-AEC8-8390F6C4F0FB}" type="presParOf" srcId="{369495E0-661A-D54E-9903-279BA6D5B61A}" destId="{D8B4CE58-EFAD-6248-A9B4-1F5EB1C12E74}" srcOrd="7" destOrd="0" presId="urn:microsoft.com/office/officeart/2005/8/layout/list1"/>
    <dgm:cxn modelId="{E8B62E37-F4AF-2141-9691-4C353A651C2B}" type="presParOf" srcId="{369495E0-661A-D54E-9903-279BA6D5B61A}" destId="{2C5335F6-4159-0949-A37D-6FBA3FC7FF55}" srcOrd="8" destOrd="0" presId="urn:microsoft.com/office/officeart/2005/8/layout/list1"/>
    <dgm:cxn modelId="{B5C5370B-E4C5-714C-9E85-299F77B79EC2}" type="presParOf" srcId="{2C5335F6-4159-0949-A37D-6FBA3FC7FF55}" destId="{BAC87AA5-5913-7B49-BD6C-DD4C287E9944}" srcOrd="0" destOrd="0" presId="urn:microsoft.com/office/officeart/2005/8/layout/list1"/>
    <dgm:cxn modelId="{FFDCA9A0-0371-644E-AFE5-996949541B34}" type="presParOf" srcId="{2C5335F6-4159-0949-A37D-6FBA3FC7FF55}" destId="{B6B6CCBA-6755-1B42-93ED-C3B536073808}" srcOrd="1" destOrd="0" presId="urn:microsoft.com/office/officeart/2005/8/layout/list1"/>
    <dgm:cxn modelId="{3E8C0C62-5095-4340-816E-3B79D77B0022}" type="presParOf" srcId="{369495E0-661A-D54E-9903-279BA6D5B61A}" destId="{6B261F5C-683B-AC47-A41E-0CD037E423BC}" srcOrd="9" destOrd="0" presId="urn:microsoft.com/office/officeart/2005/8/layout/list1"/>
    <dgm:cxn modelId="{34D25125-A8F9-134D-A8D6-76A19670A091}" type="presParOf" srcId="{369495E0-661A-D54E-9903-279BA6D5B61A}" destId="{57643F7F-6EBC-A944-A76A-1EA714F7B29A}"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19A291-1BBB-E142-A03E-1CF14D632E82}"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59FD4889-A857-9E49-BCCD-5C20CF4360D3}">
      <dgm:prSet phldrT="[Text]" custT="1"/>
      <dgm:spPr/>
      <dgm:t>
        <a:bodyPr/>
        <a:lstStyle/>
        <a:p>
          <a:r>
            <a:rPr lang="en-US" sz="3000" dirty="0"/>
            <a:t>Mutual Exclusion</a:t>
          </a:r>
        </a:p>
      </dgm:t>
    </dgm:pt>
    <dgm:pt modelId="{CA8C50E9-0D70-F94D-9284-5512391A9705}" type="parTrans" cxnId="{1389595F-9927-F140-B883-CBED9313F782}">
      <dgm:prSet/>
      <dgm:spPr/>
      <dgm:t>
        <a:bodyPr/>
        <a:lstStyle/>
        <a:p>
          <a:endParaRPr lang="en-US"/>
        </a:p>
      </dgm:t>
    </dgm:pt>
    <dgm:pt modelId="{CB15B6DE-EBE2-6E4D-92CC-C792A3BF5F11}" type="sibTrans" cxnId="{1389595F-9927-F140-B883-CBED9313F782}">
      <dgm:prSet/>
      <dgm:spPr/>
      <dgm:t>
        <a:bodyPr/>
        <a:lstStyle/>
        <a:p>
          <a:endParaRPr lang="en-US"/>
        </a:p>
      </dgm:t>
    </dgm:pt>
    <dgm:pt modelId="{0E3BFD0E-CA45-2B4D-AF18-959345078E41}">
      <dgm:prSet custT="1"/>
      <dgm:spPr/>
      <dgm:t>
        <a:bodyPr/>
        <a:lstStyle/>
        <a:p>
          <a:r>
            <a:rPr lang="en-US" sz="2000" dirty="0"/>
            <a:t>if access to a resource requires mutual exclusion then it must be supported by the OS</a:t>
          </a:r>
        </a:p>
      </dgm:t>
    </dgm:pt>
    <dgm:pt modelId="{1D477BAD-E25D-E045-9F4B-D148C5A3AF18}" type="parTrans" cxnId="{15697879-4AE8-E642-A677-251D8A74442E}">
      <dgm:prSet/>
      <dgm:spPr/>
      <dgm:t>
        <a:bodyPr/>
        <a:lstStyle/>
        <a:p>
          <a:endParaRPr lang="en-US" dirty="0"/>
        </a:p>
      </dgm:t>
    </dgm:pt>
    <dgm:pt modelId="{8BD52DFB-B64E-DF4B-897C-35DF474845E6}" type="sibTrans" cxnId="{15697879-4AE8-E642-A677-251D8A74442E}">
      <dgm:prSet/>
      <dgm:spPr/>
      <dgm:t>
        <a:bodyPr/>
        <a:lstStyle/>
        <a:p>
          <a:endParaRPr lang="en-US"/>
        </a:p>
      </dgm:t>
    </dgm:pt>
    <dgm:pt modelId="{DDA4127B-9362-6D4C-ACCC-00F7DD8B845D}">
      <dgm:prSet custT="1"/>
      <dgm:spPr/>
      <dgm:t>
        <a:bodyPr/>
        <a:lstStyle/>
        <a:p>
          <a:r>
            <a:rPr lang="en-US" sz="3000" dirty="0"/>
            <a:t>Hold and Wait</a:t>
          </a:r>
        </a:p>
      </dgm:t>
    </dgm:pt>
    <dgm:pt modelId="{C227E93E-7936-1B4B-BAB8-7B23A17C6507}" type="parTrans" cxnId="{E74054D5-3068-684A-A8CA-5F77D1646DD1}">
      <dgm:prSet/>
      <dgm:spPr/>
      <dgm:t>
        <a:bodyPr/>
        <a:lstStyle/>
        <a:p>
          <a:endParaRPr lang="en-US"/>
        </a:p>
      </dgm:t>
    </dgm:pt>
    <dgm:pt modelId="{38B749B8-B0C5-6B4E-B6CC-B9BF7F843024}" type="sibTrans" cxnId="{E74054D5-3068-684A-A8CA-5F77D1646DD1}">
      <dgm:prSet/>
      <dgm:spPr/>
      <dgm:t>
        <a:bodyPr/>
        <a:lstStyle/>
        <a:p>
          <a:endParaRPr lang="en-US"/>
        </a:p>
      </dgm:t>
    </dgm:pt>
    <dgm:pt modelId="{B84F91DA-5307-B845-8836-509C6A2AEFB2}">
      <dgm:prSet custT="1"/>
      <dgm:spPr/>
      <dgm:t>
        <a:bodyPr/>
        <a:lstStyle/>
        <a:p>
          <a:r>
            <a:rPr lang="en-US" sz="2000" dirty="0"/>
            <a:t>require that a process request all of its required resources at one time and blocking the process until all requests can be granted simultaneously</a:t>
          </a:r>
        </a:p>
      </dgm:t>
    </dgm:pt>
    <dgm:pt modelId="{235DB11C-76D5-FB49-8ECA-14FACE1EB926}" type="parTrans" cxnId="{E0F65E9E-7115-F646-9AE6-48DD925A505D}">
      <dgm:prSet/>
      <dgm:spPr/>
      <dgm:t>
        <a:bodyPr/>
        <a:lstStyle/>
        <a:p>
          <a:endParaRPr lang="en-US" dirty="0"/>
        </a:p>
      </dgm:t>
    </dgm:pt>
    <dgm:pt modelId="{62301719-FDD7-2B46-9C1E-86DE9BCAF484}" type="sibTrans" cxnId="{E0F65E9E-7115-F646-9AE6-48DD925A505D}">
      <dgm:prSet/>
      <dgm:spPr/>
      <dgm:t>
        <a:bodyPr/>
        <a:lstStyle/>
        <a:p>
          <a:endParaRPr lang="en-US"/>
        </a:p>
      </dgm:t>
    </dgm:pt>
    <dgm:pt modelId="{9E20200B-BDEC-584A-AE68-9E2949419DE0}" type="pres">
      <dgm:prSet presAssocID="{A119A291-1BBB-E142-A03E-1CF14D632E82}" presName="diagram" presStyleCnt="0">
        <dgm:presLayoutVars>
          <dgm:chPref val="1"/>
          <dgm:dir/>
          <dgm:animOne val="branch"/>
          <dgm:animLvl val="lvl"/>
          <dgm:resizeHandles/>
        </dgm:presLayoutVars>
      </dgm:prSet>
      <dgm:spPr/>
    </dgm:pt>
    <dgm:pt modelId="{F4C5D177-745F-1A40-9B41-8744921058B6}" type="pres">
      <dgm:prSet presAssocID="{59FD4889-A857-9E49-BCCD-5C20CF4360D3}" presName="root" presStyleCnt="0"/>
      <dgm:spPr/>
    </dgm:pt>
    <dgm:pt modelId="{3A905F58-43A6-B142-A6A3-7CAD0FF59C4C}" type="pres">
      <dgm:prSet presAssocID="{59FD4889-A857-9E49-BCCD-5C20CF4360D3}" presName="rootComposite" presStyleCnt="0"/>
      <dgm:spPr/>
    </dgm:pt>
    <dgm:pt modelId="{12FF2B9D-26D2-A44F-9E18-FDC677BD1D09}" type="pres">
      <dgm:prSet presAssocID="{59FD4889-A857-9E49-BCCD-5C20CF4360D3}" presName="rootText" presStyleLbl="node1" presStyleIdx="0" presStyleCnt="2"/>
      <dgm:spPr/>
    </dgm:pt>
    <dgm:pt modelId="{C53B0DB4-A3BE-834A-AD14-3FA89BAF9B6A}" type="pres">
      <dgm:prSet presAssocID="{59FD4889-A857-9E49-BCCD-5C20CF4360D3}" presName="rootConnector" presStyleLbl="node1" presStyleIdx="0" presStyleCnt="2"/>
      <dgm:spPr/>
    </dgm:pt>
    <dgm:pt modelId="{ED7ED8AD-8D49-794D-802A-0F87DEE2DA81}" type="pres">
      <dgm:prSet presAssocID="{59FD4889-A857-9E49-BCCD-5C20CF4360D3}" presName="childShape" presStyleCnt="0"/>
      <dgm:spPr/>
    </dgm:pt>
    <dgm:pt modelId="{60F002DE-5B92-314F-B8EB-59BEC6FCAD53}" type="pres">
      <dgm:prSet presAssocID="{1D477BAD-E25D-E045-9F4B-D148C5A3AF18}" presName="Name13" presStyleLbl="parChTrans1D2" presStyleIdx="0" presStyleCnt="2"/>
      <dgm:spPr/>
    </dgm:pt>
    <dgm:pt modelId="{37630BD2-C147-434D-9AE2-A781C2BD8B3D}" type="pres">
      <dgm:prSet presAssocID="{0E3BFD0E-CA45-2B4D-AF18-959345078E41}" presName="childText" presStyleLbl="bgAcc1" presStyleIdx="0" presStyleCnt="2">
        <dgm:presLayoutVars>
          <dgm:bulletEnabled val="1"/>
        </dgm:presLayoutVars>
      </dgm:prSet>
      <dgm:spPr/>
    </dgm:pt>
    <dgm:pt modelId="{DE815D5E-F14E-A04B-A578-B509F8B7EE08}" type="pres">
      <dgm:prSet presAssocID="{DDA4127B-9362-6D4C-ACCC-00F7DD8B845D}" presName="root" presStyleCnt="0"/>
      <dgm:spPr/>
    </dgm:pt>
    <dgm:pt modelId="{2E48A3B0-5CE4-A440-B011-2DFAC4B3D4FC}" type="pres">
      <dgm:prSet presAssocID="{DDA4127B-9362-6D4C-ACCC-00F7DD8B845D}" presName="rootComposite" presStyleCnt="0"/>
      <dgm:spPr/>
    </dgm:pt>
    <dgm:pt modelId="{F0B0B8F8-69E5-5349-82BB-435D76CEDD77}" type="pres">
      <dgm:prSet presAssocID="{DDA4127B-9362-6D4C-ACCC-00F7DD8B845D}" presName="rootText" presStyleLbl="node1" presStyleIdx="1" presStyleCnt="2"/>
      <dgm:spPr/>
    </dgm:pt>
    <dgm:pt modelId="{281B9D59-CF02-654A-AF7E-03E996300BBC}" type="pres">
      <dgm:prSet presAssocID="{DDA4127B-9362-6D4C-ACCC-00F7DD8B845D}" presName="rootConnector" presStyleLbl="node1" presStyleIdx="1" presStyleCnt="2"/>
      <dgm:spPr/>
    </dgm:pt>
    <dgm:pt modelId="{11860993-9DFE-464F-AC3E-D4DFFA9EA3C6}" type="pres">
      <dgm:prSet presAssocID="{DDA4127B-9362-6D4C-ACCC-00F7DD8B845D}" presName="childShape" presStyleCnt="0"/>
      <dgm:spPr/>
    </dgm:pt>
    <dgm:pt modelId="{5E003098-C1CA-7547-973E-268F1C53ECA3}" type="pres">
      <dgm:prSet presAssocID="{235DB11C-76D5-FB49-8ECA-14FACE1EB926}" presName="Name13" presStyleLbl="parChTrans1D2" presStyleIdx="1" presStyleCnt="2"/>
      <dgm:spPr/>
    </dgm:pt>
    <dgm:pt modelId="{A4ACE6A4-5292-684B-BADA-4484BB0C4C6D}" type="pres">
      <dgm:prSet presAssocID="{B84F91DA-5307-B845-8836-509C6A2AEFB2}" presName="childText" presStyleLbl="bgAcc1" presStyleIdx="1" presStyleCnt="2" custScaleX="108745" custScaleY="158059">
        <dgm:presLayoutVars>
          <dgm:bulletEnabled val="1"/>
        </dgm:presLayoutVars>
      </dgm:prSet>
      <dgm:spPr/>
    </dgm:pt>
  </dgm:ptLst>
  <dgm:cxnLst>
    <dgm:cxn modelId="{7DA5220F-8A58-1D4C-AD96-39DC1A8393B4}" type="presOf" srcId="{59FD4889-A857-9E49-BCCD-5C20CF4360D3}" destId="{C53B0DB4-A3BE-834A-AD14-3FA89BAF9B6A}" srcOrd="1" destOrd="0" presId="urn:microsoft.com/office/officeart/2005/8/layout/hierarchy3"/>
    <dgm:cxn modelId="{75DD0C1D-FC41-8741-8081-05860B99CA7A}" type="presOf" srcId="{0E3BFD0E-CA45-2B4D-AF18-959345078E41}" destId="{37630BD2-C147-434D-9AE2-A781C2BD8B3D}" srcOrd="0" destOrd="0" presId="urn:microsoft.com/office/officeart/2005/8/layout/hierarchy3"/>
    <dgm:cxn modelId="{949DC736-CD59-E445-918A-47D559EB25FD}" type="presOf" srcId="{59FD4889-A857-9E49-BCCD-5C20CF4360D3}" destId="{12FF2B9D-26D2-A44F-9E18-FDC677BD1D09}" srcOrd="0" destOrd="0" presId="urn:microsoft.com/office/officeart/2005/8/layout/hierarchy3"/>
    <dgm:cxn modelId="{312D5343-51C1-944B-B789-7569E7F580A0}" type="presOf" srcId="{1D477BAD-E25D-E045-9F4B-D148C5A3AF18}" destId="{60F002DE-5B92-314F-B8EB-59BEC6FCAD53}" srcOrd="0" destOrd="0" presId="urn:microsoft.com/office/officeart/2005/8/layout/hierarchy3"/>
    <dgm:cxn modelId="{1389595F-9927-F140-B883-CBED9313F782}" srcId="{A119A291-1BBB-E142-A03E-1CF14D632E82}" destId="{59FD4889-A857-9E49-BCCD-5C20CF4360D3}" srcOrd="0" destOrd="0" parTransId="{CA8C50E9-0D70-F94D-9284-5512391A9705}" sibTransId="{CB15B6DE-EBE2-6E4D-92CC-C792A3BF5F11}"/>
    <dgm:cxn modelId="{15697879-4AE8-E642-A677-251D8A74442E}" srcId="{59FD4889-A857-9E49-BCCD-5C20CF4360D3}" destId="{0E3BFD0E-CA45-2B4D-AF18-959345078E41}" srcOrd="0" destOrd="0" parTransId="{1D477BAD-E25D-E045-9F4B-D148C5A3AF18}" sibTransId="{8BD52DFB-B64E-DF4B-897C-35DF474845E6}"/>
    <dgm:cxn modelId="{7C82697B-C123-D844-BB26-F05E14DB5C1B}" type="presOf" srcId="{DDA4127B-9362-6D4C-ACCC-00F7DD8B845D}" destId="{281B9D59-CF02-654A-AF7E-03E996300BBC}" srcOrd="1" destOrd="0" presId="urn:microsoft.com/office/officeart/2005/8/layout/hierarchy3"/>
    <dgm:cxn modelId="{E0F65E9E-7115-F646-9AE6-48DD925A505D}" srcId="{DDA4127B-9362-6D4C-ACCC-00F7DD8B845D}" destId="{B84F91DA-5307-B845-8836-509C6A2AEFB2}" srcOrd="0" destOrd="0" parTransId="{235DB11C-76D5-FB49-8ECA-14FACE1EB926}" sibTransId="{62301719-FDD7-2B46-9C1E-86DE9BCAF484}"/>
    <dgm:cxn modelId="{E2A04AA0-340C-B147-903F-6AAC767F25E6}" type="presOf" srcId="{DDA4127B-9362-6D4C-ACCC-00F7DD8B845D}" destId="{F0B0B8F8-69E5-5349-82BB-435D76CEDD77}" srcOrd="0" destOrd="0" presId="urn:microsoft.com/office/officeart/2005/8/layout/hierarchy3"/>
    <dgm:cxn modelId="{FACC5AB7-3A72-BE41-A1A5-1722C13F648B}" type="presOf" srcId="{A119A291-1BBB-E142-A03E-1CF14D632E82}" destId="{9E20200B-BDEC-584A-AE68-9E2949419DE0}" srcOrd="0" destOrd="0" presId="urn:microsoft.com/office/officeart/2005/8/layout/hierarchy3"/>
    <dgm:cxn modelId="{E74054D5-3068-684A-A8CA-5F77D1646DD1}" srcId="{A119A291-1BBB-E142-A03E-1CF14D632E82}" destId="{DDA4127B-9362-6D4C-ACCC-00F7DD8B845D}" srcOrd="1" destOrd="0" parTransId="{C227E93E-7936-1B4B-BAB8-7B23A17C6507}" sibTransId="{38B749B8-B0C5-6B4E-B6CC-B9BF7F843024}"/>
    <dgm:cxn modelId="{E9FF2DF0-4D99-C748-9A94-D0A2DF567EB5}" type="presOf" srcId="{B84F91DA-5307-B845-8836-509C6A2AEFB2}" destId="{A4ACE6A4-5292-684B-BADA-4484BB0C4C6D}" srcOrd="0" destOrd="0" presId="urn:microsoft.com/office/officeart/2005/8/layout/hierarchy3"/>
    <dgm:cxn modelId="{85B5BFF0-30B2-EA4E-8256-686E7750A64D}" type="presOf" srcId="{235DB11C-76D5-FB49-8ECA-14FACE1EB926}" destId="{5E003098-C1CA-7547-973E-268F1C53ECA3}" srcOrd="0" destOrd="0" presId="urn:microsoft.com/office/officeart/2005/8/layout/hierarchy3"/>
    <dgm:cxn modelId="{90B5603F-E6E4-5F48-B8AC-C05DB1866690}" type="presParOf" srcId="{9E20200B-BDEC-584A-AE68-9E2949419DE0}" destId="{F4C5D177-745F-1A40-9B41-8744921058B6}" srcOrd="0" destOrd="0" presId="urn:microsoft.com/office/officeart/2005/8/layout/hierarchy3"/>
    <dgm:cxn modelId="{C97F5258-9D63-B145-A46F-113213180198}" type="presParOf" srcId="{F4C5D177-745F-1A40-9B41-8744921058B6}" destId="{3A905F58-43A6-B142-A6A3-7CAD0FF59C4C}" srcOrd="0" destOrd="0" presId="urn:microsoft.com/office/officeart/2005/8/layout/hierarchy3"/>
    <dgm:cxn modelId="{9B416D6C-7F34-9645-8AE5-242162C2EC9B}" type="presParOf" srcId="{3A905F58-43A6-B142-A6A3-7CAD0FF59C4C}" destId="{12FF2B9D-26D2-A44F-9E18-FDC677BD1D09}" srcOrd="0" destOrd="0" presId="urn:microsoft.com/office/officeart/2005/8/layout/hierarchy3"/>
    <dgm:cxn modelId="{A8BDE643-E1A2-A842-9DE6-7FBC46405AE4}" type="presParOf" srcId="{3A905F58-43A6-B142-A6A3-7CAD0FF59C4C}" destId="{C53B0DB4-A3BE-834A-AD14-3FA89BAF9B6A}" srcOrd="1" destOrd="0" presId="urn:microsoft.com/office/officeart/2005/8/layout/hierarchy3"/>
    <dgm:cxn modelId="{89865BD1-0471-2B4C-9421-0228AE02F91B}" type="presParOf" srcId="{F4C5D177-745F-1A40-9B41-8744921058B6}" destId="{ED7ED8AD-8D49-794D-802A-0F87DEE2DA81}" srcOrd="1" destOrd="0" presId="urn:microsoft.com/office/officeart/2005/8/layout/hierarchy3"/>
    <dgm:cxn modelId="{51FB8813-EA20-444D-9A43-010643ADF9A3}" type="presParOf" srcId="{ED7ED8AD-8D49-794D-802A-0F87DEE2DA81}" destId="{60F002DE-5B92-314F-B8EB-59BEC6FCAD53}" srcOrd="0" destOrd="0" presId="urn:microsoft.com/office/officeart/2005/8/layout/hierarchy3"/>
    <dgm:cxn modelId="{4ACC95A3-058E-C844-9CBB-3E6449A28CA6}" type="presParOf" srcId="{ED7ED8AD-8D49-794D-802A-0F87DEE2DA81}" destId="{37630BD2-C147-434D-9AE2-A781C2BD8B3D}" srcOrd="1" destOrd="0" presId="urn:microsoft.com/office/officeart/2005/8/layout/hierarchy3"/>
    <dgm:cxn modelId="{A140C082-42B7-BE4D-8445-3F02714D185E}" type="presParOf" srcId="{9E20200B-BDEC-584A-AE68-9E2949419DE0}" destId="{DE815D5E-F14E-A04B-A578-B509F8B7EE08}" srcOrd="1" destOrd="0" presId="urn:microsoft.com/office/officeart/2005/8/layout/hierarchy3"/>
    <dgm:cxn modelId="{1CDCF394-64E6-6949-B72D-CD1BCE64A5B5}" type="presParOf" srcId="{DE815D5E-F14E-A04B-A578-B509F8B7EE08}" destId="{2E48A3B0-5CE4-A440-B011-2DFAC4B3D4FC}" srcOrd="0" destOrd="0" presId="urn:microsoft.com/office/officeart/2005/8/layout/hierarchy3"/>
    <dgm:cxn modelId="{9502E679-0F04-2947-91F9-F5D58127AFAE}" type="presParOf" srcId="{2E48A3B0-5CE4-A440-B011-2DFAC4B3D4FC}" destId="{F0B0B8F8-69E5-5349-82BB-435D76CEDD77}" srcOrd="0" destOrd="0" presId="urn:microsoft.com/office/officeart/2005/8/layout/hierarchy3"/>
    <dgm:cxn modelId="{58626D98-D12C-DA49-AE63-2AF9D587862F}" type="presParOf" srcId="{2E48A3B0-5CE4-A440-B011-2DFAC4B3D4FC}" destId="{281B9D59-CF02-654A-AF7E-03E996300BBC}" srcOrd="1" destOrd="0" presId="urn:microsoft.com/office/officeart/2005/8/layout/hierarchy3"/>
    <dgm:cxn modelId="{F21EEBCD-4121-E349-B4DD-4B1FA9931D9A}" type="presParOf" srcId="{DE815D5E-F14E-A04B-A578-B509F8B7EE08}" destId="{11860993-9DFE-464F-AC3E-D4DFFA9EA3C6}" srcOrd="1" destOrd="0" presId="urn:microsoft.com/office/officeart/2005/8/layout/hierarchy3"/>
    <dgm:cxn modelId="{F014F57A-F536-F648-8539-11CB17868DA5}" type="presParOf" srcId="{11860993-9DFE-464F-AC3E-D4DFFA9EA3C6}" destId="{5E003098-C1CA-7547-973E-268F1C53ECA3}" srcOrd="0" destOrd="0" presId="urn:microsoft.com/office/officeart/2005/8/layout/hierarchy3"/>
    <dgm:cxn modelId="{331BE923-687A-B647-B7DD-14CFE41C82D9}" type="presParOf" srcId="{11860993-9DFE-464F-AC3E-D4DFFA9EA3C6}" destId="{A4ACE6A4-5292-684B-BADA-4484BB0C4C6D}"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157F3D1-00E5-A844-9B9B-E8949A19C561}" type="doc">
      <dgm:prSet loTypeId="urn:microsoft.com/office/officeart/2005/8/layout/radial1" loCatId="relationship" qsTypeId="urn:microsoft.com/office/officeart/2005/8/quickstyle/simple4" qsCatId="simple" csTypeId="urn:microsoft.com/office/officeart/2005/8/colors/accent1_2" csCatId="accent1" phldr="1"/>
      <dgm:spPr/>
      <dgm:t>
        <a:bodyPr/>
        <a:lstStyle/>
        <a:p>
          <a:endParaRPr lang="en-US"/>
        </a:p>
      </dgm:t>
    </dgm:pt>
    <dgm:pt modelId="{3729A948-E60F-B544-8E88-22E92FB36AFB}">
      <dgm:prSet phldrT="[Text]" custT="1"/>
      <dgm:spPr>
        <a:solidFill>
          <a:schemeClr val="accent6">
            <a:alpha val="76000"/>
          </a:schemeClr>
        </a:solidFill>
      </dgm:spPr>
      <dgm:t>
        <a:bodyPr/>
        <a:lstStyle/>
        <a:p>
          <a:r>
            <a:rPr lang="en-US" sz="2600" dirty="0"/>
            <a:t>Deadlock Avoidance</a:t>
          </a:r>
        </a:p>
      </dgm:t>
    </dgm:pt>
    <dgm:pt modelId="{1C56D178-35F1-AA4C-AB32-A81B70A68A80}" type="parTrans" cxnId="{95A57133-729E-6449-AE42-9094B8E404E8}">
      <dgm:prSet/>
      <dgm:spPr/>
      <dgm:t>
        <a:bodyPr/>
        <a:lstStyle/>
        <a:p>
          <a:endParaRPr lang="en-US"/>
        </a:p>
      </dgm:t>
    </dgm:pt>
    <dgm:pt modelId="{D4B67213-9F0E-A149-9486-D0161B0E714B}" type="sibTrans" cxnId="{95A57133-729E-6449-AE42-9094B8E404E8}">
      <dgm:prSet/>
      <dgm:spPr/>
      <dgm:t>
        <a:bodyPr/>
        <a:lstStyle/>
        <a:p>
          <a:endParaRPr lang="en-US"/>
        </a:p>
      </dgm:t>
    </dgm:pt>
    <dgm:pt modelId="{F062EC3C-6EFC-E549-B0A6-36A5EF2F31B8}">
      <dgm:prSet phldrT="[Text]" custT="1"/>
      <dgm:spPr/>
      <dgm:t>
        <a:bodyPr/>
        <a:lstStyle/>
        <a:p>
          <a:r>
            <a:rPr lang="en-US" sz="2200" b="1" dirty="0"/>
            <a:t>Process Initiation Denial</a:t>
          </a:r>
        </a:p>
      </dgm:t>
    </dgm:pt>
    <dgm:pt modelId="{C3196ED2-479E-7141-93AC-F6A89FA2C6ED}" type="parTrans" cxnId="{365D9A90-0310-664C-957B-92412EC2F4DE}">
      <dgm:prSet/>
      <dgm:spPr/>
      <dgm:t>
        <a:bodyPr/>
        <a:lstStyle/>
        <a:p>
          <a:endParaRPr lang="en-US"/>
        </a:p>
      </dgm:t>
    </dgm:pt>
    <dgm:pt modelId="{E2889486-61D9-7E4B-AF3C-E41B87D58131}" type="sibTrans" cxnId="{365D9A90-0310-664C-957B-92412EC2F4DE}">
      <dgm:prSet/>
      <dgm:spPr/>
      <dgm:t>
        <a:bodyPr/>
        <a:lstStyle/>
        <a:p>
          <a:endParaRPr lang="en-US"/>
        </a:p>
      </dgm:t>
    </dgm:pt>
    <dgm:pt modelId="{58D67F14-4061-DE48-85BD-34BBC8A13C18}">
      <dgm:prSet phldrT="[Text]" custT="1"/>
      <dgm:spPr/>
      <dgm:t>
        <a:bodyPr/>
        <a:lstStyle/>
        <a:p>
          <a:r>
            <a:rPr lang="en-US" sz="2200" b="1" dirty="0"/>
            <a:t>Resource Allocation Denial</a:t>
          </a:r>
        </a:p>
      </dgm:t>
    </dgm:pt>
    <dgm:pt modelId="{B5FA1B05-BE5A-B048-B56B-8D581D15F0E3}" type="parTrans" cxnId="{F29EA5CE-4F67-0241-9A91-EFEEDE3432A4}">
      <dgm:prSet/>
      <dgm:spPr/>
      <dgm:t>
        <a:bodyPr/>
        <a:lstStyle/>
        <a:p>
          <a:endParaRPr lang="en-US"/>
        </a:p>
      </dgm:t>
    </dgm:pt>
    <dgm:pt modelId="{5747ED66-9B3C-4145-936F-DB7D4A95957F}" type="sibTrans" cxnId="{F29EA5CE-4F67-0241-9A91-EFEEDE3432A4}">
      <dgm:prSet/>
      <dgm:spPr/>
      <dgm:t>
        <a:bodyPr/>
        <a:lstStyle/>
        <a:p>
          <a:endParaRPr lang="en-US"/>
        </a:p>
      </dgm:t>
    </dgm:pt>
    <dgm:pt modelId="{F6D919FA-8043-1648-9435-3B044C874DF4}">
      <dgm:prSet custT="1"/>
      <dgm:spPr/>
      <dgm:t>
        <a:bodyPr/>
        <a:lstStyle/>
        <a:p>
          <a:r>
            <a:rPr lang="en-US" sz="1800" dirty="0"/>
            <a:t>do not start a process if its demands might lead to deadlock</a:t>
          </a:r>
        </a:p>
      </dgm:t>
    </dgm:pt>
    <dgm:pt modelId="{34BBCD0B-09C0-5C40-985D-722C6A8B8D4A}" type="parTrans" cxnId="{12064706-20F2-D544-AD8A-354D74175A74}">
      <dgm:prSet/>
      <dgm:spPr/>
      <dgm:t>
        <a:bodyPr/>
        <a:lstStyle/>
        <a:p>
          <a:endParaRPr lang="en-US"/>
        </a:p>
      </dgm:t>
    </dgm:pt>
    <dgm:pt modelId="{1BEA73A2-B2F5-744E-A0A4-92D6B3CBFC0C}" type="sibTrans" cxnId="{12064706-20F2-D544-AD8A-354D74175A74}">
      <dgm:prSet/>
      <dgm:spPr/>
      <dgm:t>
        <a:bodyPr/>
        <a:lstStyle/>
        <a:p>
          <a:endParaRPr lang="en-US"/>
        </a:p>
      </dgm:t>
    </dgm:pt>
    <dgm:pt modelId="{7DCF3586-AFD8-8F4A-B7BD-6F0866B52735}">
      <dgm:prSet custT="1"/>
      <dgm:spPr/>
      <dgm:t>
        <a:bodyPr/>
        <a:lstStyle/>
        <a:p>
          <a:r>
            <a:rPr lang="en-US" sz="1800" dirty="0"/>
            <a:t>do not grant an incremental resource request to a process if this allocation might lead to deadlock</a:t>
          </a:r>
        </a:p>
      </dgm:t>
    </dgm:pt>
    <dgm:pt modelId="{B7BE8777-84B3-E143-A280-3211AF91B6DD}" type="parTrans" cxnId="{7D626A3E-19C6-2A40-A03A-A04A860F1287}">
      <dgm:prSet/>
      <dgm:spPr/>
      <dgm:t>
        <a:bodyPr/>
        <a:lstStyle/>
        <a:p>
          <a:endParaRPr lang="en-US"/>
        </a:p>
      </dgm:t>
    </dgm:pt>
    <dgm:pt modelId="{5C6E8599-4CCA-8A4F-B7DB-D7B260D92DE7}" type="sibTrans" cxnId="{7D626A3E-19C6-2A40-A03A-A04A860F1287}">
      <dgm:prSet/>
      <dgm:spPr/>
      <dgm:t>
        <a:bodyPr/>
        <a:lstStyle/>
        <a:p>
          <a:endParaRPr lang="en-US"/>
        </a:p>
      </dgm:t>
    </dgm:pt>
    <dgm:pt modelId="{BD37C29E-7B23-4A4E-A1DC-E66BDFE0426D}" type="pres">
      <dgm:prSet presAssocID="{8157F3D1-00E5-A844-9B9B-E8949A19C561}" presName="cycle" presStyleCnt="0">
        <dgm:presLayoutVars>
          <dgm:chMax val="1"/>
          <dgm:dir/>
          <dgm:animLvl val="ctr"/>
          <dgm:resizeHandles val="exact"/>
        </dgm:presLayoutVars>
      </dgm:prSet>
      <dgm:spPr/>
    </dgm:pt>
    <dgm:pt modelId="{33750716-0DAC-BC40-8E79-75B3BD9B9C84}" type="pres">
      <dgm:prSet presAssocID="{3729A948-E60F-B544-8E88-22E92FB36AFB}" presName="centerShape" presStyleLbl="node0" presStyleIdx="0" presStyleCnt="1" custScaleX="176560" custScaleY="139158" custLinFactNeighborX="3522" custLinFactNeighborY="-28132"/>
      <dgm:spPr/>
    </dgm:pt>
    <dgm:pt modelId="{4E01D2EE-6258-AD44-9D8B-05B084D8A730}" type="pres">
      <dgm:prSet presAssocID="{C3196ED2-479E-7141-93AC-F6A89FA2C6ED}" presName="Name9" presStyleLbl="parChTrans1D2" presStyleIdx="0" presStyleCnt="2"/>
      <dgm:spPr/>
    </dgm:pt>
    <dgm:pt modelId="{B6E620A8-3870-184F-A4DF-FE9D56D0980F}" type="pres">
      <dgm:prSet presAssocID="{C3196ED2-479E-7141-93AC-F6A89FA2C6ED}" presName="connTx" presStyleLbl="parChTrans1D2" presStyleIdx="0" presStyleCnt="2"/>
      <dgm:spPr/>
    </dgm:pt>
    <dgm:pt modelId="{79B14E63-805C-DE41-B89C-2B3688158754}" type="pres">
      <dgm:prSet presAssocID="{F062EC3C-6EFC-E549-B0A6-36A5EF2F31B8}" presName="node" presStyleLbl="node1" presStyleIdx="0" presStyleCnt="2" custScaleX="239476" custScaleY="210379" custRadScaleRad="153984" custRadScaleInc="117555">
        <dgm:presLayoutVars>
          <dgm:bulletEnabled val="1"/>
        </dgm:presLayoutVars>
      </dgm:prSet>
      <dgm:spPr/>
    </dgm:pt>
    <dgm:pt modelId="{9B94989B-A7B3-AC47-8930-E2D0EEEB1BF1}" type="pres">
      <dgm:prSet presAssocID="{B5FA1B05-BE5A-B048-B56B-8D581D15F0E3}" presName="Name9" presStyleLbl="parChTrans1D2" presStyleIdx="1" presStyleCnt="2"/>
      <dgm:spPr/>
    </dgm:pt>
    <dgm:pt modelId="{37EF3EA1-0525-9443-B14B-E7519F79A5FD}" type="pres">
      <dgm:prSet presAssocID="{B5FA1B05-BE5A-B048-B56B-8D581D15F0E3}" presName="connTx" presStyleLbl="parChTrans1D2" presStyleIdx="1" presStyleCnt="2"/>
      <dgm:spPr/>
    </dgm:pt>
    <dgm:pt modelId="{215F23CF-03EA-F24E-BC55-33B92E2BE58F}" type="pres">
      <dgm:prSet presAssocID="{58D67F14-4061-DE48-85BD-34BBC8A13C18}" presName="node" presStyleLbl="node1" presStyleIdx="1" presStyleCnt="2" custScaleX="266803" custScaleY="219002" custRadScaleRad="128497" custRadScaleInc="77098">
        <dgm:presLayoutVars>
          <dgm:bulletEnabled val="1"/>
        </dgm:presLayoutVars>
      </dgm:prSet>
      <dgm:spPr/>
    </dgm:pt>
  </dgm:ptLst>
  <dgm:cxnLst>
    <dgm:cxn modelId="{12064706-20F2-D544-AD8A-354D74175A74}" srcId="{F062EC3C-6EFC-E549-B0A6-36A5EF2F31B8}" destId="{F6D919FA-8043-1648-9435-3B044C874DF4}" srcOrd="0" destOrd="0" parTransId="{34BBCD0B-09C0-5C40-985D-722C6A8B8D4A}" sibTransId="{1BEA73A2-B2F5-744E-A0A4-92D6B3CBFC0C}"/>
    <dgm:cxn modelId="{95A57133-729E-6449-AE42-9094B8E404E8}" srcId="{8157F3D1-00E5-A844-9B9B-E8949A19C561}" destId="{3729A948-E60F-B544-8E88-22E92FB36AFB}" srcOrd="0" destOrd="0" parTransId="{1C56D178-35F1-AA4C-AB32-A81B70A68A80}" sibTransId="{D4B67213-9F0E-A149-9486-D0161B0E714B}"/>
    <dgm:cxn modelId="{9053543A-13DB-E14F-849E-166660EADE3B}" type="presOf" srcId="{C3196ED2-479E-7141-93AC-F6A89FA2C6ED}" destId="{B6E620A8-3870-184F-A4DF-FE9D56D0980F}" srcOrd="1" destOrd="0" presId="urn:microsoft.com/office/officeart/2005/8/layout/radial1"/>
    <dgm:cxn modelId="{7D626A3E-19C6-2A40-A03A-A04A860F1287}" srcId="{58D67F14-4061-DE48-85BD-34BBC8A13C18}" destId="{7DCF3586-AFD8-8F4A-B7BD-6F0866B52735}" srcOrd="0" destOrd="0" parTransId="{B7BE8777-84B3-E143-A280-3211AF91B6DD}" sibTransId="{5C6E8599-4CCA-8A4F-B7DB-D7B260D92DE7}"/>
    <dgm:cxn modelId="{8944B358-411D-EC4D-97D8-D76732BADC3F}" type="presOf" srcId="{3729A948-E60F-B544-8E88-22E92FB36AFB}" destId="{33750716-0DAC-BC40-8E79-75B3BD9B9C84}" srcOrd="0" destOrd="0" presId="urn:microsoft.com/office/officeart/2005/8/layout/radial1"/>
    <dgm:cxn modelId="{34F2E961-D244-4D43-A4A1-955F3C2DA5A2}" type="presOf" srcId="{F6D919FA-8043-1648-9435-3B044C874DF4}" destId="{79B14E63-805C-DE41-B89C-2B3688158754}" srcOrd="0" destOrd="1" presId="urn:microsoft.com/office/officeart/2005/8/layout/radial1"/>
    <dgm:cxn modelId="{B95D468E-E127-104C-B7FB-9918187EC789}" type="presOf" srcId="{B5FA1B05-BE5A-B048-B56B-8D581D15F0E3}" destId="{9B94989B-A7B3-AC47-8930-E2D0EEEB1BF1}" srcOrd="0" destOrd="0" presId="urn:microsoft.com/office/officeart/2005/8/layout/radial1"/>
    <dgm:cxn modelId="{365D9A90-0310-664C-957B-92412EC2F4DE}" srcId="{3729A948-E60F-B544-8E88-22E92FB36AFB}" destId="{F062EC3C-6EFC-E549-B0A6-36A5EF2F31B8}" srcOrd="0" destOrd="0" parTransId="{C3196ED2-479E-7141-93AC-F6A89FA2C6ED}" sibTransId="{E2889486-61D9-7E4B-AF3C-E41B87D58131}"/>
    <dgm:cxn modelId="{12DBE0A5-CA25-6345-99B4-C024AAA3A7FB}" type="presOf" srcId="{F062EC3C-6EFC-E549-B0A6-36A5EF2F31B8}" destId="{79B14E63-805C-DE41-B89C-2B3688158754}" srcOrd="0" destOrd="0" presId="urn:microsoft.com/office/officeart/2005/8/layout/radial1"/>
    <dgm:cxn modelId="{438D10AD-8023-E64F-AA11-9AB2327729EB}" type="presOf" srcId="{8157F3D1-00E5-A844-9B9B-E8949A19C561}" destId="{BD37C29E-7B23-4A4E-A1DC-E66BDFE0426D}" srcOrd="0" destOrd="0" presId="urn:microsoft.com/office/officeart/2005/8/layout/radial1"/>
    <dgm:cxn modelId="{735A05B4-98F6-1149-87CC-CA4D12C14BA7}" type="presOf" srcId="{7DCF3586-AFD8-8F4A-B7BD-6F0866B52735}" destId="{215F23CF-03EA-F24E-BC55-33B92E2BE58F}" srcOrd="0" destOrd="1" presId="urn:microsoft.com/office/officeart/2005/8/layout/radial1"/>
    <dgm:cxn modelId="{770E0DB4-776E-E34E-8F13-3455B0864DA4}" type="presOf" srcId="{58D67F14-4061-DE48-85BD-34BBC8A13C18}" destId="{215F23CF-03EA-F24E-BC55-33B92E2BE58F}" srcOrd="0" destOrd="0" presId="urn:microsoft.com/office/officeart/2005/8/layout/radial1"/>
    <dgm:cxn modelId="{7DBD08C9-3C5A-FB40-B495-DBC06EFAA4BB}" type="presOf" srcId="{C3196ED2-479E-7141-93AC-F6A89FA2C6ED}" destId="{4E01D2EE-6258-AD44-9D8B-05B084D8A730}" srcOrd="0" destOrd="0" presId="urn:microsoft.com/office/officeart/2005/8/layout/radial1"/>
    <dgm:cxn modelId="{F29EA5CE-4F67-0241-9A91-EFEEDE3432A4}" srcId="{3729A948-E60F-B544-8E88-22E92FB36AFB}" destId="{58D67F14-4061-DE48-85BD-34BBC8A13C18}" srcOrd="1" destOrd="0" parTransId="{B5FA1B05-BE5A-B048-B56B-8D581D15F0E3}" sibTransId="{5747ED66-9B3C-4145-936F-DB7D4A95957F}"/>
    <dgm:cxn modelId="{79EA00EA-254F-C643-AF1F-A0C9D5C06EFD}" type="presOf" srcId="{B5FA1B05-BE5A-B048-B56B-8D581D15F0E3}" destId="{37EF3EA1-0525-9443-B14B-E7519F79A5FD}" srcOrd="1" destOrd="0" presId="urn:microsoft.com/office/officeart/2005/8/layout/radial1"/>
    <dgm:cxn modelId="{8E5ABC4F-015A-5A45-8AC7-48E2219A4A6F}" type="presParOf" srcId="{BD37C29E-7B23-4A4E-A1DC-E66BDFE0426D}" destId="{33750716-0DAC-BC40-8E79-75B3BD9B9C84}" srcOrd="0" destOrd="0" presId="urn:microsoft.com/office/officeart/2005/8/layout/radial1"/>
    <dgm:cxn modelId="{6F453491-A51B-704B-A6BD-F652817E283D}" type="presParOf" srcId="{BD37C29E-7B23-4A4E-A1DC-E66BDFE0426D}" destId="{4E01D2EE-6258-AD44-9D8B-05B084D8A730}" srcOrd="1" destOrd="0" presId="urn:microsoft.com/office/officeart/2005/8/layout/radial1"/>
    <dgm:cxn modelId="{D2E3A1EC-9BC9-5243-9D2F-AF1621BADA08}" type="presParOf" srcId="{4E01D2EE-6258-AD44-9D8B-05B084D8A730}" destId="{B6E620A8-3870-184F-A4DF-FE9D56D0980F}" srcOrd="0" destOrd="0" presId="urn:microsoft.com/office/officeart/2005/8/layout/radial1"/>
    <dgm:cxn modelId="{DE855B89-12A3-DE4B-8062-2CD514E5D402}" type="presParOf" srcId="{BD37C29E-7B23-4A4E-A1DC-E66BDFE0426D}" destId="{79B14E63-805C-DE41-B89C-2B3688158754}" srcOrd="2" destOrd="0" presId="urn:microsoft.com/office/officeart/2005/8/layout/radial1"/>
    <dgm:cxn modelId="{DD55680E-8A33-6745-9C4B-1323F3B28265}" type="presParOf" srcId="{BD37C29E-7B23-4A4E-A1DC-E66BDFE0426D}" destId="{9B94989B-A7B3-AC47-8930-E2D0EEEB1BF1}" srcOrd="3" destOrd="0" presId="urn:microsoft.com/office/officeart/2005/8/layout/radial1"/>
    <dgm:cxn modelId="{1C7BC84F-98B3-FE42-8BDF-8F07D3E9D1A8}" type="presParOf" srcId="{9B94989B-A7B3-AC47-8930-E2D0EEEB1BF1}" destId="{37EF3EA1-0525-9443-B14B-E7519F79A5FD}" srcOrd="0" destOrd="0" presId="urn:microsoft.com/office/officeart/2005/8/layout/radial1"/>
    <dgm:cxn modelId="{5AA59411-EE02-6048-930A-5E0611C8B198}" type="presParOf" srcId="{BD37C29E-7B23-4A4E-A1DC-E66BDFE0426D}" destId="{215F23CF-03EA-F24E-BC55-33B92E2BE58F}" srcOrd="4"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0C3E38-7628-754A-980E-882097F46041}" type="doc">
      <dgm:prSet loTypeId="urn:microsoft.com/office/officeart/2005/8/layout/chevron2" loCatId="" qsTypeId="urn:microsoft.com/office/officeart/2005/8/quickstyle/simple4" qsCatId="simple" csTypeId="urn:microsoft.com/office/officeart/2005/8/colors/accent1_2" csCatId="accent1" phldr="1"/>
      <dgm:spPr/>
      <dgm:t>
        <a:bodyPr/>
        <a:lstStyle/>
        <a:p>
          <a:endParaRPr lang="en-US"/>
        </a:p>
      </dgm:t>
    </dgm:pt>
    <dgm:pt modelId="{F498C5BD-68DA-4644-ADF8-69D1A63D68BB}">
      <dgm:prSet/>
      <dgm:spPr/>
      <dgm:t>
        <a:bodyPr/>
        <a:lstStyle/>
        <a:p>
          <a:pPr rtl="0"/>
          <a:endParaRPr lang="en-US" dirty="0"/>
        </a:p>
      </dgm:t>
    </dgm:pt>
    <dgm:pt modelId="{29E3E288-8D65-5F46-8C7B-2F92E875D348}" type="parTrans" cxnId="{47BFAF70-0282-F440-952B-EA3CEE6DCAD5}">
      <dgm:prSet/>
      <dgm:spPr/>
      <dgm:t>
        <a:bodyPr/>
        <a:lstStyle/>
        <a:p>
          <a:endParaRPr lang="en-US"/>
        </a:p>
      </dgm:t>
    </dgm:pt>
    <dgm:pt modelId="{5168AC7E-D9F2-E44C-8529-39B0FAD3D942}" type="sibTrans" cxnId="{47BFAF70-0282-F440-952B-EA3CEE6DCAD5}">
      <dgm:prSet/>
      <dgm:spPr/>
      <dgm:t>
        <a:bodyPr/>
        <a:lstStyle/>
        <a:p>
          <a:endParaRPr lang="en-US"/>
        </a:p>
      </dgm:t>
    </dgm:pt>
    <dgm:pt modelId="{CB1FD666-9D8B-7246-94F6-E227643FDED2}">
      <dgm:prSet/>
      <dgm:spPr/>
      <dgm:t>
        <a:bodyPr/>
        <a:lstStyle/>
        <a:p>
          <a:pPr rtl="0"/>
          <a:r>
            <a:rPr lang="en-US" dirty="0"/>
            <a:t>Processes under consideration must be independent and with no synchronization requirements</a:t>
          </a:r>
        </a:p>
      </dgm:t>
    </dgm:pt>
    <dgm:pt modelId="{571E01D5-80A9-7E4E-A7F5-5D07FB011303}" type="parTrans" cxnId="{4ED4F9A1-AD76-A141-8DB0-2722E6306061}">
      <dgm:prSet/>
      <dgm:spPr/>
      <dgm:t>
        <a:bodyPr/>
        <a:lstStyle/>
        <a:p>
          <a:endParaRPr lang="en-US"/>
        </a:p>
      </dgm:t>
    </dgm:pt>
    <dgm:pt modelId="{A6D14A05-AD8F-9148-80ED-5A72D5AD1D98}" type="sibTrans" cxnId="{4ED4F9A1-AD76-A141-8DB0-2722E6306061}">
      <dgm:prSet/>
      <dgm:spPr/>
      <dgm:t>
        <a:bodyPr/>
        <a:lstStyle/>
        <a:p>
          <a:endParaRPr lang="en-US"/>
        </a:p>
      </dgm:t>
    </dgm:pt>
    <dgm:pt modelId="{77919EC8-D1BF-754D-AA52-9A9730069C75}">
      <dgm:prSet/>
      <dgm:spPr/>
      <dgm:t>
        <a:bodyPr/>
        <a:lstStyle/>
        <a:p>
          <a:pPr rtl="0"/>
          <a:r>
            <a:rPr lang="en-US" dirty="0"/>
            <a:t>There must be a fixed number of resources to allocate</a:t>
          </a:r>
        </a:p>
      </dgm:t>
    </dgm:pt>
    <dgm:pt modelId="{CE5ECDFD-3943-0043-A8A1-DA11019EB8C5}" type="parTrans" cxnId="{BF90DD4B-23EE-1041-9294-696F4022A283}">
      <dgm:prSet/>
      <dgm:spPr/>
      <dgm:t>
        <a:bodyPr/>
        <a:lstStyle/>
        <a:p>
          <a:endParaRPr lang="en-US"/>
        </a:p>
      </dgm:t>
    </dgm:pt>
    <dgm:pt modelId="{B58D0624-F25C-8245-B7E0-5D6F14921B46}" type="sibTrans" cxnId="{BF90DD4B-23EE-1041-9294-696F4022A283}">
      <dgm:prSet/>
      <dgm:spPr/>
      <dgm:t>
        <a:bodyPr/>
        <a:lstStyle/>
        <a:p>
          <a:endParaRPr lang="en-US"/>
        </a:p>
      </dgm:t>
    </dgm:pt>
    <dgm:pt modelId="{78014E2F-2802-EA4D-80DA-FB88FB99B6D2}">
      <dgm:prSet/>
      <dgm:spPr/>
      <dgm:t>
        <a:bodyPr/>
        <a:lstStyle/>
        <a:p>
          <a:pPr rtl="0"/>
          <a:r>
            <a:rPr lang="en-US" dirty="0"/>
            <a:t>No process may exit while holding resources</a:t>
          </a:r>
        </a:p>
      </dgm:t>
    </dgm:pt>
    <dgm:pt modelId="{9F1E4E15-2A07-864E-A693-6BCD1359F82C}" type="parTrans" cxnId="{3F87C0DB-4B4B-1449-A0AA-809FA9049073}">
      <dgm:prSet/>
      <dgm:spPr/>
      <dgm:t>
        <a:bodyPr/>
        <a:lstStyle/>
        <a:p>
          <a:endParaRPr lang="en-US"/>
        </a:p>
      </dgm:t>
    </dgm:pt>
    <dgm:pt modelId="{9033B088-BEA9-4F47-8421-056D82DA8AA3}" type="sibTrans" cxnId="{3F87C0DB-4B4B-1449-A0AA-809FA9049073}">
      <dgm:prSet/>
      <dgm:spPr/>
      <dgm:t>
        <a:bodyPr/>
        <a:lstStyle/>
        <a:p>
          <a:endParaRPr lang="en-US"/>
        </a:p>
      </dgm:t>
    </dgm:pt>
    <dgm:pt modelId="{449E5D40-D041-EB42-802E-C7F9A0D8FCDF}">
      <dgm:prSet/>
      <dgm:spPr/>
      <dgm:t>
        <a:bodyPr/>
        <a:lstStyle/>
        <a:p>
          <a:pPr rtl="0"/>
          <a:r>
            <a:rPr lang="en-US" dirty="0"/>
            <a:t>Maximum resource requirement for each process must be stated in advance</a:t>
          </a:r>
        </a:p>
      </dgm:t>
    </dgm:pt>
    <dgm:pt modelId="{0EF30AD3-585C-FC46-AABF-FE74C3801BBB}" type="parTrans" cxnId="{59EE8102-1F0D-914F-9EF7-5761E3C9A086}">
      <dgm:prSet/>
      <dgm:spPr/>
      <dgm:t>
        <a:bodyPr/>
        <a:lstStyle/>
        <a:p>
          <a:endParaRPr lang="en-US"/>
        </a:p>
      </dgm:t>
    </dgm:pt>
    <dgm:pt modelId="{9688F282-654D-8A48-8F14-955F03FEDFAC}" type="sibTrans" cxnId="{59EE8102-1F0D-914F-9EF7-5761E3C9A086}">
      <dgm:prSet/>
      <dgm:spPr/>
      <dgm:t>
        <a:bodyPr/>
        <a:lstStyle/>
        <a:p>
          <a:endParaRPr lang="en-US"/>
        </a:p>
      </dgm:t>
    </dgm:pt>
    <dgm:pt modelId="{7BA4C079-623C-3B42-A60D-A6DC56F6CB5E}">
      <dgm:prSet/>
      <dgm:spPr/>
      <dgm:t>
        <a:bodyPr/>
        <a:lstStyle/>
        <a:p>
          <a:pPr rtl="0"/>
          <a:endParaRPr lang="en-US"/>
        </a:p>
      </dgm:t>
    </dgm:pt>
    <dgm:pt modelId="{43F93D5B-408E-1F49-8891-C8B40402E56E}" type="parTrans" cxnId="{7CA93F8D-8BF9-BD46-B7F6-EB3CC311CD2D}">
      <dgm:prSet/>
      <dgm:spPr/>
      <dgm:t>
        <a:bodyPr/>
        <a:lstStyle/>
        <a:p>
          <a:endParaRPr lang="en-US"/>
        </a:p>
      </dgm:t>
    </dgm:pt>
    <dgm:pt modelId="{9E807F25-041A-FB4C-BE1E-3A55EF5A361B}" type="sibTrans" cxnId="{7CA93F8D-8BF9-BD46-B7F6-EB3CC311CD2D}">
      <dgm:prSet/>
      <dgm:spPr/>
      <dgm:t>
        <a:bodyPr/>
        <a:lstStyle/>
        <a:p>
          <a:endParaRPr lang="en-US"/>
        </a:p>
      </dgm:t>
    </dgm:pt>
    <dgm:pt modelId="{A7505343-D836-E44E-9650-CB024324F175}">
      <dgm:prSet/>
      <dgm:spPr/>
      <dgm:t>
        <a:bodyPr/>
        <a:lstStyle/>
        <a:p>
          <a:pPr rtl="0"/>
          <a:endParaRPr lang="en-US"/>
        </a:p>
      </dgm:t>
    </dgm:pt>
    <dgm:pt modelId="{54EDBEB6-49C3-E040-9076-741DC008BDEE}" type="parTrans" cxnId="{FAFFB8F7-7C5F-9F45-9F78-2F1D7157434E}">
      <dgm:prSet/>
      <dgm:spPr/>
      <dgm:t>
        <a:bodyPr/>
        <a:lstStyle/>
        <a:p>
          <a:endParaRPr lang="en-US"/>
        </a:p>
      </dgm:t>
    </dgm:pt>
    <dgm:pt modelId="{37721873-C57E-8145-A051-A06CD28530ED}" type="sibTrans" cxnId="{FAFFB8F7-7C5F-9F45-9F78-2F1D7157434E}">
      <dgm:prSet/>
      <dgm:spPr/>
      <dgm:t>
        <a:bodyPr/>
        <a:lstStyle/>
        <a:p>
          <a:endParaRPr lang="en-US"/>
        </a:p>
      </dgm:t>
    </dgm:pt>
    <dgm:pt modelId="{277072A7-DCFC-3647-BE8A-740DF8B40947}">
      <dgm:prSet/>
      <dgm:spPr/>
      <dgm:t>
        <a:bodyPr/>
        <a:lstStyle/>
        <a:p>
          <a:pPr rtl="0"/>
          <a:endParaRPr lang="en-US"/>
        </a:p>
      </dgm:t>
    </dgm:pt>
    <dgm:pt modelId="{B76EE4B9-E6E8-5F45-9460-9E8865F44C4F}" type="parTrans" cxnId="{6B738D77-85B4-5646-8B09-4005C6AFA13C}">
      <dgm:prSet/>
      <dgm:spPr/>
      <dgm:t>
        <a:bodyPr/>
        <a:lstStyle/>
        <a:p>
          <a:endParaRPr lang="en-US"/>
        </a:p>
      </dgm:t>
    </dgm:pt>
    <dgm:pt modelId="{29923069-B7BC-9F46-92FC-DB2A4530760C}" type="sibTrans" cxnId="{6B738D77-85B4-5646-8B09-4005C6AFA13C}">
      <dgm:prSet/>
      <dgm:spPr/>
      <dgm:t>
        <a:bodyPr/>
        <a:lstStyle/>
        <a:p>
          <a:endParaRPr lang="en-US"/>
        </a:p>
      </dgm:t>
    </dgm:pt>
    <dgm:pt modelId="{69E6B447-FD70-B34F-A8BD-43DD0BD3B500}" type="pres">
      <dgm:prSet presAssocID="{F60C3E38-7628-754A-980E-882097F46041}" presName="linearFlow" presStyleCnt="0">
        <dgm:presLayoutVars>
          <dgm:dir/>
          <dgm:animLvl val="lvl"/>
          <dgm:resizeHandles val="exact"/>
        </dgm:presLayoutVars>
      </dgm:prSet>
      <dgm:spPr/>
    </dgm:pt>
    <dgm:pt modelId="{D12E86A7-5C3B-5040-8BAC-63C241E8E693}" type="pres">
      <dgm:prSet presAssocID="{F498C5BD-68DA-4644-ADF8-69D1A63D68BB}" presName="composite" presStyleCnt="0"/>
      <dgm:spPr/>
    </dgm:pt>
    <dgm:pt modelId="{F2FD9A1D-1B89-E544-B4DF-B4127F21AFD9}" type="pres">
      <dgm:prSet presAssocID="{F498C5BD-68DA-4644-ADF8-69D1A63D68BB}" presName="parentText" presStyleLbl="alignNode1" presStyleIdx="0" presStyleCnt="4">
        <dgm:presLayoutVars>
          <dgm:chMax val="1"/>
          <dgm:bulletEnabled val="1"/>
        </dgm:presLayoutVars>
      </dgm:prSet>
      <dgm:spPr/>
    </dgm:pt>
    <dgm:pt modelId="{886D23ED-3637-CE46-A6CB-B865BE255F23}" type="pres">
      <dgm:prSet presAssocID="{F498C5BD-68DA-4644-ADF8-69D1A63D68BB}" presName="descendantText" presStyleLbl="alignAcc1" presStyleIdx="0" presStyleCnt="4">
        <dgm:presLayoutVars>
          <dgm:bulletEnabled val="1"/>
        </dgm:presLayoutVars>
      </dgm:prSet>
      <dgm:spPr/>
    </dgm:pt>
    <dgm:pt modelId="{989F3082-86ED-3341-B1FD-D97D3A9E1505}" type="pres">
      <dgm:prSet presAssocID="{5168AC7E-D9F2-E44C-8529-39B0FAD3D942}" presName="sp" presStyleCnt="0"/>
      <dgm:spPr/>
    </dgm:pt>
    <dgm:pt modelId="{CF248533-43DA-3442-8086-05AB94FE9DD9}" type="pres">
      <dgm:prSet presAssocID="{7BA4C079-623C-3B42-A60D-A6DC56F6CB5E}" presName="composite" presStyleCnt="0"/>
      <dgm:spPr/>
    </dgm:pt>
    <dgm:pt modelId="{D0F31248-269F-D144-92AD-ECFD3E15F677}" type="pres">
      <dgm:prSet presAssocID="{7BA4C079-623C-3B42-A60D-A6DC56F6CB5E}" presName="parentText" presStyleLbl="alignNode1" presStyleIdx="1" presStyleCnt="4">
        <dgm:presLayoutVars>
          <dgm:chMax val="1"/>
          <dgm:bulletEnabled val="1"/>
        </dgm:presLayoutVars>
      </dgm:prSet>
      <dgm:spPr/>
    </dgm:pt>
    <dgm:pt modelId="{6A4A87EE-4AEE-E34C-A2C3-582622EF7A13}" type="pres">
      <dgm:prSet presAssocID="{7BA4C079-623C-3B42-A60D-A6DC56F6CB5E}" presName="descendantText" presStyleLbl="alignAcc1" presStyleIdx="1" presStyleCnt="4">
        <dgm:presLayoutVars>
          <dgm:bulletEnabled val="1"/>
        </dgm:presLayoutVars>
      </dgm:prSet>
      <dgm:spPr/>
    </dgm:pt>
    <dgm:pt modelId="{CE806F0D-54BE-8B46-9C76-F8CB77C2CA95}" type="pres">
      <dgm:prSet presAssocID="{9E807F25-041A-FB4C-BE1E-3A55EF5A361B}" presName="sp" presStyleCnt="0"/>
      <dgm:spPr/>
    </dgm:pt>
    <dgm:pt modelId="{9D3F376B-8533-5147-82A7-C3E4DA425B10}" type="pres">
      <dgm:prSet presAssocID="{A7505343-D836-E44E-9650-CB024324F175}" presName="composite" presStyleCnt="0"/>
      <dgm:spPr/>
    </dgm:pt>
    <dgm:pt modelId="{C24DDD8C-FAEC-B949-B77E-7F9CA3B1AFED}" type="pres">
      <dgm:prSet presAssocID="{A7505343-D836-E44E-9650-CB024324F175}" presName="parentText" presStyleLbl="alignNode1" presStyleIdx="2" presStyleCnt="4">
        <dgm:presLayoutVars>
          <dgm:chMax val="1"/>
          <dgm:bulletEnabled val="1"/>
        </dgm:presLayoutVars>
      </dgm:prSet>
      <dgm:spPr/>
    </dgm:pt>
    <dgm:pt modelId="{EF7FB46F-9225-9141-B86D-BAF1B5E8EB3A}" type="pres">
      <dgm:prSet presAssocID="{A7505343-D836-E44E-9650-CB024324F175}" presName="descendantText" presStyleLbl="alignAcc1" presStyleIdx="2" presStyleCnt="4">
        <dgm:presLayoutVars>
          <dgm:bulletEnabled val="1"/>
        </dgm:presLayoutVars>
      </dgm:prSet>
      <dgm:spPr/>
    </dgm:pt>
    <dgm:pt modelId="{659D02F9-EE13-914E-892B-F281C782DF32}" type="pres">
      <dgm:prSet presAssocID="{37721873-C57E-8145-A051-A06CD28530ED}" presName="sp" presStyleCnt="0"/>
      <dgm:spPr/>
    </dgm:pt>
    <dgm:pt modelId="{C2C325FF-F592-DB46-B726-C528D1F2AF6F}" type="pres">
      <dgm:prSet presAssocID="{277072A7-DCFC-3647-BE8A-740DF8B40947}" presName="composite" presStyleCnt="0"/>
      <dgm:spPr/>
    </dgm:pt>
    <dgm:pt modelId="{855FF90E-CFAE-894E-9582-97B231362680}" type="pres">
      <dgm:prSet presAssocID="{277072A7-DCFC-3647-BE8A-740DF8B40947}" presName="parentText" presStyleLbl="alignNode1" presStyleIdx="3" presStyleCnt="4">
        <dgm:presLayoutVars>
          <dgm:chMax val="1"/>
          <dgm:bulletEnabled val="1"/>
        </dgm:presLayoutVars>
      </dgm:prSet>
      <dgm:spPr/>
    </dgm:pt>
    <dgm:pt modelId="{8D2DD4D3-1A75-7C4F-A25D-BD10D88794DD}" type="pres">
      <dgm:prSet presAssocID="{277072A7-DCFC-3647-BE8A-740DF8B40947}" presName="descendantText" presStyleLbl="alignAcc1" presStyleIdx="3" presStyleCnt="4">
        <dgm:presLayoutVars>
          <dgm:bulletEnabled val="1"/>
        </dgm:presLayoutVars>
      </dgm:prSet>
      <dgm:spPr/>
    </dgm:pt>
  </dgm:ptLst>
  <dgm:cxnLst>
    <dgm:cxn modelId="{59EE8102-1F0D-914F-9EF7-5761E3C9A086}" srcId="{F498C5BD-68DA-4644-ADF8-69D1A63D68BB}" destId="{449E5D40-D041-EB42-802E-C7F9A0D8FCDF}" srcOrd="0" destOrd="0" parTransId="{0EF30AD3-585C-FC46-AABF-FE74C3801BBB}" sibTransId="{9688F282-654D-8A48-8F14-955F03FEDFAC}"/>
    <dgm:cxn modelId="{869C5B3A-5F39-8945-B0C3-92759F87B036}" type="presOf" srcId="{277072A7-DCFC-3647-BE8A-740DF8B40947}" destId="{855FF90E-CFAE-894E-9582-97B231362680}" srcOrd="0" destOrd="0" presId="urn:microsoft.com/office/officeart/2005/8/layout/chevron2"/>
    <dgm:cxn modelId="{D028B73B-39B9-304E-8B1B-BD57BC05CE8C}" type="presOf" srcId="{78014E2F-2802-EA4D-80DA-FB88FB99B6D2}" destId="{8D2DD4D3-1A75-7C4F-A25D-BD10D88794DD}" srcOrd="0" destOrd="0" presId="urn:microsoft.com/office/officeart/2005/8/layout/chevron2"/>
    <dgm:cxn modelId="{BF90DD4B-23EE-1041-9294-696F4022A283}" srcId="{A7505343-D836-E44E-9650-CB024324F175}" destId="{77919EC8-D1BF-754D-AA52-9A9730069C75}" srcOrd="0" destOrd="0" parTransId="{CE5ECDFD-3943-0043-A8A1-DA11019EB8C5}" sibTransId="{B58D0624-F25C-8245-B7E0-5D6F14921B46}"/>
    <dgm:cxn modelId="{EB201151-FF13-FA43-9AC4-9DF3E2EF0062}" type="presOf" srcId="{CB1FD666-9D8B-7246-94F6-E227643FDED2}" destId="{6A4A87EE-4AEE-E34C-A2C3-582622EF7A13}" srcOrd="0" destOrd="0" presId="urn:microsoft.com/office/officeart/2005/8/layout/chevron2"/>
    <dgm:cxn modelId="{C012555C-5839-424A-BCA9-2FBBBDE4C159}" type="presOf" srcId="{77919EC8-D1BF-754D-AA52-9A9730069C75}" destId="{EF7FB46F-9225-9141-B86D-BAF1B5E8EB3A}" srcOrd="0" destOrd="0" presId="urn:microsoft.com/office/officeart/2005/8/layout/chevron2"/>
    <dgm:cxn modelId="{69B75B66-C560-0842-957D-8CA53BC224C3}" type="presOf" srcId="{F498C5BD-68DA-4644-ADF8-69D1A63D68BB}" destId="{F2FD9A1D-1B89-E544-B4DF-B4127F21AFD9}" srcOrd="0" destOrd="0" presId="urn:microsoft.com/office/officeart/2005/8/layout/chevron2"/>
    <dgm:cxn modelId="{477D6E6D-1524-404D-AF92-413F8B1F4651}" type="presOf" srcId="{449E5D40-D041-EB42-802E-C7F9A0D8FCDF}" destId="{886D23ED-3637-CE46-A6CB-B865BE255F23}" srcOrd="0" destOrd="0" presId="urn:microsoft.com/office/officeart/2005/8/layout/chevron2"/>
    <dgm:cxn modelId="{47BFAF70-0282-F440-952B-EA3CEE6DCAD5}" srcId="{F60C3E38-7628-754A-980E-882097F46041}" destId="{F498C5BD-68DA-4644-ADF8-69D1A63D68BB}" srcOrd="0" destOrd="0" parTransId="{29E3E288-8D65-5F46-8C7B-2F92E875D348}" sibTransId="{5168AC7E-D9F2-E44C-8529-39B0FAD3D942}"/>
    <dgm:cxn modelId="{6B738D77-85B4-5646-8B09-4005C6AFA13C}" srcId="{F60C3E38-7628-754A-980E-882097F46041}" destId="{277072A7-DCFC-3647-BE8A-740DF8B40947}" srcOrd="3" destOrd="0" parTransId="{B76EE4B9-E6E8-5F45-9460-9E8865F44C4F}" sibTransId="{29923069-B7BC-9F46-92FC-DB2A4530760C}"/>
    <dgm:cxn modelId="{7CA93F8D-8BF9-BD46-B7F6-EB3CC311CD2D}" srcId="{F60C3E38-7628-754A-980E-882097F46041}" destId="{7BA4C079-623C-3B42-A60D-A6DC56F6CB5E}" srcOrd="1" destOrd="0" parTransId="{43F93D5B-408E-1F49-8891-C8B40402E56E}" sibTransId="{9E807F25-041A-FB4C-BE1E-3A55EF5A361B}"/>
    <dgm:cxn modelId="{08666E9E-E541-794C-A0D2-47822D0C8F5B}" type="presOf" srcId="{7BA4C079-623C-3B42-A60D-A6DC56F6CB5E}" destId="{D0F31248-269F-D144-92AD-ECFD3E15F677}" srcOrd="0" destOrd="0" presId="urn:microsoft.com/office/officeart/2005/8/layout/chevron2"/>
    <dgm:cxn modelId="{4ED4F9A1-AD76-A141-8DB0-2722E6306061}" srcId="{7BA4C079-623C-3B42-A60D-A6DC56F6CB5E}" destId="{CB1FD666-9D8B-7246-94F6-E227643FDED2}" srcOrd="0" destOrd="0" parTransId="{571E01D5-80A9-7E4E-A7F5-5D07FB011303}" sibTransId="{A6D14A05-AD8F-9148-80ED-5A72D5AD1D98}"/>
    <dgm:cxn modelId="{7E0C55CD-8F08-864E-B749-EBEAB756E8A3}" type="presOf" srcId="{F60C3E38-7628-754A-980E-882097F46041}" destId="{69E6B447-FD70-B34F-A8BD-43DD0BD3B500}" srcOrd="0" destOrd="0" presId="urn:microsoft.com/office/officeart/2005/8/layout/chevron2"/>
    <dgm:cxn modelId="{17592ADB-34F9-9F43-8620-DECFAEC357D7}" type="presOf" srcId="{A7505343-D836-E44E-9650-CB024324F175}" destId="{C24DDD8C-FAEC-B949-B77E-7F9CA3B1AFED}" srcOrd="0" destOrd="0" presId="urn:microsoft.com/office/officeart/2005/8/layout/chevron2"/>
    <dgm:cxn modelId="{3F87C0DB-4B4B-1449-A0AA-809FA9049073}" srcId="{277072A7-DCFC-3647-BE8A-740DF8B40947}" destId="{78014E2F-2802-EA4D-80DA-FB88FB99B6D2}" srcOrd="0" destOrd="0" parTransId="{9F1E4E15-2A07-864E-A693-6BCD1359F82C}" sibTransId="{9033B088-BEA9-4F47-8421-056D82DA8AA3}"/>
    <dgm:cxn modelId="{FAFFB8F7-7C5F-9F45-9F78-2F1D7157434E}" srcId="{F60C3E38-7628-754A-980E-882097F46041}" destId="{A7505343-D836-E44E-9650-CB024324F175}" srcOrd="2" destOrd="0" parTransId="{54EDBEB6-49C3-E040-9076-741DC008BDEE}" sibTransId="{37721873-C57E-8145-A051-A06CD28530ED}"/>
    <dgm:cxn modelId="{B7A169B3-BE19-1643-B6F7-F8559AD45CF9}" type="presParOf" srcId="{69E6B447-FD70-B34F-A8BD-43DD0BD3B500}" destId="{D12E86A7-5C3B-5040-8BAC-63C241E8E693}" srcOrd="0" destOrd="0" presId="urn:microsoft.com/office/officeart/2005/8/layout/chevron2"/>
    <dgm:cxn modelId="{9EC9DC79-9D49-0744-9806-5DADDF594BA4}" type="presParOf" srcId="{D12E86A7-5C3B-5040-8BAC-63C241E8E693}" destId="{F2FD9A1D-1B89-E544-B4DF-B4127F21AFD9}" srcOrd="0" destOrd="0" presId="urn:microsoft.com/office/officeart/2005/8/layout/chevron2"/>
    <dgm:cxn modelId="{B529714B-8E24-5E43-AD43-3E5B93D44AD4}" type="presParOf" srcId="{D12E86A7-5C3B-5040-8BAC-63C241E8E693}" destId="{886D23ED-3637-CE46-A6CB-B865BE255F23}" srcOrd="1" destOrd="0" presId="urn:microsoft.com/office/officeart/2005/8/layout/chevron2"/>
    <dgm:cxn modelId="{5B73136E-2A8A-7E42-B24F-AAF940A327B0}" type="presParOf" srcId="{69E6B447-FD70-B34F-A8BD-43DD0BD3B500}" destId="{989F3082-86ED-3341-B1FD-D97D3A9E1505}" srcOrd="1" destOrd="0" presId="urn:microsoft.com/office/officeart/2005/8/layout/chevron2"/>
    <dgm:cxn modelId="{400E46BE-A3F8-9F48-93A2-CF0DACFB190F}" type="presParOf" srcId="{69E6B447-FD70-B34F-A8BD-43DD0BD3B500}" destId="{CF248533-43DA-3442-8086-05AB94FE9DD9}" srcOrd="2" destOrd="0" presId="urn:microsoft.com/office/officeart/2005/8/layout/chevron2"/>
    <dgm:cxn modelId="{F4B51477-5B3F-4148-9175-EE8905FCF32D}" type="presParOf" srcId="{CF248533-43DA-3442-8086-05AB94FE9DD9}" destId="{D0F31248-269F-D144-92AD-ECFD3E15F677}" srcOrd="0" destOrd="0" presId="urn:microsoft.com/office/officeart/2005/8/layout/chevron2"/>
    <dgm:cxn modelId="{7CAEBD45-A9C6-4943-A141-912CBF756C9E}" type="presParOf" srcId="{CF248533-43DA-3442-8086-05AB94FE9DD9}" destId="{6A4A87EE-4AEE-E34C-A2C3-582622EF7A13}" srcOrd="1" destOrd="0" presId="urn:microsoft.com/office/officeart/2005/8/layout/chevron2"/>
    <dgm:cxn modelId="{8B9E1CEB-C008-D24A-A251-1893491B77E1}" type="presParOf" srcId="{69E6B447-FD70-B34F-A8BD-43DD0BD3B500}" destId="{CE806F0D-54BE-8B46-9C76-F8CB77C2CA95}" srcOrd="3" destOrd="0" presId="urn:microsoft.com/office/officeart/2005/8/layout/chevron2"/>
    <dgm:cxn modelId="{C7D4888B-722B-344E-9A69-621CB60C9FD1}" type="presParOf" srcId="{69E6B447-FD70-B34F-A8BD-43DD0BD3B500}" destId="{9D3F376B-8533-5147-82A7-C3E4DA425B10}" srcOrd="4" destOrd="0" presId="urn:microsoft.com/office/officeart/2005/8/layout/chevron2"/>
    <dgm:cxn modelId="{A69909A1-A7A1-514C-916E-DD21587577E3}" type="presParOf" srcId="{9D3F376B-8533-5147-82A7-C3E4DA425B10}" destId="{C24DDD8C-FAEC-B949-B77E-7F9CA3B1AFED}" srcOrd="0" destOrd="0" presId="urn:microsoft.com/office/officeart/2005/8/layout/chevron2"/>
    <dgm:cxn modelId="{AA27B707-33B1-E542-8E78-2EB02BD4AD85}" type="presParOf" srcId="{9D3F376B-8533-5147-82A7-C3E4DA425B10}" destId="{EF7FB46F-9225-9141-B86D-BAF1B5E8EB3A}" srcOrd="1" destOrd="0" presId="urn:microsoft.com/office/officeart/2005/8/layout/chevron2"/>
    <dgm:cxn modelId="{3A98BBF1-EE54-204C-B425-A4035FB8348F}" type="presParOf" srcId="{69E6B447-FD70-B34F-A8BD-43DD0BD3B500}" destId="{659D02F9-EE13-914E-892B-F281C782DF32}" srcOrd="5" destOrd="0" presId="urn:microsoft.com/office/officeart/2005/8/layout/chevron2"/>
    <dgm:cxn modelId="{23DE7940-FEEF-9144-A8F7-A993A0F08B6C}" type="presParOf" srcId="{69E6B447-FD70-B34F-A8BD-43DD0BD3B500}" destId="{C2C325FF-F592-DB46-B726-C528D1F2AF6F}" srcOrd="6" destOrd="0" presId="urn:microsoft.com/office/officeart/2005/8/layout/chevron2"/>
    <dgm:cxn modelId="{4770962F-F80F-574D-A8E6-11F52EE5B6BD}" type="presParOf" srcId="{C2C325FF-F592-DB46-B726-C528D1F2AF6F}" destId="{855FF90E-CFAE-894E-9582-97B231362680}" srcOrd="0" destOrd="0" presId="urn:microsoft.com/office/officeart/2005/8/layout/chevron2"/>
    <dgm:cxn modelId="{0BF857EA-AE56-0742-871A-50AF401C7F2D}" type="presParOf" srcId="{C2C325FF-F592-DB46-B726-C528D1F2AF6F}" destId="{8D2DD4D3-1A75-7C4F-A25D-BD10D88794DD}"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4982EA1-1697-BB4A-962F-C690979B5CA8}"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0AB1442D-F7B0-E942-9A45-FD45BB7014C2}">
      <dgm:prSet phldrT="[Text]"/>
      <dgm:spPr/>
      <dgm:t>
        <a:bodyPr/>
        <a:lstStyle/>
        <a:p>
          <a:r>
            <a:rPr lang="en-NZ" dirty="0"/>
            <a:t>Deadlock prevention strategies are very conservative </a:t>
          </a:r>
          <a:endParaRPr lang="en-US" dirty="0"/>
        </a:p>
      </dgm:t>
    </dgm:pt>
    <dgm:pt modelId="{5C3232EA-EF5A-B543-AA34-F5EA22451935}" type="parTrans" cxnId="{B5E981DF-CB83-664E-8C44-59CE0161DEF1}">
      <dgm:prSet/>
      <dgm:spPr/>
      <dgm:t>
        <a:bodyPr/>
        <a:lstStyle/>
        <a:p>
          <a:endParaRPr lang="en-US"/>
        </a:p>
      </dgm:t>
    </dgm:pt>
    <dgm:pt modelId="{71F6A3BE-C94D-5545-B2EA-0383E28509F0}" type="sibTrans" cxnId="{B5E981DF-CB83-664E-8C44-59CE0161DEF1}">
      <dgm:prSet/>
      <dgm:spPr/>
      <dgm:t>
        <a:bodyPr/>
        <a:lstStyle/>
        <a:p>
          <a:endParaRPr lang="en-US"/>
        </a:p>
      </dgm:t>
    </dgm:pt>
    <dgm:pt modelId="{41116F9D-1093-C541-8F24-AF923714F38C}">
      <dgm:prSet/>
      <dgm:spPr/>
      <dgm:t>
        <a:bodyPr/>
        <a:lstStyle/>
        <a:p>
          <a:r>
            <a:rPr lang="en-NZ" dirty="0"/>
            <a:t>limit access to resources by imposing restrictions on processes</a:t>
          </a:r>
        </a:p>
      </dgm:t>
    </dgm:pt>
    <dgm:pt modelId="{3F92352A-7F66-B447-B744-93E870DD631A}" type="parTrans" cxnId="{CBFAC14B-D317-954E-BCFE-91AE11A29E6B}">
      <dgm:prSet/>
      <dgm:spPr/>
      <dgm:t>
        <a:bodyPr/>
        <a:lstStyle/>
        <a:p>
          <a:endParaRPr lang="en-US"/>
        </a:p>
      </dgm:t>
    </dgm:pt>
    <dgm:pt modelId="{7B1B513D-36B5-4A43-B336-4B67BFB3508D}" type="sibTrans" cxnId="{CBFAC14B-D317-954E-BCFE-91AE11A29E6B}">
      <dgm:prSet/>
      <dgm:spPr/>
      <dgm:t>
        <a:bodyPr/>
        <a:lstStyle/>
        <a:p>
          <a:endParaRPr lang="en-US"/>
        </a:p>
      </dgm:t>
    </dgm:pt>
    <dgm:pt modelId="{A05E3648-D5D8-884B-B502-F041268A61FA}">
      <dgm:prSet/>
      <dgm:spPr>
        <a:solidFill>
          <a:schemeClr val="accent2">
            <a:lumMod val="50000"/>
          </a:schemeClr>
        </a:solidFill>
      </dgm:spPr>
      <dgm:t>
        <a:bodyPr/>
        <a:lstStyle/>
        <a:p>
          <a:r>
            <a:rPr lang="en-NZ" dirty="0"/>
            <a:t>Deadlock detection strategies do the opposite</a:t>
          </a:r>
        </a:p>
      </dgm:t>
    </dgm:pt>
    <dgm:pt modelId="{ED0AD63D-3D5B-6241-A915-A44324621227}" type="parTrans" cxnId="{58BB09FB-99DF-6848-B8E7-F0CA2EE73C58}">
      <dgm:prSet/>
      <dgm:spPr/>
      <dgm:t>
        <a:bodyPr/>
        <a:lstStyle/>
        <a:p>
          <a:endParaRPr lang="en-US"/>
        </a:p>
      </dgm:t>
    </dgm:pt>
    <dgm:pt modelId="{CACE43C1-E9E0-7D40-A855-F893DDB38B68}" type="sibTrans" cxnId="{58BB09FB-99DF-6848-B8E7-F0CA2EE73C58}">
      <dgm:prSet/>
      <dgm:spPr/>
      <dgm:t>
        <a:bodyPr/>
        <a:lstStyle/>
        <a:p>
          <a:endParaRPr lang="en-US"/>
        </a:p>
      </dgm:t>
    </dgm:pt>
    <dgm:pt modelId="{5380344C-DA25-CD4C-B915-F3E83DF92C05}">
      <dgm:prSet/>
      <dgm:spPr/>
      <dgm:t>
        <a:bodyPr/>
        <a:lstStyle/>
        <a:p>
          <a:r>
            <a:rPr lang="en-NZ" dirty="0"/>
            <a:t>resource requests are granted whenever possible</a:t>
          </a:r>
        </a:p>
      </dgm:t>
    </dgm:pt>
    <dgm:pt modelId="{CDAE4444-319E-E945-B28D-A5173018DFF8}" type="parTrans" cxnId="{6F329487-9DDD-7C49-A768-83BC556C2E9A}">
      <dgm:prSet/>
      <dgm:spPr/>
      <dgm:t>
        <a:bodyPr/>
        <a:lstStyle/>
        <a:p>
          <a:endParaRPr lang="en-US"/>
        </a:p>
      </dgm:t>
    </dgm:pt>
    <dgm:pt modelId="{4C57FB35-CC7B-6B4E-B88F-83E2BBAD4667}" type="sibTrans" cxnId="{6F329487-9DDD-7C49-A768-83BC556C2E9A}">
      <dgm:prSet/>
      <dgm:spPr/>
      <dgm:t>
        <a:bodyPr/>
        <a:lstStyle/>
        <a:p>
          <a:endParaRPr lang="en-US"/>
        </a:p>
      </dgm:t>
    </dgm:pt>
    <dgm:pt modelId="{C1DDCA54-C9A0-A94D-8D3C-914551118621}" type="pres">
      <dgm:prSet presAssocID="{A4982EA1-1697-BB4A-962F-C690979B5CA8}" presName="linear" presStyleCnt="0">
        <dgm:presLayoutVars>
          <dgm:animLvl val="lvl"/>
          <dgm:resizeHandles val="exact"/>
        </dgm:presLayoutVars>
      </dgm:prSet>
      <dgm:spPr/>
    </dgm:pt>
    <dgm:pt modelId="{69A1457E-6F82-714B-9684-358489247C06}" type="pres">
      <dgm:prSet presAssocID="{0AB1442D-F7B0-E942-9A45-FD45BB7014C2}" presName="parentText" presStyleLbl="node1" presStyleIdx="0" presStyleCnt="2">
        <dgm:presLayoutVars>
          <dgm:chMax val="0"/>
          <dgm:bulletEnabled val="1"/>
        </dgm:presLayoutVars>
      </dgm:prSet>
      <dgm:spPr/>
    </dgm:pt>
    <dgm:pt modelId="{D2A3FB79-225F-F645-9263-70FD35EA9D07}" type="pres">
      <dgm:prSet presAssocID="{0AB1442D-F7B0-E942-9A45-FD45BB7014C2}" presName="childText" presStyleLbl="revTx" presStyleIdx="0" presStyleCnt="2">
        <dgm:presLayoutVars>
          <dgm:bulletEnabled val="1"/>
        </dgm:presLayoutVars>
      </dgm:prSet>
      <dgm:spPr/>
    </dgm:pt>
    <dgm:pt modelId="{08A9A630-6BC3-5044-A148-A2D3991B226A}" type="pres">
      <dgm:prSet presAssocID="{A05E3648-D5D8-884B-B502-F041268A61FA}" presName="parentText" presStyleLbl="node1" presStyleIdx="1" presStyleCnt="2">
        <dgm:presLayoutVars>
          <dgm:chMax val="0"/>
          <dgm:bulletEnabled val="1"/>
        </dgm:presLayoutVars>
      </dgm:prSet>
      <dgm:spPr/>
    </dgm:pt>
    <dgm:pt modelId="{106A0A9A-EAED-1142-8E93-D86999C38394}" type="pres">
      <dgm:prSet presAssocID="{A05E3648-D5D8-884B-B502-F041268A61FA}" presName="childText" presStyleLbl="revTx" presStyleIdx="1" presStyleCnt="2">
        <dgm:presLayoutVars>
          <dgm:bulletEnabled val="1"/>
        </dgm:presLayoutVars>
      </dgm:prSet>
      <dgm:spPr/>
    </dgm:pt>
  </dgm:ptLst>
  <dgm:cxnLst>
    <dgm:cxn modelId="{1B2D8102-6F51-BE4E-A021-1476754105FB}" type="presOf" srcId="{5380344C-DA25-CD4C-B915-F3E83DF92C05}" destId="{106A0A9A-EAED-1142-8E93-D86999C38394}" srcOrd="0" destOrd="0" presId="urn:microsoft.com/office/officeart/2005/8/layout/vList2"/>
    <dgm:cxn modelId="{194BDF17-623D-514C-99C5-248B8906FF0C}" type="presOf" srcId="{0AB1442D-F7B0-E942-9A45-FD45BB7014C2}" destId="{69A1457E-6F82-714B-9684-358489247C06}" srcOrd="0" destOrd="0" presId="urn:microsoft.com/office/officeart/2005/8/layout/vList2"/>
    <dgm:cxn modelId="{CBFAC14B-D317-954E-BCFE-91AE11A29E6B}" srcId="{0AB1442D-F7B0-E942-9A45-FD45BB7014C2}" destId="{41116F9D-1093-C541-8F24-AF923714F38C}" srcOrd="0" destOrd="0" parTransId="{3F92352A-7F66-B447-B744-93E870DD631A}" sibTransId="{7B1B513D-36B5-4A43-B336-4B67BFB3508D}"/>
    <dgm:cxn modelId="{125C7265-353C-CD41-BBB9-7A4CF0D99034}" type="presOf" srcId="{A05E3648-D5D8-884B-B502-F041268A61FA}" destId="{08A9A630-6BC3-5044-A148-A2D3991B226A}" srcOrd="0" destOrd="0" presId="urn:microsoft.com/office/officeart/2005/8/layout/vList2"/>
    <dgm:cxn modelId="{6F329487-9DDD-7C49-A768-83BC556C2E9A}" srcId="{A05E3648-D5D8-884B-B502-F041268A61FA}" destId="{5380344C-DA25-CD4C-B915-F3E83DF92C05}" srcOrd="0" destOrd="0" parTransId="{CDAE4444-319E-E945-B28D-A5173018DFF8}" sibTransId="{4C57FB35-CC7B-6B4E-B88F-83E2BBAD4667}"/>
    <dgm:cxn modelId="{5F75CBA0-771A-9148-8413-52ADC87F5509}" type="presOf" srcId="{41116F9D-1093-C541-8F24-AF923714F38C}" destId="{D2A3FB79-225F-F645-9263-70FD35EA9D07}" srcOrd="0" destOrd="0" presId="urn:microsoft.com/office/officeart/2005/8/layout/vList2"/>
    <dgm:cxn modelId="{B5E981DF-CB83-664E-8C44-59CE0161DEF1}" srcId="{A4982EA1-1697-BB4A-962F-C690979B5CA8}" destId="{0AB1442D-F7B0-E942-9A45-FD45BB7014C2}" srcOrd="0" destOrd="0" parTransId="{5C3232EA-EF5A-B543-AA34-F5EA22451935}" sibTransId="{71F6A3BE-C94D-5545-B2EA-0383E28509F0}"/>
    <dgm:cxn modelId="{DB6E02F9-ED0C-1D40-B758-FCF9E0FE16DE}" type="presOf" srcId="{A4982EA1-1697-BB4A-962F-C690979B5CA8}" destId="{C1DDCA54-C9A0-A94D-8D3C-914551118621}" srcOrd="0" destOrd="0" presId="urn:microsoft.com/office/officeart/2005/8/layout/vList2"/>
    <dgm:cxn modelId="{58BB09FB-99DF-6848-B8E7-F0CA2EE73C58}" srcId="{A4982EA1-1697-BB4A-962F-C690979B5CA8}" destId="{A05E3648-D5D8-884B-B502-F041268A61FA}" srcOrd="1" destOrd="0" parTransId="{ED0AD63D-3D5B-6241-A915-A44324621227}" sibTransId="{CACE43C1-E9E0-7D40-A855-F893DDB38B68}"/>
    <dgm:cxn modelId="{A9CA8283-D107-DE44-9AF2-AA0F69A05CA9}" type="presParOf" srcId="{C1DDCA54-C9A0-A94D-8D3C-914551118621}" destId="{69A1457E-6F82-714B-9684-358489247C06}" srcOrd="0" destOrd="0" presId="urn:microsoft.com/office/officeart/2005/8/layout/vList2"/>
    <dgm:cxn modelId="{6347209F-2DD0-244F-949E-A5585F7F8F06}" type="presParOf" srcId="{C1DDCA54-C9A0-A94D-8D3C-914551118621}" destId="{D2A3FB79-225F-F645-9263-70FD35EA9D07}" srcOrd="1" destOrd="0" presId="urn:microsoft.com/office/officeart/2005/8/layout/vList2"/>
    <dgm:cxn modelId="{1A93334C-1F46-B145-99BC-A9F26C1A3AC3}" type="presParOf" srcId="{C1DDCA54-C9A0-A94D-8D3C-914551118621}" destId="{08A9A630-6BC3-5044-A148-A2D3991B226A}" srcOrd="2" destOrd="0" presId="urn:microsoft.com/office/officeart/2005/8/layout/vList2"/>
    <dgm:cxn modelId="{8241538C-77F4-7447-8B92-2A7CDC7D9224}" type="presParOf" srcId="{C1DDCA54-C9A0-A94D-8D3C-914551118621}" destId="{106A0A9A-EAED-1142-8E93-D86999C38394}"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C513320-B510-7246-B38E-888B30FCCCB1}" type="doc">
      <dgm:prSet loTypeId="urn:microsoft.com/office/officeart/2005/8/layout/arrow4" loCatId="" qsTypeId="urn:microsoft.com/office/officeart/2005/8/quickstyle/simple4" qsCatId="simple" csTypeId="urn:microsoft.com/office/officeart/2005/8/colors/accent1_2" csCatId="accent1" phldr="1"/>
      <dgm:spPr/>
      <dgm:t>
        <a:bodyPr/>
        <a:lstStyle/>
        <a:p>
          <a:endParaRPr lang="en-US"/>
        </a:p>
      </dgm:t>
    </dgm:pt>
    <dgm:pt modelId="{542ADEA3-DD61-8846-9F75-8E1F4846D843}">
      <dgm:prSet phldrT="[Text]"/>
      <dgm:spPr/>
      <dgm:t>
        <a:bodyPr/>
        <a:lstStyle/>
        <a:p>
          <a:r>
            <a:rPr lang="en-NZ"/>
            <a:t>Advantages:</a:t>
          </a:r>
          <a:endParaRPr lang="en-US"/>
        </a:p>
      </dgm:t>
    </dgm:pt>
    <dgm:pt modelId="{07DC4457-50FF-A14F-864A-0E86F277E3B9}" type="parTrans" cxnId="{4C41D010-5F2C-1846-8D6C-2418AD200283}">
      <dgm:prSet/>
      <dgm:spPr/>
      <dgm:t>
        <a:bodyPr/>
        <a:lstStyle/>
        <a:p>
          <a:endParaRPr lang="en-US"/>
        </a:p>
      </dgm:t>
    </dgm:pt>
    <dgm:pt modelId="{491C7949-4184-B34F-8664-D7D6CED92DDF}" type="sibTrans" cxnId="{4C41D010-5F2C-1846-8D6C-2418AD200283}">
      <dgm:prSet/>
      <dgm:spPr/>
      <dgm:t>
        <a:bodyPr/>
        <a:lstStyle/>
        <a:p>
          <a:endParaRPr lang="en-US"/>
        </a:p>
      </dgm:t>
    </dgm:pt>
    <dgm:pt modelId="{192623A6-B749-D940-A5F6-2FEB4377FAC6}">
      <dgm:prSet/>
      <dgm:spPr/>
      <dgm:t>
        <a:bodyPr/>
        <a:lstStyle/>
        <a:p>
          <a:r>
            <a:rPr lang="en-NZ"/>
            <a:t>it leads to early detection</a:t>
          </a:r>
          <a:endParaRPr lang="en-NZ" dirty="0"/>
        </a:p>
      </dgm:t>
    </dgm:pt>
    <dgm:pt modelId="{4D851669-A260-E441-98C6-D85C02547742}" type="parTrans" cxnId="{B87D94E0-781D-A041-B80C-6DF5D1DD814A}">
      <dgm:prSet/>
      <dgm:spPr/>
      <dgm:t>
        <a:bodyPr/>
        <a:lstStyle/>
        <a:p>
          <a:endParaRPr lang="en-US"/>
        </a:p>
      </dgm:t>
    </dgm:pt>
    <dgm:pt modelId="{B657F5D2-7391-9443-B7E1-2E0E57A00F4F}" type="sibTrans" cxnId="{B87D94E0-781D-A041-B80C-6DF5D1DD814A}">
      <dgm:prSet/>
      <dgm:spPr/>
      <dgm:t>
        <a:bodyPr/>
        <a:lstStyle/>
        <a:p>
          <a:endParaRPr lang="en-US"/>
        </a:p>
      </dgm:t>
    </dgm:pt>
    <dgm:pt modelId="{3A8468E8-4E83-BF44-A60E-FC399A63CFB7}">
      <dgm:prSet/>
      <dgm:spPr/>
      <dgm:t>
        <a:bodyPr/>
        <a:lstStyle/>
        <a:p>
          <a:r>
            <a:rPr lang="en-NZ" dirty="0"/>
            <a:t>the algorithm is relatively simple</a:t>
          </a:r>
        </a:p>
      </dgm:t>
    </dgm:pt>
    <dgm:pt modelId="{E3511754-634B-0D46-BEE8-FF0A57ECC231}" type="parTrans" cxnId="{C9C7837E-F27F-1A40-BF05-AE8A35774B01}">
      <dgm:prSet/>
      <dgm:spPr/>
      <dgm:t>
        <a:bodyPr/>
        <a:lstStyle/>
        <a:p>
          <a:endParaRPr lang="en-US"/>
        </a:p>
      </dgm:t>
    </dgm:pt>
    <dgm:pt modelId="{692BC71E-1C1E-FB40-A37E-B28DDC746130}" type="sibTrans" cxnId="{C9C7837E-F27F-1A40-BF05-AE8A35774B01}">
      <dgm:prSet/>
      <dgm:spPr/>
      <dgm:t>
        <a:bodyPr/>
        <a:lstStyle/>
        <a:p>
          <a:endParaRPr lang="en-US"/>
        </a:p>
      </dgm:t>
    </dgm:pt>
    <dgm:pt modelId="{5EC62C39-5D1E-0947-9967-ED4094E6F336}">
      <dgm:prSet/>
      <dgm:spPr/>
      <dgm:t>
        <a:bodyPr/>
        <a:lstStyle/>
        <a:p>
          <a:r>
            <a:rPr lang="en-NZ"/>
            <a:t>Disadvantage</a:t>
          </a:r>
          <a:endParaRPr lang="en-NZ" dirty="0"/>
        </a:p>
      </dgm:t>
    </dgm:pt>
    <dgm:pt modelId="{C254CA92-4214-D645-8337-CFA2B2E7293E}" type="parTrans" cxnId="{EBD3AC82-1214-E544-9809-7F94DAD99501}">
      <dgm:prSet/>
      <dgm:spPr/>
      <dgm:t>
        <a:bodyPr/>
        <a:lstStyle/>
        <a:p>
          <a:endParaRPr lang="en-US"/>
        </a:p>
      </dgm:t>
    </dgm:pt>
    <dgm:pt modelId="{F3441977-EAA4-7845-AA70-3EBAB23C1AAA}" type="sibTrans" cxnId="{EBD3AC82-1214-E544-9809-7F94DAD99501}">
      <dgm:prSet/>
      <dgm:spPr/>
      <dgm:t>
        <a:bodyPr/>
        <a:lstStyle/>
        <a:p>
          <a:endParaRPr lang="en-US"/>
        </a:p>
      </dgm:t>
    </dgm:pt>
    <dgm:pt modelId="{483DF84F-B392-CE44-9BC1-22C81E8A67DC}">
      <dgm:prSet/>
      <dgm:spPr/>
      <dgm:t>
        <a:bodyPr/>
        <a:lstStyle/>
        <a:p>
          <a:r>
            <a:rPr lang="en-NZ" dirty="0"/>
            <a:t>frequent checks consume considerable processor time</a:t>
          </a:r>
        </a:p>
      </dgm:t>
    </dgm:pt>
    <dgm:pt modelId="{74D7CA43-654D-944C-B5E8-327FEB1A949B}" type="parTrans" cxnId="{DC378C70-05BA-A84C-8F6E-7567B823FCE3}">
      <dgm:prSet/>
      <dgm:spPr/>
      <dgm:t>
        <a:bodyPr/>
        <a:lstStyle/>
        <a:p>
          <a:endParaRPr lang="en-US"/>
        </a:p>
      </dgm:t>
    </dgm:pt>
    <dgm:pt modelId="{41666786-992A-E041-9F08-3EE06FFB0A5F}" type="sibTrans" cxnId="{DC378C70-05BA-A84C-8F6E-7567B823FCE3}">
      <dgm:prSet/>
      <dgm:spPr/>
      <dgm:t>
        <a:bodyPr/>
        <a:lstStyle/>
        <a:p>
          <a:endParaRPr lang="en-US"/>
        </a:p>
      </dgm:t>
    </dgm:pt>
    <dgm:pt modelId="{6B4E353E-7815-0C4E-A2AC-66663DBC748F}" type="pres">
      <dgm:prSet presAssocID="{8C513320-B510-7246-B38E-888B30FCCCB1}" presName="compositeShape" presStyleCnt="0">
        <dgm:presLayoutVars>
          <dgm:chMax val="2"/>
          <dgm:dir/>
          <dgm:resizeHandles val="exact"/>
        </dgm:presLayoutVars>
      </dgm:prSet>
      <dgm:spPr/>
    </dgm:pt>
    <dgm:pt modelId="{8F05821B-8690-3643-AEC1-64B51AC1545C}" type="pres">
      <dgm:prSet presAssocID="{542ADEA3-DD61-8846-9F75-8E1F4846D843}" presName="upArrow" presStyleLbl="node1" presStyleIdx="0" presStyleCnt="2"/>
      <dgm:spPr/>
    </dgm:pt>
    <dgm:pt modelId="{4AF069EA-EC98-CA45-A086-7FA7E99EA8A6}" type="pres">
      <dgm:prSet presAssocID="{542ADEA3-DD61-8846-9F75-8E1F4846D843}" presName="upArrowText" presStyleLbl="revTx" presStyleIdx="0" presStyleCnt="2">
        <dgm:presLayoutVars>
          <dgm:chMax val="0"/>
          <dgm:bulletEnabled val="1"/>
        </dgm:presLayoutVars>
      </dgm:prSet>
      <dgm:spPr/>
    </dgm:pt>
    <dgm:pt modelId="{6DD9CEB5-DFB1-8348-9CA6-D5671ECD380A}" type="pres">
      <dgm:prSet presAssocID="{5EC62C39-5D1E-0947-9967-ED4094E6F336}" presName="downArrow" presStyleLbl="node1" presStyleIdx="1" presStyleCnt="2"/>
      <dgm:spPr>
        <a:solidFill>
          <a:schemeClr val="accent6">
            <a:lumMod val="50000"/>
            <a:alpha val="76000"/>
          </a:schemeClr>
        </a:solidFill>
      </dgm:spPr>
    </dgm:pt>
    <dgm:pt modelId="{5B807A66-FA4A-EA45-9E62-5BAF4765C594}" type="pres">
      <dgm:prSet presAssocID="{5EC62C39-5D1E-0947-9967-ED4094E6F336}" presName="downArrowText" presStyleLbl="revTx" presStyleIdx="1" presStyleCnt="2">
        <dgm:presLayoutVars>
          <dgm:chMax val="0"/>
          <dgm:bulletEnabled val="1"/>
        </dgm:presLayoutVars>
      </dgm:prSet>
      <dgm:spPr/>
    </dgm:pt>
  </dgm:ptLst>
  <dgm:cxnLst>
    <dgm:cxn modelId="{4C41D010-5F2C-1846-8D6C-2418AD200283}" srcId="{8C513320-B510-7246-B38E-888B30FCCCB1}" destId="{542ADEA3-DD61-8846-9F75-8E1F4846D843}" srcOrd="0" destOrd="0" parTransId="{07DC4457-50FF-A14F-864A-0E86F277E3B9}" sibTransId="{491C7949-4184-B34F-8664-D7D6CED92DDF}"/>
    <dgm:cxn modelId="{BC6B853C-7B02-CE4E-8368-D6B8D0D16C77}" type="presOf" srcId="{3A8468E8-4E83-BF44-A60E-FC399A63CFB7}" destId="{4AF069EA-EC98-CA45-A086-7FA7E99EA8A6}" srcOrd="0" destOrd="2" presId="urn:microsoft.com/office/officeart/2005/8/layout/arrow4"/>
    <dgm:cxn modelId="{0760CA54-2EF0-6243-9A84-3022330E37A3}" type="presOf" srcId="{8C513320-B510-7246-B38E-888B30FCCCB1}" destId="{6B4E353E-7815-0C4E-A2AC-66663DBC748F}" srcOrd="0" destOrd="0" presId="urn:microsoft.com/office/officeart/2005/8/layout/arrow4"/>
    <dgm:cxn modelId="{4D976160-B68C-F94E-A528-99CE280422EA}" type="presOf" srcId="{542ADEA3-DD61-8846-9F75-8E1F4846D843}" destId="{4AF069EA-EC98-CA45-A086-7FA7E99EA8A6}" srcOrd="0" destOrd="0" presId="urn:microsoft.com/office/officeart/2005/8/layout/arrow4"/>
    <dgm:cxn modelId="{DC378C70-05BA-A84C-8F6E-7567B823FCE3}" srcId="{5EC62C39-5D1E-0947-9967-ED4094E6F336}" destId="{483DF84F-B392-CE44-9BC1-22C81E8A67DC}" srcOrd="0" destOrd="0" parTransId="{74D7CA43-654D-944C-B5E8-327FEB1A949B}" sibTransId="{41666786-992A-E041-9F08-3EE06FFB0A5F}"/>
    <dgm:cxn modelId="{B4102671-FB45-6D47-B949-BFDBDC678A3C}" type="presOf" srcId="{483DF84F-B392-CE44-9BC1-22C81E8A67DC}" destId="{5B807A66-FA4A-EA45-9E62-5BAF4765C594}" srcOrd="0" destOrd="1" presId="urn:microsoft.com/office/officeart/2005/8/layout/arrow4"/>
    <dgm:cxn modelId="{C9C7837E-F27F-1A40-BF05-AE8A35774B01}" srcId="{542ADEA3-DD61-8846-9F75-8E1F4846D843}" destId="{3A8468E8-4E83-BF44-A60E-FC399A63CFB7}" srcOrd="1" destOrd="0" parTransId="{E3511754-634B-0D46-BEE8-FF0A57ECC231}" sibTransId="{692BC71E-1C1E-FB40-A37E-B28DDC746130}"/>
    <dgm:cxn modelId="{EBD3AC82-1214-E544-9809-7F94DAD99501}" srcId="{8C513320-B510-7246-B38E-888B30FCCCB1}" destId="{5EC62C39-5D1E-0947-9967-ED4094E6F336}" srcOrd="1" destOrd="0" parTransId="{C254CA92-4214-D645-8337-CFA2B2E7293E}" sibTransId="{F3441977-EAA4-7845-AA70-3EBAB23C1AAA}"/>
    <dgm:cxn modelId="{DAE6E0AE-7E33-6043-AB2F-E8E868A7E7D7}" type="presOf" srcId="{5EC62C39-5D1E-0947-9967-ED4094E6F336}" destId="{5B807A66-FA4A-EA45-9E62-5BAF4765C594}" srcOrd="0" destOrd="0" presId="urn:microsoft.com/office/officeart/2005/8/layout/arrow4"/>
    <dgm:cxn modelId="{0B2BC5B8-54AD-CD4E-9072-1F0972CD9DB8}" type="presOf" srcId="{192623A6-B749-D940-A5F6-2FEB4377FAC6}" destId="{4AF069EA-EC98-CA45-A086-7FA7E99EA8A6}" srcOrd="0" destOrd="1" presId="urn:microsoft.com/office/officeart/2005/8/layout/arrow4"/>
    <dgm:cxn modelId="{B87D94E0-781D-A041-B80C-6DF5D1DD814A}" srcId="{542ADEA3-DD61-8846-9F75-8E1F4846D843}" destId="{192623A6-B749-D940-A5F6-2FEB4377FAC6}" srcOrd="0" destOrd="0" parTransId="{4D851669-A260-E441-98C6-D85C02547742}" sibTransId="{B657F5D2-7391-9443-B7E1-2E0E57A00F4F}"/>
    <dgm:cxn modelId="{30B004C7-81CC-2C4D-BD04-44A4AE4CD4B5}" type="presParOf" srcId="{6B4E353E-7815-0C4E-A2AC-66663DBC748F}" destId="{8F05821B-8690-3643-AEC1-64B51AC1545C}" srcOrd="0" destOrd="0" presId="urn:microsoft.com/office/officeart/2005/8/layout/arrow4"/>
    <dgm:cxn modelId="{A1025AAD-5303-C146-B4CB-8E4408CD11E1}" type="presParOf" srcId="{6B4E353E-7815-0C4E-A2AC-66663DBC748F}" destId="{4AF069EA-EC98-CA45-A086-7FA7E99EA8A6}" srcOrd="1" destOrd="0" presId="urn:microsoft.com/office/officeart/2005/8/layout/arrow4"/>
    <dgm:cxn modelId="{EB2A47F8-9261-3447-9BDA-1DFABD2ED529}" type="presParOf" srcId="{6B4E353E-7815-0C4E-A2AC-66663DBC748F}" destId="{6DD9CEB5-DFB1-8348-9CA6-D5671ECD380A}" srcOrd="2" destOrd="0" presId="urn:microsoft.com/office/officeart/2005/8/layout/arrow4"/>
    <dgm:cxn modelId="{D4C0807B-6F2E-8C43-844F-AB43976293F3}" type="presParOf" srcId="{6B4E353E-7815-0C4E-A2AC-66663DBC748F}" destId="{5B807A66-FA4A-EA45-9E62-5BAF4765C594}"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2EDBC49-6D44-E147-8620-79A295852D13}" type="doc">
      <dgm:prSet loTypeId="urn:microsoft.com/office/officeart/2005/8/layout/default#2" loCatId="list" qsTypeId="urn:microsoft.com/office/officeart/2005/8/quickstyle/simple4" qsCatId="simple" csTypeId="urn:microsoft.com/office/officeart/2005/8/colors/accent1_2" csCatId="accent1" phldr="1"/>
      <dgm:spPr/>
      <dgm:t>
        <a:bodyPr/>
        <a:lstStyle/>
        <a:p>
          <a:endParaRPr lang="en-US"/>
        </a:p>
      </dgm:t>
    </dgm:pt>
    <dgm:pt modelId="{92240CCF-F6D4-DA43-A2C2-CA2A7D1C9B90}">
      <dgm:prSet phldrT="[Text]"/>
      <dgm:spPr>
        <a:solidFill>
          <a:schemeClr val="accent6">
            <a:lumMod val="75000"/>
          </a:schemeClr>
        </a:solidFill>
      </dgm:spPr>
      <dgm:t>
        <a:bodyPr/>
        <a:lstStyle/>
        <a:p>
          <a:r>
            <a:rPr lang="en-US" dirty="0"/>
            <a:t>Pipes</a:t>
          </a:r>
        </a:p>
      </dgm:t>
    </dgm:pt>
    <dgm:pt modelId="{A0EC922B-310E-BE43-BDCA-04353E56F358}" type="parTrans" cxnId="{CB039045-4306-694B-86D7-282B9F97A27E}">
      <dgm:prSet/>
      <dgm:spPr/>
      <dgm:t>
        <a:bodyPr/>
        <a:lstStyle/>
        <a:p>
          <a:endParaRPr lang="en-US"/>
        </a:p>
      </dgm:t>
    </dgm:pt>
    <dgm:pt modelId="{E6267118-ECC9-4642-9707-A0C8991BB26B}" type="sibTrans" cxnId="{CB039045-4306-694B-86D7-282B9F97A27E}">
      <dgm:prSet/>
      <dgm:spPr/>
      <dgm:t>
        <a:bodyPr/>
        <a:lstStyle/>
        <a:p>
          <a:endParaRPr lang="en-US"/>
        </a:p>
      </dgm:t>
    </dgm:pt>
    <dgm:pt modelId="{B9466294-7200-8F41-BC4E-95B69D11B9CD}">
      <dgm:prSet/>
      <dgm:spPr>
        <a:solidFill>
          <a:schemeClr val="accent5">
            <a:lumMod val="75000"/>
          </a:schemeClr>
        </a:solidFill>
      </dgm:spPr>
      <dgm:t>
        <a:bodyPr/>
        <a:lstStyle/>
        <a:p>
          <a:pPr rtl="0"/>
          <a:r>
            <a:rPr lang="en-US">
              <a:latin typeface="Calisto MT"/>
            </a:rPr>
            <a:t>Sockets</a:t>
          </a:r>
          <a:endParaRPr lang="en-US" dirty="0"/>
        </a:p>
      </dgm:t>
    </dgm:pt>
    <dgm:pt modelId="{1105F59D-017C-C349-B586-FAF5ED33D663}" type="parTrans" cxnId="{F55F780F-CC6D-FB4C-AA87-C5367C6C9B11}">
      <dgm:prSet/>
      <dgm:spPr/>
      <dgm:t>
        <a:bodyPr/>
        <a:lstStyle/>
        <a:p>
          <a:endParaRPr lang="en-US"/>
        </a:p>
      </dgm:t>
    </dgm:pt>
    <dgm:pt modelId="{1BADF5C2-97F7-B14B-8C69-E9BA5F5A6F97}" type="sibTrans" cxnId="{F55F780F-CC6D-FB4C-AA87-C5367C6C9B11}">
      <dgm:prSet/>
      <dgm:spPr/>
      <dgm:t>
        <a:bodyPr/>
        <a:lstStyle/>
        <a:p>
          <a:endParaRPr lang="en-US"/>
        </a:p>
      </dgm:t>
    </dgm:pt>
    <dgm:pt modelId="{E7B4D9E1-14B6-3E45-92D3-00192AED8A34}">
      <dgm:prSet/>
      <dgm:spPr>
        <a:solidFill>
          <a:schemeClr val="accent4">
            <a:lumMod val="75000"/>
          </a:schemeClr>
        </a:solidFill>
      </dgm:spPr>
      <dgm:t>
        <a:bodyPr/>
        <a:lstStyle/>
        <a:p>
          <a:r>
            <a:rPr lang="en-US"/>
            <a:t>Shared memory</a:t>
          </a:r>
          <a:endParaRPr lang="en-US" dirty="0"/>
        </a:p>
      </dgm:t>
    </dgm:pt>
    <dgm:pt modelId="{B269E861-D5F9-7B42-86D1-94BF915B799A}" type="parTrans" cxnId="{A18AF1C6-FC6B-3643-B69E-B5E8512C9C60}">
      <dgm:prSet/>
      <dgm:spPr/>
      <dgm:t>
        <a:bodyPr/>
        <a:lstStyle/>
        <a:p>
          <a:endParaRPr lang="en-US"/>
        </a:p>
      </dgm:t>
    </dgm:pt>
    <dgm:pt modelId="{5135B2C8-9B14-2A40-9B01-BB13B67E3A80}" type="sibTrans" cxnId="{A18AF1C6-FC6B-3643-B69E-B5E8512C9C60}">
      <dgm:prSet/>
      <dgm:spPr/>
      <dgm:t>
        <a:bodyPr/>
        <a:lstStyle/>
        <a:p>
          <a:endParaRPr lang="en-US"/>
        </a:p>
      </dgm:t>
    </dgm:pt>
    <dgm:pt modelId="{E90C5E7A-D98A-BB44-8616-719FB4AEA32F}">
      <dgm:prSet/>
      <dgm:spPr>
        <a:solidFill>
          <a:schemeClr val="accent3">
            <a:lumMod val="75000"/>
          </a:schemeClr>
        </a:solidFill>
      </dgm:spPr>
      <dgm:t>
        <a:bodyPr/>
        <a:lstStyle/>
        <a:p>
          <a:r>
            <a:rPr lang="en-US"/>
            <a:t>Semaphores</a:t>
          </a:r>
          <a:endParaRPr lang="en-US" dirty="0"/>
        </a:p>
      </dgm:t>
    </dgm:pt>
    <dgm:pt modelId="{90DEFEF9-3DB8-1647-BE70-6CCAB0003566}" type="parTrans" cxnId="{C9626C6E-6776-564E-97A3-ED3C89DE33DF}">
      <dgm:prSet/>
      <dgm:spPr/>
      <dgm:t>
        <a:bodyPr/>
        <a:lstStyle/>
        <a:p>
          <a:endParaRPr lang="en-US"/>
        </a:p>
      </dgm:t>
    </dgm:pt>
    <dgm:pt modelId="{BB11574D-B607-914F-93E2-1B272094BADD}" type="sibTrans" cxnId="{C9626C6E-6776-564E-97A3-ED3C89DE33DF}">
      <dgm:prSet/>
      <dgm:spPr/>
      <dgm:t>
        <a:bodyPr/>
        <a:lstStyle/>
        <a:p>
          <a:endParaRPr lang="en-US"/>
        </a:p>
      </dgm:t>
    </dgm:pt>
    <dgm:pt modelId="{A12DCCDD-4DA4-654A-A7ED-4EBF0B3F2E2E}">
      <dgm:prSet/>
      <dgm:spPr>
        <a:solidFill>
          <a:schemeClr val="accent2">
            <a:lumMod val="75000"/>
          </a:schemeClr>
        </a:solidFill>
      </dgm:spPr>
      <dgm:t>
        <a:bodyPr/>
        <a:lstStyle/>
        <a:p>
          <a:r>
            <a:rPr lang="en-US"/>
            <a:t>Signals</a:t>
          </a:r>
          <a:endParaRPr lang="en-US" dirty="0"/>
        </a:p>
      </dgm:t>
    </dgm:pt>
    <dgm:pt modelId="{23778743-B86C-7F4B-AE48-CD60585B4FE7}" type="parTrans" cxnId="{8F1EEDFC-DED2-D944-9C76-39D09F0731C2}">
      <dgm:prSet/>
      <dgm:spPr/>
      <dgm:t>
        <a:bodyPr/>
        <a:lstStyle/>
        <a:p>
          <a:endParaRPr lang="en-US"/>
        </a:p>
      </dgm:t>
    </dgm:pt>
    <dgm:pt modelId="{2088DD7E-FBA8-3E42-953F-0AFCC218DF76}" type="sibTrans" cxnId="{8F1EEDFC-DED2-D944-9C76-39D09F0731C2}">
      <dgm:prSet/>
      <dgm:spPr/>
      <dgm:t>
        <a:bodyPr/>
        <a:lstStyle/>
        <a:p>
          <a:endParaRPr lang="en-US"/>
        </a:p>
      </dgm:t>
    </dgm:pt>
    <dgm:pt modelId="{899ECADF-026A-4D44-BD95-C86A2123C7E8}" type="pres">
      <dgm:prSet presAssocID="{A2EDBC49-6D44-E147-8620-79A295852D13}" presName="diagram" presStyleCnt="0">
        <dgm:presLayoutVars>
          <dgm:dir/>
          <dgm:resizeHandles val="exact"/>
        </dgm:presLayoutVars>
      </dgm:prSet>
      <dgm:spPr/>
    </dgm:pt>
    <dgm:pt modelId="{B47CD3AA-D0A7-0A42-ADAA-6344FF3728D6}" type="pres">
      <dgm:prSet presAssocID="{92240CCF-F6D4-DA43-A2C2-CA2A7D1C9B90}" presName="node" presStyleLbl="node1" presStyleIdx="0" presStyleCnt="5">
        <dgm:presLayoutVars>
          <dgm:bulletEnabled val="1"/>
        </dgm:presLayoutVars>
      </dgm:prSet>
      <dgm:spPr/>
    </dgm:pt>
    <dgm:pt modelId="{88F7A27B-9411-8D4A-8FB0-31D0C58356CC}" type="pres">
      <dgm:prSet presAssocID="{E6267118-ECC9-4642-9707-A0C8991BB26B}" presName="sibTrans" presStyleCnt="0"/>
      <dgm:spPr/>
    </dgm:pt>
    <dgm:pt modelId="{E18E6AC2-BB21-2043-ABDE-7764D5BD9243}" type="pres">
      <dgm:prSet presAssocID="{B9466294-7200-8F41-BC4E-95B69D11B9CD}" presName="node" presStyleLbl="node1" presStyleIdx="1" presStyleCnt="5">
        <dgm:presLayoutVars>
          <dgm:bulletEnabled val="1"/>
        </dgm:presLayoutVars>
      </dgm:prSet>
      <dgm:spPr/>
    </dgm:pt>
    <dgm:pt modelId="{A82FE68C-FC17-5048-8BBC-56AF3B00920F}" type="pres">
      <dgm:prSet presAssocID="{1BADF5C2-97F7-B14B-8C69-E9BA5F5A6F97}" presName="sibTrans" presStyleCnt="0"/>
      <dgm:spPr/>
    </dgm:pt>
    <dgm:pt modelId="{C705BE14-8110-9546-A326-B28476739A01}" type="pres">
      <dgm:prSet presAssocID="{E7B4D9E1-14B6-3E45-92D3-00192AED8A34}" presName="node" presStyleLbl="node1" presStyleIdx="2" presStyleCnt="5">
        <dgm:presLayoutVars>
          <dgm:bulletEnabled val="1"/>
        </dgm:presLayoutVars>
      </dgm:prSet>
      <dgm:spPr/>
    </dgm:pt>
    <dgm:pt modelId="{8A19A1C0-69E0-3844-AA8F-30C79C1C6DA1}" type="pres">
      <dgm:prSet presAssocID="{5135B2C8-9B14-2A40-9B01-BB13B67E3A80}" presName="sibTrans" presStyleCnt="0"/>
      <dgm:spPr/>
    </dgm:pt>
    <dgm:pt modelId="{86B0300C-490F-BB45-AA82-07F49CE6997B}" type="pres">
      <dgm:prSet presAssocID="{E90C5E7A-D98A-BB44-8616-719FB4AEA32F}" presName="node" presStyleLbl="node1" presStyleIdx="3" presStyleCnt="5" custLinFactNeighborX="1637" custLinFactNeighborY="-20919">
        <dgm:presLayoutVars>
          <dgm:bulletEnabled val="1"/>
        </dgm:presLayoutVars>
      </dgm:prSet>
      <dgm:spPr/>
    </dgm:pt>
    <dgm:pt modelId="{20BD047E-FD72-A346-A01D-C4EEABFB1770}" type="pres">
      <dgm:prSet presAssocID="{BB11574D-B607-914F-93E2-1B272094BADD}" presName="sibTrans" presStyleCnt="0"/>
      <dgm:spPr/>
    </dgm:pt>
    <dgm:pt modelId="{78D68AD7-7052-1A4C-881C-02ECB2A5EF4E}" type="pres">
      <dgm:prSet presAssocID="{A12DCCDD-4DA4-654A-A7ED-4EBF0B3F2E2E}" presName="node" presStyleLbl="node1" presStyleIdx="4" presStyleCnt="5" custLinFactNeighborX="5467" custLinFactNeighborY="-19133">
        <dgm:presLayoutVars>
          <dgm:bulletEnabled val="1"/>
        </dgm:presLayoutVars>
      </dgm:prSet>
      <dgm:spPr/>
    </dgm:pt>
  </dgm:ptLst>
  <dgm:cxnLst>
    <dgm:cxn modelId="{F55F780F-CC6D-FB4C-AA87-C5367C6C9B11}" srcId="{A2EDBC49-6D44-E147-8620-79A295852D13}" destId="{B9466294-7200-8F41-BC4E-95B69D11B9CD}" srcOrd="1" destOrd="0" parTransId="{1105F59D-017C-C349-B586-FAF5ED33D663}" sibTransId="{1BADF5C2-97F7-B14B-8C69-E9BA5F5A6F97}"/>
    <dgm:cxn modelId="{C6C6373D-A78A-464D-80A5-DB5A16536B1E}" type="presOf" srcId="{A2EDBC49-6D44-E147-8620-79A295852D13}" destId="{899ECADF-026A-4D44-BD95-C86A2123C7E8}" srcOrd="0" destOrd="0" presId="urn:microsoft.com/office/officeart/2005/8/layout/default#2"/>
    <dgm:cxn modelId="{CB039045-4306-694B-86D7-282B9F97A27E}" srcId="{A2EDBC49-6D44-E147-8620-79A295852D13}" destId="{92240CCF-F6D4-DA43-A2C2-CA2A7D1C9B90}" srcOrd="0" destOrd="0" parTransId="{A0EC922B-310E-BE43-BDCA-04353E56F358}" sibTransId="{E6267118-ECC9-4642-9707-A0C8991BB26B}"/>
    <dgm:cxn modelId="{126A6149-F94B-0443-9371-FB90E0462AA9}" type="presOf" srcId="{E7B4D9E1-14B6-3E45-92D3-00192AED8A34}" destId="{C705BE14-8110-9546-A326-B28476739A01}" srcOrd="0" destOrd="0" presId="urn:microsoft.com/office/officeart/2005/8/layout/default#2"/>
    <dgm:cxn modelId="{C9626C6E-6776-564E-97A3-ED3C89DE33DF}" srcId="{A2EDBC49-6D44-E147-8620-79A295852D13}" destId="{E90C5E7A-D98A-BB44-8616-719FB4AEA32F}" srcOrd="3" destOrd="0" parTransId="{90DEFEF9-3DB8-1647-BE70-6CCAB0003566}" sibTransId="{BB11574D-B607-914F-93E2-1B272094BADD}"/>
    <dgm:cxn modelId="{415EC870-A707-3B44-819C-4A5BE81DBA89}" type="presOf" srcId="{A12DCCDD-4DA4-654A-A7ED-4EBF0B3F2E2E}" destId="{78D68AD7-7052-1A4C-881C-02ECB2A5EF4E}" srcOrd="0" destOrd="0" presId="urn:microsoft.com/office/officeart/2005/8/layout/default#2"/>
    <dgm:cxn modelId="{3EFADC87-56C6-664F-9467-E5521817CB45}" type="presOf" srcId="{E90C5E7A-D98A-BB44-8616-719FB4AEA32F}" destId="{86B0300C-490F-BB45-AA82-07F49CE6997B}" srcOrd="0" destOrd="0" presId="urn:microsoft.com/office/officeart/2005/8/layout/default#2"/>
    <dgm:cxn modelId="{36896A93-D4A5-2D42-81C0-B7E5FB2C3BF6}" type="presOf" srcId="{92240CCF-F6D4-DA43-A2C2-CA2A7D1C9B90}" destId="{B47CD3AA-D0A7-0A42-ADAA-6344FF3728D6}" srcOrd="0" destOrd="0" presId="urn:microsoft.com/office/officeart/2005/8/layout/default#2"/>
    <dgm:cxn modelId="{CD88C8B0-BF91-3948-A04E-D14864663C16}" type="presOf" srcId="{B9466294-7200-8F41-BC4E-95B69D11B9CD}" destId="{E18E6AC2-BB21-2043-ABDE-7764D5BD9243}" srcOrd="0" destOrd="0" presId="urn:microsoft.com/office/officeart/2005/8/layout/default#2"/>
    <dgm:cxn modelId="{A18AF1C6-FC6B-3643-B69E-B5E8512C9C60}" srcId="{A2EDBC49-6D44-E147-8620-79A295852D13}" destId="{E7B4D9E1-14B6-3E45-92D3-00192AED8A34}" srcOrd="2" destOrd="0" parTransId="{B269E861-D5F9-7B42-86D1-94BF915B799A}" sibTransId="{5135B2C8-9B14-2A40-9B01-BB13B67E3A80}"/>
    <dgm:cxn modelId="{8F1EEDFC-DED2-D944-9C76-39D09F0731C2}" srcId="{A2EDBC49-6D44-E147-8620-79A295852D13}" destId="{A12DCCDD-4DA4-654A-A7ED-4EBF0B3F2E2E}" srcOrd="4" destOrd="0" parTransId="{23778743-B86C-7F4B-AE48-CD60585B4FE7}" sibTransId="{2088DD7E-FBA8-3E42-953F-0AFCC218DF76}"/>
    <dgm:cxn modelId="{B683A058-B253-0647-9154-B9164A1B5C4A}" type="presParOf" srcId="{899ECADF-026A-4D44-BD95-C86A2123C7E8}" destId="{B47CD3AA-D0A7-0A42-ADAA-6344FF3728D6}" srcOrd="0" destOrd="0" presId="urn:microsoft.com/office/officeart/2005/8/layout/default#2"/>
    <dgm:cxn modelId="{C66AFC3E-D702-DF40-AE95-088A4D8E938A}" type="presParOf" srcId="{899ECADF-026A-4D44-BD95-C86A2123C7E8}" destId="{88F7A27B-9411-8D4A-8FB0-31D0C58356CC}" srcOrd="1" destOrd="0" presId="urn:microsoft.com/office/officeart/2005/8/layout/default#2"/>
    <dgm:cxn modelId="{3AEA57C4-A1F3-D244-9275-E5D1C8F2EDA4}" type="presParOf" srcId="{899ECADF-026A-4D44-BD95-C86A2123C7E8}" destId="{E18E6AC2-BB21-2043-ABDE-7764D5BD9243}" srcOrd="2" destOrd="0" presId="urn:microsoft.com/office/officeart/2005/8/layout/default#2"/>
    <dgm:cxn modelId="{B60DF48D-461A-C04A-A2D8-EB143E425747}" type="presParOf" srcId="{899ECADF-026A-4D44-BD95-C86A2123C7E8}" destId="{A82FE68C-FC17-5048-8BBC-56AF3B00920F}" srcOrd="3" destOrd="0" presId="urn:microsoft.com/office/officeart/2005/8/layout/default#2"/>
    <dgm:cxn modelId="{64B8DCEC-54B5-1A47-9F15-5395A673588E}" type="presParOf" srcId="{899ECADF-026A-4D44-BD95-C86A2123C7E8}" destId="{C705BE14-8110-9546-A326-B28476739A01}" srcOrd="4" destOrd="0" presId="urn:microsoft.com/office/officeart/2005/8/layout/default#2"/>
    <dgm:cxn modelId="{4494B51E-1B84-8642-81DB-C6943EDC6749}" type="presParOf" srcId="{899ECADF-026A-4D44-BD95-C86A2123C7E8}" destId="{8A19A1C0-69E0-3844-AA8F-30C79C1C6DA1}" srcOrd="5" destOrd="0" presId="urn:microsoft.com/office/officeart/2005/8/layout/default#2"/>
    <dgm:cxn modelId="{988FD0AE-F678-B545-A93B-7C277AB490A9}" type="presParOf" srcId="{899ECADF-026A-4D44-BD95-C86A2123C7E8}" destId="{86B0300C-490F-BB45-AA82-07F49CE6997B}" srcOrd="6" destOrd="0" presId="urn:microsoft.com/office/officeart/2005/8/layout/default#2"/>
    <dgm:cxn modelId="{BACF3BC4-D222-4943-B98C-E9223CB6BB94}" type="presParOf" srcId="{899ECADF-026A-4D44-BD95-C86A2123C7E8}" destId="{20BD047E-FD72-A346-A01D-C4EEABFB1770}" srcOrd="7" destOrd="0" presId="urn:microsoft.com/office/officeart/2005/8/layout/default#2"/>
    <dgm:cxn modelId="{EF5D2A7A-5AA3-EA4A-A304-2CD08DF65FCD}" type="presParOf" srcId="{899ECADF-026A-4D44-BD95-C86A2123C7E8}" destId="{78D68AD7-7052-1A4C-881C-02ECB2A5EF4E}" srcOrd="8"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DAAD9A2-4BA3-D048-80BF-05575D952037}"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DE9CEE22-1A98-3B4A-99D3-75FBC3F58F80}">
      <dgm:prSet phldrT="[Text]"/>
      <dgm:spPr>
        <a:solidFill>
          <a:schemeClr val="accent6">
            <a:lumMod val="75000"/>
          </a:schemeClr>
        </a:solidFill>
      </dgm:spPr>
      <dgm:t>
        <a:bodyPr/>
        <a:lstStyle/>
        <a:p>
          <a:r>
            <a:rPr lang="en-NZ" dirty="0"/>
            <a:t>Two types:</a:t>
          </a:r>
          <a:endParaRPr lang="en-US" dirty="0"/>
        </a:p>
      </dgm:t>
    </dgm:pt>
    <dgm:pt modelId="{EF7183E2-DB27-AD4B-8F33-4C27E56EF1AB}" type="parTrans" cxnId="{62DD2DF2-D521-C948-A192-538C30E56BBE}">
      <dgm:prSet/>
      <dgm:spPr/>
      <dgm:t>
        <a:bodyPr/>
        <a:lstStyle/>
        <a:p>
          <a:endParaRPr lang="en-US"/>
        </a:p>
      </dgm:t>
    </dgm:pt>
    <dgm:pt modelId="{7150AED0-4E2F-B049-BAD9-7891E1604AFC}" type="sibTrans" cxnId="{62DD2DF2-D521-C948-A192-538C30E56BBE}">
      <dgm:prSet/>
      <dgm:spPr/>
      <dgm:t>
        <a:bodyPr/>
        <a:lstStyle/>
        <a:p>
          <a:endParaRPr lang="en-US"/>
        </a:p>
      </dgm:t>
    </dgm:pt>
    <dgm:pt modelId="{FDFD5A5C-7323-A049-858A-1DE12B54747A}">
      <dgm:prSet/>
      <dgm:spPr/>
      <dgm:t>
        <a:bodyPr/>
        <a:lstStyle/>
        <a:p>
          <a:pPr rtl="0"/>
          <a:r>
            <a:rPr lang="en-NZ"/>
            <a:t>Named</a:t>
          </a:r>
          <a:r>
            <a:rPr lang="en-NZ">
              <a:latin typeface="Calisto MT"/>
            </a:rPr>
            <a:t> (</a:t>
          </a:r>
          <a:r>
            <a:rPr lang="en-NZ">
              <a:latin typeface="Lucida Sans Typewriter"/>
            </a:rPr>
            <a:t>mkfifo(1)</a:t>
          </a:r>
          <a:r>
            <a:rPr lang="en-NZ">
              <a:latin typeface="Calisto MT"/>
            </a:rPr>
            <a:t> or </a:t>
          </a:r>
          <a:r>
            <a:rPr lang="en-NZ">
              <a:latin typeface="Lucida Sans Typewriter"/>
            </a:rPr>
            <a:t>mkfifo(3)</a:t>
          </a:r>
          <a:r>
            <a:rPr lang="en-NZ">
              <a:latin typeface="Calisto MT"/>
            </a:rPr>
            <a:t>)</a:t>
          </a:r>
          <a:endParaRPr lang="en-NZ" dirty="0"/>
        </a:p>
      </dgm:t>
    </dgm:pt>
    <dgm:pt modelId="{4DE189B1-EFF9-1C46-BD99-EA290A490E36}" type="parTrans" cxnId="{33396D75-2779-1847-815E-0E931EBD5737}">
      <dgm:prSet/>
      <dgm:spPr/>
      <dgm:t>
        <a:bodyPr/>
        <a:lstStyle/>
        <a:p>
          <a:endParaRPr lang="en-US"/>
        </a:p>
      </dgm:t>
    </dgm:pt>
    <dgm:pt modelId="{70E7576E-FB8D-A347-87D3-3125A5F67F33}" type="sibTrans" cxnId="{33396D75-2779-1847-815E-0E931EBD5737}">
      <dgm:prSet/>
      <dgm:spPr/>
      <dgm:t>
        <a:bodyPr/>
        <a:lstStyle/>
        <a:p>
          <a:endParaRPr lang="en-US"/>
        </a:p>
      </dgm:t>
    </dgm:pt>
    <dgm:pt modelId="{11D64C4C-970C-984E-A0FE-113CD7CC3AA4}">
      <dgm:prSet/>
      <dgm:spPr/>
      <dgm:t>
        <a:bodyPr/>
        <a:lstStyle/>
        <a:p>
          <a:pPr rtl="0"/>
          <a:r>
            <a:rPr lang="en-NZ"/>
            <a:t>Unnamed</a:t>
          </a:r>
          <a:r>
            <a:rPr lang="en-NZ">
              <a:latin typeface="Calisto MT"/>
            </a:rPr>
            <a:t> (</a:t>
          </a:r>
          <a:r>
            <a:rPr lang="en-NZ">
              <a:latin typeface="Lucida Sans Typewriter"/>
            </a:rPr>
            <a:t>pipe(2)</a:t>
          </a:r>
          <a:r>
            <a:rPr lang="en-NZ">
              <a:latin typeface="Calisto MT"/>
            </a:rPr>
            <a:t>)</a:t>
          </a:r>
          <a:endParaRPr lang="en-NZ" dirty="0"/>
        </a:p>
      </dgm:t>
    </dgm:pt>
    <dgm:pt modelId="{A758BBC9-6BE8-CA47-AE9D-39AC7D30AA9B}" type="parTrans" cxnId="{366FB289-7E81-804C-AFDD-46DE7E0D5AA9}">
      <dgm:prSet/>
      <dgm:spPr/>
      <dgm:t>
        <a:bodyPr/>
        <a:lstStyle/>
        <a:p>
          <a:endParaRPr lang="en-US"/>
        </a:p>
      </dgm:t>
    </dgm:pt>
    <dgm:pt modelId="{34A4195E-C82D-BE47-99E4-487417A71764}" type="sibTrans" cxnId="{366FB289-7E81-804C-AFDD-46DE7E0D5AA9}">
      <dgm:prSet/>
      <dgm:spPr/>
      <dgm:t>
        <a:bodyPr/>
        <a:lstStyle/>
        <a:p>
          <a:endParaRPr lang="en-US"/>
        </a:p>
      </dgm:t>
    </dgm:pt>
    <dgm:pt modelId="{E7210990-1E3B-FA4C-9C41-4267F40A30A1}" type="pres">
      <dgm:prSet presAssocID="{BDAAD9A2-4BA3-D048-80BF-05575D952037}" presName="linear" presStyleCnt="0">
        <dgm:presLayoutVars>
          <dgm:dir/>
          <dgm:animLvl val="lvl"/>
          <dgm:resizeHandles val="exact"/>
        </dgm:presLayoutVars>
      </dgm:prSet>
      <dgm:spPr/>
    </dgm:pt>
    <dgm:pt modelId="{90E96EE9-957E-C44A-A640-8C7A2BA473C8}" type="pres">
      <dgm:prSet presAssocID="{DE9CEE22-1A98-3B4A-99D3-75FBC3F58F80}" presName="parentLin" presStyleCnt="0"/>
      <dgm:spPr/>
    </dgm:pt>
    <dgm:pt modelId="{37D75D86-5F39-5048-A5B5-F3C8448395C9}" type="pres">
      <dgm:prSet presAssocID="{DE9CEE22-1A98-3B4A-99D3-75FBC3F58F80}" presName="parentLeftMargin" presStyleLbl="node1" presStyleIdx="0" presStyleCnt="1"/>
      <dgm:spPr/>
    </dgm:pt>
    <dgm:pt modelId="{0FD15BB3-3A9E-C34E-B84F-B78FE5CB5701}" type="pres">
      <dgm:prSet presAssocID="{DE9CEE22-1A98-3B4A-99D3-75FBC3F58F80}" presName="parentText" presStyleLbl="node1" presStyleIdx="0" presStyleCnt="1">
        <dgm:presLayoutVars>
          <dgm:chMax val="0"/>
          <dgm:bulletEnabled val="1"/>
        </dgm:presLayoutVars>
      </dgm:prSet>
      <dgm:spPr/>
    </dgm:pt>
    <dgm:pt modelId="{9C61CCAA-E31D-BD44-9870-37DF1B37145C}" type="pres">
      <dgm:prSet presAssocID="{DE9CEE22-1A98-3B4A-99D3-75FBC3F58F80}" presName="negativeSpace" presStyleCnt="0"/>
      <dgm:spPr/>
    </dgm:pt>
    <dgm:pt modelId="{AE01EA99-9A0B-2046-8BCE-D1BB7B14E477}" type="pres">
      <dgm:prSet presAssocID="{DE9CEE22-1A98-3B4A-99D3-75FBC3F58F80}" presName="childText" presStyleLbl="conFgAcc1" presStyleIdx="0" presStyleCnt="1">
        <dgm:presLayoutVars>
          <dgm:bulletEnabled val="1"/>
        </dgm:presLayoutVars>
      </dgm:prSet>
      <dgm:spPr/>
    </dgm:pt>
  </dgm:ptLst>
  <dgm:cxnLst>
    <dgm:cxn modelId="{C2401242-1158-5E4D-B144-CF1C8381ED35}" type="presOf" srcId="{DE9CEE22-1A98-3B4A-99D3-75FBC3F58F80}" destId="{37D75D86-5F39-5048-A5B5-F3C8448395C9}" srcOrd="0" destOrd="0" presId="urn:microsoft.com/office/officeart/2005/8/layout/list1"/>
    <dgm:cxn modelId="{D77EF953-A367-4248-BF0F-956206B5CBA2}" type="presOf" srcId="{11D64C4C-970C-984E-A0FE-113CD7CC3AA4}" destId="{AE01EA99-9A0B-2046-8BCE-D1BB7B14E477}" srcOrd="0" destOrd="1" presId="urn:microsoft.com/office/officeart/2005/8/layout/list1"/>
    <dgm:cxn modelId="{33396D75-2779-1847-815E-0E931EBD5737}" srcId="{DE9CEE22-1A98-3B4A-99D3-75FBC3F58F80}" destId="{FDFD5A5C-7323-A049-858A-1DE12B54747A}" srcOrd="0" destOrd="0" parTransId="{4DE189B1-EFF9-1C46-BD99-EA290A490E36}" sibTransId="{70E7576E-FB8D-A347-87D3-3125A5F67F33}"/>
    <dgm:cxn modelId="{366FB289-7E81-804C-AFDD-46DE7E0D5AA9}" srcId="{DE9CEE22-1A98-3B4A-99D3-75FBC3F58F80}" destId="{11D64C4C-970C-984E-A0FE-113CD7CC3AA4}" srcOrd="1" destOrd="0" parTransId="{A758BBC9-6BE8-CA47-AE9D-39AC7D30AA9B}" sibTransId="{34A4195E-C82D-BE47-99E4-487417A71764}"/>
    <dgm:cxn modelId="{D4DD26B2-CBF6-524E-96CC-ED7A2EBDB1ED}" type="presOf" srcId="{FDFD5A5C-7323-A049-858A-1DE12B54747A}" destId="{AE01EA99-9A0B-2046-8BCE-D1BB7B14E477}" srcOrd="0" destOrd="0" presId="urn:microsoft.com/office/officeart/2005/8/layout/list1"/>
    <dgm:cxn modelId="{55B047B3-B8F9-A94A-8656-E5DDD0F19327}" type="presOf" srcId="{DE9CEE22-1A98-3B4A-99D3-75FBC3F58F80}" destId="{0FD15BB3-3A9E-C34E-B84F-B78FE5CB5701}" srcOrd="1" destOrd="0" presId="urn:microsoft.com/office/officeart/2005/8/layout/list1"/>
    <dgm:cxn modelId="{C4CBCBD9-2EF0-ED41-8F73-CBE5AC66F066}" type="presOf" srcId="{BDAAD9A2-4BA3-D048-80BF-05575D952037}" destId="{E7210990-1E3B-FA4C-9C41-4267F40A30A1}" srcOrd="0" destOrd="0" presId="urn:microsoft.com/office/officeart/2005/8/layout/list1"/>
    <dgm:cxn modelId="{62DD2DF2-D521-C948-A192-538C30E56BBE}" srcId="{BDAAD9A2-4BA3-D048-80BF-05575D952037}" destId="{DE9CEE22-1A98-3B4A-99D3-75FBC3F58F80}" srcOrd="0" destOrd="0" parTransId="{EF7183E2-DB27-AD4B-8F33-4C27E56EF1AB}" sibTransId="{7150AED0-4E2F-B049-BAD9-7891E1604AFC}"/>
    <dgm:cxn modelId="{3655FF8A-F85F-7043-AF3C-6F6617AD85E1}" type="presParOf" srcId="{E7210990-1E3B-FA4C-9C41-4267F40A30A1}" destId="{90E96EE9-957E-C44A-A640-8C7A2BA473C8}" srcOrd="0" destOrd="0" presId="urn:microsoft.com/office/officeart/2005/8/layout/list1"/>
    <dgm:cxn modelId="{95AF6083-F53F-5B41-ACE0-303C66FE86A5}" type="presParOf" srcId="{90E96EE9-957E-C44A-A640-8C7A2BA473C8}" destId="{37D75D86-5F39-5048-A5B5-F3C8448395C9}" srcOrd="0" destOrd="0" presId="urn:microsoft.com/office/officeart/2005/8/layout/list1"/>
    <dgm:cxn modelId="{745797AC-D2B3-CB40-8A13-8AF97D6435DB}" type="presParOf" srcId="{90E96EE9-957E-C44A-A640-8C7A2BA473C8}" destId="{0FD15BB3-3A9E-C34E-B84F-B78FE5CB5701}" srcOrd="1" destOrd="0" presId="urn:microsoft.com/office/officeart/2005/8/layout/list1"/>
    <dgm:cxn modelId="{E6C7D491-B649-7F4B-B3D4-E3EB2A93D135}" type="presParOf" srcId="{E7210990-1E3B-FA4C-9C41-4267F40A30A1}" destId="{9C61CCAA-E31D-BD44-9870-37DF1B37145C}" srcOrd="1" destOrd="0" presId="urn:microsoft.com/office/officeart/2005/8/layout/list1"/>
    <dgm:cxn modelId="{8640D006-AC24-4C4B-B633-E479B35E52AE}" type="presParOf" srcId="{E7210990-1E3B-FA4C-9C41-4267F40A30A1}" destId="{AE01EA99-9A0B-2046-8BCE-D1BB7B14E47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CAE88E9-D88F-8249-A057-D3610D132A85}"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CFB41569-1134-D143-963D-920148F04490}">
      <dgm:prSet phldrT="[Text]"/>
      <dgm:spPr>
        <a:solidFill>
          <a:schemeClr val="accent6">
            <a:lumMod val="75000"/>
          </a:schemeClr>
        </a:solidFill>
        <a:ln>
          <a:noFill/>
        </a:ln>
      </dgm:spPr>
      <dgm:t>
        <a:bodyPr/>
        <a:lstStyle/>
        <a:p>
          <a:r>
            <a:rPr lang="en-NZ" dirty="0"/>
            <a:t>Consists of:</a:t>
          </a:r>
          <a:endParaRPr lang="en-US" dirty="0"/>
        </a:p>
      </dgm:t>
    </dgm:pt>
    <dgm:pt modelId="{FA4219BA-2BAF-C84D-965C-4D0234EDEF6B}" type="parTrans" cxnId="{0439B1DC-09E7-7A48-A734-0ECA0E5667AF}">
      <dgm:prSet/>
      <dgm:spPr/>
      <dgm:t>
        <a:bodyPr/>
        <a:lstStyle/>
        <a:p>
          <a:endParaRPr lang="en-US"/>
        </a:p>
      </dgm:t>
    </dgm:pt>
    <dgm:pt modelId="{DDD0D31B-EA70-0D4B-B73F-E42EDC34529B}" type="sibTrans" cxnId="{0439B1DC-09E7-7A48-A734-0ECA0E5667AF}">
      <dgm:prSet/>
      <dgm:spPr/>
      <dgm:t>
        <a:bodyPr/>
        <a:lstStyle/>
        <a:p>
          <a:endParaRPr lang="en-US"/>
        </a:p>
      </dgm:t>
    </dgm:pt>
    <dgm:pt modelId="{9D356631-53B1-1249-9FC4-C9CB07BDD0DA}">
      <dgm:prSet/>
      <dgm:spPr>
        <a:solidFill>
          <a:schemeClr val="bg1"/>
        </a:solidFill>
        <a:ln>
          <a:solidFill>
            <a:schemeClr val="accent6"/>
          </a:solidFill>
        </a:ln>
      </dgm:spPr>
      <dgm:t>
        <a:bodyPr/>
        <a:lstStyle/>
        <a:p>
          <a:r>
            <a:rPr lang="en-NZ" dirty="0"/>
            <a:t>current value of the semaphore</a:t>
          </a:r>
        </a:p>
      </dgm:t>
    </dgm:pt>
    <dgm:pt modelId="{CDDA4603-92C7-5042-A56E-0CDF23AD64F3}" type="parTrans" cxnId="{1C567561-6A3B-5048-964D-57C38D874869}">
      <dgm:prSet/>
      <dgm:spPr/>
      <dgm:t>
        <a:bodyPr/>
        <a:lstStyle/>
        <a:p>
          <a:endParaRPr lang="en-US"/>
        </a:p>
      </dgm:t>
    </dgm:pt>
    <dgm:pt modelId="{90AFA0C9-8E21-2E42-A8F9-B676D3D0F1E8}" type="sibTrans" cxnId="{1C567561-6A3B-5048-964D-57C38D874869}">
      <dgm:prSet/>
      <dgm:spPr/>
      <dgm:t>
        <a:bodyPr/>
        <a:lstStyle/>
        <a:p>
          <a:endParaRPr lang="en-US"/>
        </a:p>
      </dgm:t>
    </dgm:pt>
    <dgm:pt modelId="{5D7FDCD7-36E8-A144-91F6-F14ED3721FEA}">
      <dgm:prSet/>
      <dgm:spPr>
        <a:solidFill>
          <a:schemeClr val="bg1"/>
        </a:solidFill>
        <a:ln>
          <a:solidFill>
            <a:schemeClr val="accent6"/>
          </a:solidFill>
        </a:ln>
      </dgm:spPr>
      <dgm:t>
        <a:bodyPr/>
        <a:lstStyle/>
        <a:p>
          <a:r>
            <a:rPr lang="en-NZ" dirty="0"/>
            <a:t>process ID of the last process to operate on the semaphore</a:t>
          </a:r>
        </a:p>
      </dgm:t>
    </dgm:pt>
    <dgm:pt modelId="{D998CE05-52DF-714C-85F6-3BC796B916C4}" type="parTrans" cxnId="{D1CCA08F-F447-BE4B-96FE-3884CA13E5DF}">
      <dgm:prSet/>
      <dgm:spPr/>
      <dgm:t>
        <a:bodyPr/>
        <a:lstStyle/>
        <a:p>
          <a:endParaRPr lang="en-US"/>
        </a:p>
      </dgm:t>
    </dgm:pt>
    <dgm:pt modelId="{E44DDFE3-43C1-2E4D-BDC5-26D5C4495AA0}" type="sibTrans" cxnId="{D1CCA08F-F447-BE4B-96FE-3884CA13E5DF}">
      <dgm:prSet/>
      <dgm:spPr/>
      <dgm:t>
        <a:bodyPr/>
        <a:lstStyle/>
        <a:p>
          <a:endParaRPr lang="en-US"/>
        </a:p>
      </dgm:t>
    </dgm:pt>
    <dgm:pt modelId="{64DAA112-0325-D94B-9D47-E090E83D67D3}">
      <dgm:prSet/>
      <dgm:spPr>
        <a:solidFill>
          <a:schemeClr val="bg1"/>
        </a:solidFill>
        <a:ln>
          <a:solidFill>
            <a:schemeClr val="accent6"/>
          </a:solidFill>
        </a:ln>
      </dgm:spPr>
      <dgm:t>
        <a:bodyPr/>
        <a:lstStyle/>
        <a:p>
          <a:r>
            <a:rPr lang="en-NZ" dirty="0"/>
            <a:t>number of processes waiting for the semaphore value to be greater than its current value</a:t>
          </a:r>
        </a:p>
      </dgm:t>
    </dgm:pt>
    <dgm:pt modelId="{A76CE0A6-2BD4-144F-B93F-DBDE70E810D8}" type="parTrans" cxnId="{62442DB4-A359-2C4A-A229-A92081C733ED}">
      <dgm:prSet/>
      <dgm:spPr/>
      <dgm:t>
        <a:bodyPr/>
        <a:lstStyle/>
        <a:p>
          <a:endParaRPr lang="en-US"/>
        </a:p>
      </dgm:t>
    </dgm:pt>
    <dgm:pt modelId="{523BB59D-E336-1B43-8A68-70BC145293F9}" type="sibTrans" cxnId="{62442DB4-A359-2C4A-A229-A92081C733ED}">
      <dgm:prSet/>
      <dgm:spPr/>
      <dgm:t>
        <a:bodyPr/>
        <a:lstStyle/>
        <a:p>
          <a:endParaRPr lang="en-US"/>
        </a:p>
      </dgm:t>
    </dgm:pt>
    <dgm:pt modelId="{B8E88D0A-3AF6-284C-9DC0-219E12299F27}">
      <dgm:prSet/>
      <dgm:spPr>
        <a:solidFill>
          <a:schemeClr val="bg1"/>
        </a:solidFill>
        <a:ln>
          <a:solidFill>
            <a:schemeClr val="accent6"/>
          </a:solidFill>
        </a:ln>
      </dgm:spPr>
      <dgm:t>
        <a:bodyPr/>
        <a:lstStyle/>
        <a:p>
          <a:r>
            <a:rPr lang="en-NZ" dirty="0"/>
            <a:t>number of processes waiting for the semaphore value to be zero</a:t>
          </a:r>
        </a:p>
      </dgm:t>
    </dgm:pt>
    <dgm:pt modelId="{DBF7FED5-D4E4-FA43-8570-A5E5171BEC81}" type="parTrans" cxnId="{151296AB-5094-FC46-80C7-5157BEA8FE4F}">
      <dgm:prSet/>
      <dgm:spPr/>
      <dgm:t>
        <a:bodyPr/>
        <a:lstStyle/>
        <a:p>
          <a:endParaRPr lang="en-US"/>
        </a:p>
      </dgm:t>
    </dgm:pt>
    <dgm:pt modelId="{B0B02F63-3CFA-ED4A-94F3-0097552519C7}" type="sibTrans" cxnId="{151296AB-5094-FC46-80C7-5157BEA8FE4F}">
      <dgm:prSet/>
      <dgm:spPr/>
      <dgm:t>
        <a:bodyPr/>
        <a:lstStyle/>
        <a:p>
          <a:endParaRPr lang="en-US"/>
        </a:p>
      </dgm:t>
    </dgm:pt>
    <dgm:pt modelId="{1058BE6E-135E-284D-951C-9A99A843E059}" type="pres">
      <dgm:prSet presAssocID="{8CAE88E9-D88F-8249-A057-D3610D132A85}" presName="Name0" presStyleCnt="0">
        <dgm:presLayoutVars>
          <dgm:dir/>
          <dgm:animLvl val="lvl"/>
          <dgm:resizeHandles val="exact"/>
        </dgm:presLayoutVars>
      </dgm:prSet>
      <dgm:spPr/>
    </dgm:pt>
    <dgm:pt modelId="{4D19ED02-8409-B242-A7D3-9D184BA39498}" type="pres">
      <dgm:prSet presAssocID="{CFB41569-1134-D143-963D-920148F04490}" presName="composite" presStyleCnt="0"/>
      <dgm:spPr/>
    </dgm:pt>
    <dgm:pt modelId="{BE50D340-5C58-B84C-9C87-35CED604F1C3}" type="pres">
      <dgm:prSet presAssocID="{CFB41569-1134-D143-963D-920148F04490}" presName="parTx" presStyleLbl="alignNode1" presStyleIdx="0" presStyleCnt="1">
        <dgm:presLayoutVars>
          <dgm:chMax val="0"/>
          <dgm:chPref val="0"/>
          <dgm:bulletEnabled val="1"/>
        </dgm:presLayoutVars>
      </dgm:prSet>
      <dgm:spPr/>
    </dgm:pt>
    <dgm:pt modelId="{6ED202EE-6C33-6342-88BF-7B1E59B2DD92}" type="pres">
      <dgm:prSet presAssocID="{CFB41569-1134-D143-963D-920148F04490}" presName="desTx" presStyleLbl="alignAccFollowNode1" presStyleIdx="0" presStyleCnt="1">
        <dgm:presLayoutVars>
          <dgm:bulletEnabled val="1"/>
        </dgm:presLayoutVars>
      </dgm:prSet>
      <dgm:spPr/>
    </dgm:pt>
  </dgm:ptLst>
  <dgm:cxnLst>
    <dgm:cxn modelId="{5981750D-596E-FF44-B158-9F1BFBD24799}" type="presOf" srcId="{CFB41569-1134-D143-963D-920148F04490}" destId="{BE50D340-5C58-B84C-9C87-35CED604F1C3}" srcOrd="0" destOrd="0" presId="urn:microsoft.com/office/officeart/2005/8/layout/hList1"/>
    <dgm:cxn modelId="{9E34A230-6F0F-794F-8CF4-81AF61C8E19C}" type="presOf" srcId="{B8E88D0A-3AF6-284C-9DC0-219E12299F27}" destId="{6ED202EE-6C33-6342-88BF-7B1E59B2DD92}" srcOrd="0" destOrd="3" presId="urn:microsoft.com/office/officeart/2005/8/layout/hList1"/>
    <dgm:cxn modelId="{35E4FF58-9E5F-614E-8303-14319750B7D2}" type="presOf" srcId="{64DAA112-0325-D94B-9D47-E090E83D67D3}" destId="{6ED202EE-6C33-6342-88BF-7B1E59B2DD92}" srcOrd="0" destOrd="2" presId="urn:microsoft.com/office/officeart/2005/8/layout/hList1"/>
    <dgm:cxn modelId="{1C567561-6A3B-5048-964D-57C38D874869}" srcId="{CFB41569-1134-D143-963D-920148F04490}" destId="{9D356631-53B1-1249-9FC4-C9CB07BDD0DA}" srcOrd="0" destOrd="0" parTransId="{CDDA4603-92C7-5042-A56E-0CDF23AD64F3}" sibTransId="{90AFA0C9-8E21-2E42-A8F9-B676D3D0F1E8}"/>
    <dgm:cxn modelId="{65DF9982-89C1-014E-9574-E98B755CF711}" type="presOf" srcId="{8CAE88E9-D88F-8249-A057-D3610D132A85}" destId="{1058BE6E-135E-284D-951C-9A99A843E059}" srcOrd="0" destOrd="0" presId="urn:microsoft.com/office/officeart/2005/8/layout/hList1"/>
    <dgm:cxn modelId="{D1CCA08F-F447-BE4B-96FE-3884CA13E5DF}" srcId="{CFB41569-1134-D143-963D-920148F04490}" destId="{5D7FDCD7-36E8-A144-91F6-F14ED3721FEA}" srcOrd="1" destOrd="0" parTransId="{D998CE05-52DF-714C-85F6-3BC796B916C4}" sibTransId="{E44DDFE3-43C1-2E4D-BDC5-26D5C4495AA0}"/>
    <dgm:cxn modelId="{E6098EAA-B224-4E42-A471-BF1D3498E7E5}" type="presOf" srcId="{5D7FDCD7-36E8-A144-91F6-F14ED3721FEA}" destId="{6ED202EE-6C33-6342-88BF-7B1E59B2DD92}" srcOrd="0" destOrd="1" presId="urn:microsoft.com/office/officeart/2005/8/layout/hList1"/>
    <dgm:cxn modelId="{151296AB-5094-FC46-80C7-5157BEA8FE4F}" srcId="{CFB41569-1134-D143-963D-920148F04490}" destId="{B8E88D0A-3AF6-284C-9DC0-219E12299F27}" srcOrd="3" destOrd="0" parTransId="{DBF7FED5-D4E4-FA43-8570-A5E5171BEC81}" sibTransId="{B0B02F63-3CFA-ED4A-94F3-0097552519C7}"/>
    <dgm:cxn modelId="{62442DB4-A359-2C4A-A229-A92081C733ED}" srcId="{CFB41569-1134-D143-963D-920148F04490}" destId="{64DAA112-0325-D94B-9D47-E090E83D67D3}" srcOrd="2" destOrd="0" parTransId="{A76CE0A6-2BD4-144F-B93F-DBDE70E810D8}" sibTransId="{523BB59D-E336-1B43-8A68-70BC145293F9}"/>
    <dgm:cxn modelId="{9251DED2-C7E7-974B-9371-788BD556F50A}" type="presOf" srcId="{9D356631-53B1-1249-9FC4-C9CB07BDD0DA}" destId="{6ED202EE-6C33-6342-88BF-7B1E59B2DD92}" srcOrd="0" destOrd="0" presId="urn:microsoft.com/office/officeart/2005/8/layout/hList1"/>
    <dgm:cxn modelId="{0439B1DC-09E7-7A48-A734-0ECA0E5667AF}" srcId="{8CAE88E9-D88F-8249-A057-D3610D132A85}" destId="{CFB41569-1134-D143-963D-920148F04490}" srcOrd="0" destOrd="0" parTransId="{FA4219BA-2BAF-C84D-965C-4D0234EDEF6B}" sibTransId="{DDD0D31B-EA70-0D4B-B73F-E42EDC34529B}"/>
    <dgm:cxn modelId="{5E66ECA8-BC11-A249-B48C-E5A6F9CBAF79}" type="presParOf" srcId="{1058BE6E-135E-284D-951C-9A99A843E059}" destId="{4D19ED02-8409-B242-A7D3-9D184BA39498}" srcOrd="0" destOrd="0" presId="urn:microsoft.com/office/officeart/2005/8/layout/hList1"/>
    <dgm:cxn modelId="{47DBF804-639E-8248-8076-FDE41AA75460}" type="presParOf" srcId="{4D19ED02-8409-B242-A7D3-9D184BA39498}" destId="{BE50D340-5C58-B84C-9C87-35CED604F1C3}" srcOrd="0" destOrd="0" presId="urn:microsoft.com/office/officeart/2005/8/layout/hList1"/>
    <dgm:cxn modelId="{804352BA-91A6-F143-BD55-725967B5081F}" type="presParOf" srcId="{4D19ED02-8409-B242-A7D3-9D184BA39498}" destId="{6ED202EE-6C33-6342-88BF-7B1E59B2DD9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F5FE58-0E4F-1448-8B6D-1E52F620776C}">
      <dsp:nvSpPr>
        <dsp:cNvPr id="0" name=""/>
        <dsp:cNvSpPr/>
      </dsp:nvSpPr>
      <dsp:spPr>
        <a:xfrm>
          <a:off x="0" y="0"/>
          <a:ext cx="6541770" cy="1988820"/>
        </a:xfrm>
        <a:prstGeom prst="roundRect">
          <a:avLst>
            <a:gd name="adj" fmla="val 1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NZ" sz="2000" b="1" kern="1200" dirty="0"/>
            <a:t>Reusable</a:t>
          </a:r>
          <a:endParaRPr lang="en-US" sz="2000" b="1" kern="1200" dirty="0"/>
        </a:p>
        <a:p>
          <a:pPr marL="171450" lvl="1" indent="-171450" algn="l" defTabSz="711200">
            <a:lnSpc>
              <a:spcPct val="90000"/>
            </a:lnSpc>
            <a:spcBef>
              <a:spcPct val="0"/>
            </a:spcBef>
            <a:spcAft>
              <a:spcPct val="15000"/>
            </a:spcAft>
            <a:buChar char="•"/>
          </a:pPr>
          <a:r>
            <a:rPr lang="en-NZ" sz="1600" kern="1200" dirty="0"/>
            <a:t>can be safely used by only one process at a time and is not depleted by that use</a:t>
          </a:r>
        </a:p>
        <a:p>
          <a:pPr marL="342900" lvl="2" indent="-171450" algn="l" defTabSz="711200">
            <a:lnSpc>
              <a:spcPct val="90000"/>
            </a:lnSpc>
            <a:spcBef>
              <a:spcPct val="0"/>
            </a:spcBef>
            <a:spcAft>
              <a:spcPct val="15000"/>
            </a:spcAft>
            <a:buChar char="•"/>
          </a:pPr>
          <a:r>
            <a:rPr lang="en-US" sz="1600" kern="1200" dirty="0"/>
            <a:t>processors, I/O channels, main and secondary memory, devices, and data structures such as files, databases, and semaphores</a:t>
          </a:r>
        </a:p>
      </dsp:txBody>
      <dsp:txXfrm>
        <a:off x="58251" y="58251"/>
        <a:ext cx="4486168" cy="1872318"/>
      </dsp:txXfrm>
    </dsp:sp>
    <dsp:sp modelId="{FBCB8F57-C548-1C43-A637-8BC0E0917159}">
      <dsp:nvSpPr>
        <dsp:cNvPr id="0" name=""/>
        <dsp:cNvSpPr/>
      </dsp:nvSpPr>
      <dsp:spPr>
        <a:xfrm>
          <a:off x="1154429" y="2430780"/>
          <a:ext cx="6541770" cy="1988820"/>
        </a:xfrm>
        <a:prstGeom prst="roundRect">
          <a:avLst>
            <a:gd name="adj" fmla="val 1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NZ" sz="2000" b="1" kern="1200" dirty="0"/>
            <a:t>Consumable</a:t>
          </a:r>
        </a:p>
        <a:p>
          <a:pPr marL="171450" lvl="1" indent="-171450" algn="l" defTabSz="711200">
            <a:lnSpc>
              <a:spcPct val="90000"/>
            </a:lnSpc>
            <a:spcBef>
              <a:spcPct val="0"/>
            </a:spcBef>
            <a:spcAft>
              <a:spcPct val="15000"/>
            </a:spcAft>
            <a:buChar char="•"/>
          </a:pPr>
          <a:r>
            <a:rPr lang="en-NZ" sz="1600" kern="1200" dirty="0"/>
            <a:t>one that can be created (produced) and destroyed (consumed)</a:t>
          </a:r>
        </a:p>
        <a:p>
          <a:pPr marL="342900" lvl="2" indent="-171450" algn="l" defTabSz="711200">
            <a:lnSpc>
              <a:spcPct val="90000"/>
            </a:lnSpc>
            <a:spcBef>
              <a:spcPct val="0"/>
            </a:spcBef>
            <a:spcAft>
              <a:spcPct val="15000"/>
            </a:spcAft>
            <a:buChar char="•"/>
          </a:pPr>
          <a:r>
            <a:rPr lang="en-US" sz="1600" kern="1200" dirty="0"/>
            <a:t>interrupts, signals, messages, and information</a:t>
          </a:r>
        </a:p>
        <a:p>
          <a:pPr marL="342900" lvl="2" indent="-171450" algn="l" defTabSz="711200">
            <a:lnSpc>
              <a:spcPct val="90000"/>
            </a:lnSpc>
            <a:spcBef>
              <a:spcPct val="0"/>
            </a:spcBef>
            <a:spcAft>
              <a:spcPct val="15000"/>
            </a:spcAft>
            <a:buChar char="•"/>
          </a:pPr>
          <a:r>
            <a:rPr lang="en-US" sz="1600" kern="1200" dirty="0"/>
            <a:t>in I/O buffers</a:t>
          </a:r>
          <a:endParaRPr lang="en-NZ" sz="1600" kern="1200" dirty="0"/>
        </a:p>
      </dsp:txBody>
      <dsp:txXfrm>
        <a:off x="1212680" y="2489031"/>
        <a:ext cx="3978105" cy="1872317"/>
      </dsp:txXfrm>
    </dsp:sp>
    <dsp:sp modelId="{22B4735D-FDE9-0F4D-8517-6404F300167D}">
      <dsp:nvSpPr>
        <dsp:cNvPr id="0" name=""/>
        <dsp:cNvSpPr/>
      </dsp:nvSpPr>
      <dsp:spPr>
        <a:xfrm>
          <a:off x="5256444" y="1629576"/>
          <a:ext cx="1277918" cy="1160447"/>
        </a:xfrm>
        <a:prstGeom prst="downArrow">
          <a:avLst>
            <a:gd name="adj1" fmla="val 55000"/>
            <a:gd name="adj2" fmla="val 45000"/>
          </a:avLst>
        </a:prstGeom>
        <a:solidFill>
          <a:schemeClr val="bg1"/>
        </a:solidFill>
        <a:ln w="15875" cap="flat" cmpd="sng" algn="ctr">
          <a:solidFill>
            <a:schemeClr val="accent1">
              <a:lumMod val="60000"/>
              <a:lumOff val="4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543976" y="1629576"/>
        <a:ext cx="702854" cy="873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0692A2-8C4F-0545-98A7-FD5743A081D9}">
      <dsp:nvSpPr>
        <dsp:cNvPr id="0" name=""/>
        <dsp:cNvSpPr/>
      </dsp:nvSpPr>
      <dsp:spPr>
        <a:xfrm>
          <a:off x="1398" y="213008"/>
          <a:ext cx="18034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Mutual Exclusion</a:t>
          </a:r>
        </a:p>
      </dsp:txBody>
      <dsp:txXfrm>
        <a:off x="1398" y="213008"/>
        <a:ext cx="1803462" cy="656065"/>
      </dsp:txXfrm>
    </dsp:sp>
    <dsp:sp modelId="{613BAD88-1300-C64D-8478-28BDFCA247EE}">
      <dsp:nvSpPr>
        <dsp:cNvPr id="0" name=""/>
        <dsp:cNvSpPr/>
      </dsp:nvSpPr>
      <dsp:spPr>
        <a:xfrm>
          <a:off x="0" y="914895"/>
          <a:ext cx="1803462" cy="3261317"/>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only one process may use a resource at a time</a:t>
          </a:r>
        </a:p>
      </dsp:txBody>
      <dsp:txXfrm>
        <a:off x="0" y="914895"/>
        <a:ext cx="1803462" cy="3261317"/>
      </dsp:txXfrm>
    </dsp:sp>
    <dsp:sp modelId="{F7B771C4-1781-334A-A9CC-6AB6388019C2}">
      <dsp:nvSpPr>
        <dsp:cNvPr id="0" name=""/>
        <dsp:cNvSpPr/>
      </dsp:nvSpPr>
      <dsp:spPr>
        <a:xfrm>
          <a:off x="2057345" y="213008"/>
          <a:ext cx="18034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Hold-and-Wait</a:t>
          </a:r>
        </a:p>
      </dsp:txBody>
      <dsp:txXfrm>
        <a:off x="2057345" y="213008"/>
        <a:ext cx="1803462" cy="656065"/>
      </dsp:txXfrm>
    </dsp:sp>
    <dsp:sp modelId="{CE427A8D-A2CB-E34E-B99B-527B0A4E0DC8}">
      <dsp:nvSpPr>
        <dsp:cNvPr id="0" name=""/>
        <dsp:cNvSpPr/>
      </dsp:nvSpPr>
      <dsp:spPr>
        <a:xfrm>
          <a:off x="2057399" y="914895"/>
          <a:ext cx="1803462" cy="3261317"/>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 process may hold allocated resources while awaiting assignment of others</a:t>
          </a:r>
        </a:p>
      </dsp:txBody>
      <dsp:txXfrm>
        <a:off x="2057399" y="914895"/>
        <a:ext cx="1803462" cy="3261317"/>
      </dsp:txXfrm>
    </dsp:sp>
    <dsp:sp modelId="{8AD7747F-C6FB-8D40-8D93-2E53B586D4AB}">
      <dsp:nvSpPr>
        <dsp:cNvPr id="0" name=""/>
        <dsp:cNvSpPr/>
      </dsp:nvSpPr>
      <dsp:spPr>
        <a:xfrm>
          <a:off x="4113292" y="213008"/>
          <a:ext cx="19827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NZ" sz="1900" kern="1200" dirty="0"/>
            <a:t>No Pre-emption</a:t>
          </a:r>
        </a:p>
      </dsp:txBody>
      <dsp:txXfrm>
        <a:off x="4113292" y="213008"/>
        <a:ext cx="1982762" cy="656065"/>
      </dsp:txXfrm>
    </dsp:sp>
    <dsp:sp modelId="{F1B2B33B-D78F-B548-832F-D31F12C1AEA8}">
      <dsp:nvSpPr>
        <dsp:cNvPr id="0" name=""/>
        <dsp:cNvSpPr/>
      </dsp:nvSpPr>
      <dsp:spPr>
        <a:xfrm>
          <a:off x="4191003" y="914895"/>
          <a:ext cx="1803462" cy="3261317"/>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NZ" sz="1900" kern="1200" dirty="0"/>
            <a:t>no resource can be forcibly removed from a process holding it</a:t>
          </a:r>
        </a:p>
      </dsp:txBody>
      <dsp:txXfrm>
        <a:off x="4191003" y="914895"/>
        <a:ext cx="1803462" cy="3261317"/>
      </dsp:txXfrm>
    </dsp:sp>
    <dsp:sp modelId="{92B94131-7DF3-D247-8535-7A1175868520}">
      <dsp:nvSpPr>
        <dsp:cNvPr id="0" name=""/>
        <dsp:cNvSpPr/>
      </dsp:nvSpPr>
      <dsp:spPr>
        <a:xfrm>
          <a:off x="6348539" y="213008"/>
          <a:ext cx="18034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NZ" sz="1900" kern="1200" dirty="0"/>
            <a:t>Circular Wait</a:t>
          </a:r>
        </a:p>
      </dsp:txBody>
      <dsp:txXfrm>
        <a:off x="6348539" y="213008"/>
        <a:ext cx="1803462" cy="656065"/>
      </dsp:txXfrm>
    </dsp:sp>
    <dsp:sp modelId="{583D7356-1B1B-AD42-925D-161669EB54CA}">
      <dsp:nvSpPr>
        <dsp:cNvPr id="0" name=""/>
        <dsp:cNvSpPr/>
      </dsp:nvSpPr>
      <dsp:spPr>
        <a:xfrm>
          <a:off x="6349937" y="914895"/>
          <a:ext cx="1803462" cy="3261317"/>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NZ" sz="1900" kern="1200" dirty="0"/>
            <a:t>a closed chain of processes exists, such that each process holds at least one resource needed by the next process in  the chain</a:t>
          </a:r>
        </a:p>
      </dsp:txBody>
      <dsp:txXfrm>
        <a:off x="6349937" y="914895"/>
        <a:ext cx="1803462" cy="32613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F543C-883A-3143-B8FF-3427F8EB3AC7}">
      <dsp:nvSpPr>
        <dsp:cNvPr id="0" name=""/>
        <dsp:cNvSpPr/>
      </dsp:nvSpPr>
      <dsp:spPr>
        <a:xfrm>
          <a:off x="0" y="211785"/>
          <a:ext cx="7315200" cy="941849"/>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7741" tIns="270764" rIns="567741" bIns="142240" numCol="1" spcCol="1270" anchor="t" anchorCtr="0">
          <a:noAutofit/>
        </a:bodyPr>
        <a:lstStyle/>
        <a:p>
          <a:pPr marL="228600" lvl="1" indent="-228600" algn="l" defTabSz="889000" rtl="0">
            <a:lnSpc>
              <a:spcPct val="90000"/>
            </a:lnSpc>
            <a:spcBef>
              <a:spcPct val="0"/>
            </a:spcBef>
            <a:spcAft>
              <a:spcPct val="15000"/>
            </a:spcAft>
            <a:buChar char="•"/>
          </a:pPr>
          <a:r>
            <a:rPr lang="en-NZ" sz="2000" kern="1200" dirty="0">
              <a:latin typeface="Calisto MT"/>
            </a:rPr>
            <a:t>Adopt</a:t>
          </a:r>
          <a:r>
            <a:rPr lang="en-NZ" sz="2000" kern="1200" dirty="0"/>
            <a:t> a policy that eliminates one of the</a:t>
          </a:r>
          <a:r>
            <a:rPr lang="en-NZ" sz="2000" kern="1200" dirty="0">
              <a:latin typeface="Calisto MT"/>
            </a:rPr>
            <a:t> possible</a:t>
          </a:r>
          <a:r>
            <a:rPr lang="en-NZ" sz="2000" kern="1200" dirty="0"/>
            <a:t> conditions</a:t>
          </a:r>
          <a:r>
            <a:rPr lang="en-NZ" sz="2000" kern="1200" dirty="0">
              <a:latin typeface="Calisto MT"/>
            </a:rPr>
            <a:t> for Deadlock.</a:t>
          </a:r>
          <a:endParaRPr lang="en-NZ" sz="2000" kern="1200" dirty="0"/>
        </a:p>
      </dsp:txBody>
      <dsp:txXfrm>
        <a:off x="0" y="211785"/>
        <a:ext cx="7315200" cy="941849"/>
      </dsp:txXfrm>
    </dsp:sp>
    <dsp:sp modelId="{C76E62B7-E6F6-F44C-BFF3-94CA42A82033}">
      <dsp:nvSpPr>
        <dsp:cNvPr id="0" name=""/>
        <dsp:cNvSpPr/>
      </dsp:nvSpPr>
      <dsp:spPr>
        <a:xfrm>
          <a:off x="365760" y="19905"/>
          <a:ext cx="5120639" cy="38376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3548" tIns="0" rIns="193548" bIns="0" numCol="1" spcCol="1270" anchor="ctr" anchorCtr="0">
          <a:noAutofit/>
        </a:bodyPr>
        <a:lstStyle/>
        <a:p>
          <a:pPr marL="0" lvl="0" indent="0" algn="l" defTabSz="977900">
            <a:lnSpc>
              <a:spcPct val="90000"/>
            </a:lnSpc>
            <a:spcBef>
              <a:spcPct val="0"/>
            </a:spcBef>
            <a:spcAft>
              <a:spcPct val="35000"/>
            </a:spcAft>
            <a:buNone/>
          </a:pPr>
          <a:r>
            <a:rPr lang="en-NZ" sz="2200" kern="1200" dirty="0">
              <a:latin typeface="Calisto MT"/>
            </a:rPr>
            <a:t>Prevention</a:t>
          </a:r>
          <a:endParaRPr lang="en-US" sz="2200" kern="1200" dirty="0"/>
        </a:p>
      </dsp:txBody>
      <dsp:txXfrm>
        <a:off x="384494" y="38639"/>
        <a:ext cx="5083171" cy="346292"/>
      </dsp:txXfrm>
    </dsp:sp>
    <dsp:sp modelId="{CA916DCC-847C-7B4D-8447-2804E95D8344}">
      <dsp:nvSpPr>
        <dsp:cNvPr id="0" name=""/>
        <dsp:cNvSpPr/>
      </dsp:nvSpPr>
      <dsp:spPr>
        <a:xfrm>
          <a:off x="0" y="1415715"/>
          <a:ext cx="7315200" cy="941849"/>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7741" tIns="270764" rIns="567741" bIns="142240" numCol="1" spcCol="1270" anchor="t" anchorCtr="0">
          <a:noAutofit/>
        </a:bodyPr>
        <a:lstStyle/>
        <a:p>
          <a:pPr marL="228600" lvl="1" indent="-228600" algn="l" defTabSz="889000">
            <a:lnSpc>
              <a:spcPct val="90000"/>
            </a:lnSpc>
            <a:spcBef>
              <a:spcPct val="0"/>
            </a:spcBef>
            <a:spcAft>
              <a:spcPct val="15000"/>
            </a:spcAft>
            <a:buChar char="•"/>
          </a:pPr>
          <a:r>
            <a:rPr lang="en-NZ" sz="2000" kern="1200" dirty="0">
              <a:latin typeface="Calisto MT"/>
            </a:rPr>
            <a:t>Make</a:t>
          </a:r>
          <a:r>
            <a:rPr lang="en-NZ" sz="2000" kern="1200" dirty="0"/>
            <a:t> the appropriate dynamic choices based on the current state of resource allocation</a:t>
          </a:r>
          <a:r>
            <a:rPr lang="en-NZ" sz="2000" kern="1200" dirty="0">
              <a:latin typeface="Calisto MT"/>
            </a:rPr>
            <a:t>.</a:t>
          </a:r>
          <a:endParaRPr lang="en-NZ" sz="2000" kern="1200" dirty="0"/>
        </a:p>
      </dsp:txBody>
      <dsp:txXfrm>
        <a:off x="0" y="1415715"/>
        <a:ext cx="7315200" cy="941849"/>
      </dsp:txXfrm>
    </dsp:sp>
    <dsp:sp modelId="{9CC9D5C0-7055-5F44-9C06-CD7F32234211}">
      <dsp:nvSpPr>
        <dsp:cNvPr id="0" name=""/>
        <dsp:cNvSpPr/>
      </dsp:nvSpPr>
      <dsp:spPr>
        <a:xfrm>
          <a:off x="365760" y="1223835"/>
          <a:ext cx="5120639" cy="38376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3548" tIns="0" rIns="193548" bIns="0" numCol="1" spcCol="1270" anchor="ctr" anchorCtr="0">
          <a:noAutofit/>
        </a:bodyPr>
        <a:lstStyle/>
        <a:p>
          <a:pPr marL="0" lvl="0" indent="0" algn="l" defTabSz="977900">
            <a:lnSpc>
              <a:spcPct val="90000"/>
            </a:lnSpc>
            <a:spcBef>
              <a:spcPct val="0"/>
            </a:spcBef>
            <a:spcAft>
              <a:spcPct val="35000"/>
            </a:spcAft>
            <a:buNone/>
          </a:pPr>
          <a:r>
            <a:rPr lang="en-NZ" sz="2200" kern="1200" dirty="0">
              <a:latin typeface="Calisto MT"/>
            </a:rPr>
            <a:t>Avoidance</a:t>
          </a:r>
          <a:endParaRPr lang="en-NZ" sz="2200" kern="1200" dirty="0"/>
        </a:p>
      </dsp:txBody>
      <dsp:txXfrm>
        <a:off x="384494" y="1242569"/>
        <a:ext cx="5083171" cy="346292"/>
      </dsp:txXfrm>
    </dsp:sp>
    <dsp:sp modelId="{57643F7F-6EBC-A944-A76A-1EA714F7B29A}">
      <dsp:nvSpPr>
        <dsp:cNvPr id="0" name=""/>
        <dsp:cNvSpPr/>
      </dsp:nvSpPr>
      <dsp:spPr>
        <a:xfrm>
          <a:off x="0" y="2619645"/>
          <a:ext cx="7315200" cy="941849"/>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7741" tIns="270764" rIns="567741" bIns="142240" numCol="1" spcCol="1270" anchor="t" anchorCtr="0">
          <a:noAutofit/>
        </a:bodyPr>
        <a:lstStyle/>
        <a:p>
          <a:pPr marL="228600" lvl="1" indent="-228600" algn="l" defTabSz="889000">
            <a:lnSpc>
              <a:spcPct val="90000"/>
            </a:lnSpc>
            <a:spcBef>
              <a:spcPct val="0"/>
            </a:spcBef>
            <a:spcAft>
              <a:spcPct val="15000"/>
            </a:spcAft>
            <a:buChar char="•"/>
          </a:pPr>
          <a:r>
            <a:rPr lang="en-NZ" sz="2000" kern="1200" dirty="0">
              <a:latin typeface="Calisto MT"/>
            </a:rPr>
            <a:t>Attempt</a:t>
          </a:r>
          <a:r>
            <a:rPr lang="en-NZ" sz="2000" kern="1200" dirty="0"/>
            <a:t> to detect the presence of deadlock and take action to recover</a:t>
          </a:r>
          <a:r>
            <a:rPr lang="en-NZ" sz="2000" kern="1200" dirty="0">
              <a:latin typeface="Calisto MT"/>
            </a:rPr>
            <a:t>.</a:t>
          </a:r>
          <a:endParaRPr lang="en-NZ" sz="2000" kern="1200" dirty="0"/>
        </a:p>
      </dsp:txBody>
      <dsp:txXfrm>
        <a:off x="0" y="2619645"/>
        <a:ext cx="7315200" cy="941849"/>
      </dsp:txXfrm>
    </dsp:sp>
    <dsp:sp modelId="{B6B6CCBA-6755-1B42-93ED-C3B536073808}">
      <dsp:nvSpPr>
        <dsp:cNvPr id="0" name=""/>
        <dsp:cNvSpPr/>
      </dsp:nvSpPr>
      <dsp:spPr>
        <a:xfrm>
          <a:off x="365760" y="2427765"/>
          <a:ext cx="5120639" cy="38376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3548" tIns="0" rIns="193548" bIns="0" numCol="1" spcCol="1270" anchor="ctr" anchorCtr="0">
          <a:noAutofit/>
        </a:bodyPr>
        <a:lstStyle/>
        <a:p>
          <a:pPr marL="0" lvl="0" indent="0" algn="l" defTabSz="977900">
            <a:lnSpc>
              <a:spcPct val="90000"/>
            </a:lnSpc>
            <a:spcBef>
              <a:spcPct val="0"/>
            </a:spcBef>
            <a:spcAft>
              <a:spcPct val="35000"/>
            </a:spcAft>
            <a:buNone/>
          </a:pPr>
          <a:r>
            <a:rPr lang="en-NZ" sz="2200" kern="1200" dirty="0">
              <a:latin typeface="Calisto MT"/>
            </a:rPr>
            <a:t>Detection</a:t>
          </a:r>
          <a:endParaRPr lang="en-NZ" sz="2200" kern="1200" dirty="0"/>
        </a:p>
      </dsp:txBody>
      <dsp:txXfrm>
        <a:off x="384494" y="2446499"/>
        <a:ext cx="5083171" cy="3462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FF2B9D-26D2-A44F-9E18-FDC677BD1D09}">
      <dsp:nvSpPr>
        <dsp:cNvPr id="0" name=""/>
        <dsp:cNvSpPr/>
      </dsp:nvSpPr>
      <dsp:spPr>
        <a:xfrm>
          <a:off x="3072" y="111422"/>
          <a:ext cx="3019127" cy="150956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Mutual Exclusion</a:t>
          </a:r>
        </a:p>
      </dsp:txBody>
      <dsp:txXfrm>
        <a:off x="47286" y="155636"/>
        <a:ext cx="2930699" cy="1421135"/>
      </dsp:txXfrm>
    </dsp:sp>
    <dsp:sp modelId="{60F002DE-5B92-314F-B8EB-59BEC6FCAD53}">
      <dsp:nvSpPr>
        <dsp:cNvPr id="0" name=""/>
        <dsp:cNvSpPr/>
      </dsp:nvSpPr>
      <dsp:spPr>
        <a:xfrm>
          <a:off x="304985" y="1620985"/>
          <a:ext cx="301912" cy="1132172"/>
        </a:xfrm>
        <a:custGeom>
          <a:avLst/>
          <a:gdLst/>
          <a:ahLst/>
          <a:cxnLst/>
          <a:rect l="0" t="0" r="0" b="0"/>
          <a:pathLst>
            <a:path>
              <a:moveTo>
                <a:pt x="0" y="0"/>
              </a:moveTo>
              <a:lnTo>
                <a:pt x="0" y="1132172"/>
              </a:lnTo>
              <a:lnTo>
                <a:pt x="301912" y="1132172"/>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7630BD2-C147-434D-9AE2-A781C2BD8B3D}">
      <dsp:nvSpPr>
        <dsp:cNvPr id="0" name=""/>
        <dsp:cNvSpPr/>
      </dsp:nvSpPr>
      <dsp:spPr>
        <a:xfrm>
          <a:off x="606898" y="1998376"/>
          <a:ext cx="2415301" cy="15095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if access to a resource requires mutual exclusion then it must be supported by the OS</a:t>
          </a:r>
        </a:p>
      </dsp:txBody>
      <dsp:txXfrm>
        <a:off x="651112" y="2042590"/>
        <a:ext cx="2326873" cy="1421135"/>
      </dsp:txXfrm>
    </dsp:sp>
    <dsp:sp modelId="{F0B0B8F8-69E5-5349-82BB-435D76CEDD77}">
      <dsp:nvSpPr>
        <dsp:cNvPr id="0" name=""/>
        <dsp:cNvSpPr/>
      </dsp:nvSpPr>
      <dsp:spPr>
        <a:xfrm>
          <a:off x="3776981" y="111422"/>
          <a:ext cx="3019127" cy="150956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Hold and Wait</a:t>
          </a:r>
        </a:p>
      </dsp:txBody>
      <dsp:txXfrm>
        <a:off x="3821195" y="155636"/>
        <a:ext cx="2930699" cy="1421135"/>
      </dsp:txXfrm>
    </dsp:sp>
    <dsp:sp modelId="{5E003098-C1CA-7547-973E-268F1C53ECA3}">
      <dsp:nvSpPr>
        <dsp:cNvPr id="0" name=""/>
        <dsp:cNvSpPr/>
      </dsp:nvSpPr>
      <dsp:spPr>
        <a:xfrm>
          <a:off x="4078894" y="1620985"/>
          <a:ext cx="301912" cy="1570391"/>
        </a:xfrm>
        <a:custGeom>
          <a:avLst/>
          <a:gdLst/>
          <a:ahLst/>
          <a:cxnLst/>
          <a:rect l="0" t="0" r="0" b="0"/>
          <a:pathLst>
            <a:path>
              <a:moveTo>
                <a:pt x="0" y="0"/>
              </a:moveTo>
              <a:lnTo>
                <a:pt x="0" y="1570391"/>
              </a:lnTo>
              <a:lnTo>
                <a:pt x="301912" y="157039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4ACE6A4-5292-684B-BADA-4484BB0C4C6D}">
      <dsp:nvSpPr>
        <dsp:cNvPr id="0" name=""/>
        <dsp:cNvSpPr/>
      </dsp:nvSpPr>
      <dsp:spPr>
        <a:xfrm>
          <a:off x="4380807" y="1998376"/>
          <a:ext cx="2626520" cy="238600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require that a process request all of its required resources at one time and blocking the process until all requests can be granted simultaneously</a:t>
          </a:r>
        </a:p>
      </dsp:txBody>
      <dsp:txXfrm>
        <a:off x="4450691" y="2068260"/>
        <a:ext cx="2486752" cy="22462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50716-0DAC-BC40-8E79-75B3BD9B9C84}">
      <dsp:nvSpPr>
        <dsp:cNvPr id="0" name=""/>
        <dsp:cNvSpPr/>
      </dsp:nvSpPr>
      <dsp:spPr>
        <a:xfrm>
          <a:off x="2895602" y="476366"/>
          <a:ext cx="2296013" cy="1809632"/>
        </a:xfrm>
        <a:prstGeom prst="ellipse">
          <a:avLst/>
        </a:prstGeom>
        <a:solidFill>
          <a:schemeClr val="accent6">
            <a:alpha val="76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Deadlock Avoidance</a:t>
          </a:r>
        </a:p>
      </dsp:txBody>
      <dsp:txXfrm>
        <a:off x="3231845" y="741380"/>
        <a:ext cx="1623527" cy="1279604"/>
      </dsp:txXfrm>
    </dsp:sp>
    <dsp:sp modelId="{4E01D2EE-6258-AD44-9D8B-05B084D8A730}">
      <dsp:nvSpPr>
        <dsp:cNvPr id="0" name=""/>
        <dsp:cNvSpPr/>
      </dsp:nvSpPr>
      <dsp:spPr>
        <a:xfrm rot="2189751">
          <a:off x="4853801" y="2066876"/>
          <a:ext cx="273531" cy="29823"/>
        </a:xfrm>
        <a:custGeom>
          <a:avLst/>
          <a:gdLst/>
          <a:ahLst/>
          <a:cxnLst/>
          <a:rect l="0" t="0" r="0" b="0"/>
          <a:pathLst>
            <a:path>
              <a:moveTo>
                <a:pt x="0" y="14911"/>
              </a:moveTo>
              <a:lnTo>
                <a:pt x="273531" y="1491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83728" y="2074950"/>
        <a:ext cx="13676" cy="13676"/>
      </dsp:txXfrm>
    </dsp:sp>
    <dsp:sp modelId="{79B14E63-805C-DE41-B89C-2B3688158754}">
      <dsp:nvSpPr>
        <dsp:cNvPr id="0" name=""/>
        <dsp:cNvSpPr/>
      </dsp:nvSpPr>
      <dsp:spPr>
        <a:xfrm>
          <a:off x="4734417" y="1676388"/>
          <a:ext cx="3114182" cy="2735800"/>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l" defTabSz="977900">
            <a:lnSpc>
              <a:spcPct val="90000"/>
            </a:lnSpc>
            <a:spcBef>
              <a:spcPct val="0"/>
            </a:spcBef>
            <a:spcAft>
              <a:spcPct val="35000"/>
            </a:spcAft>
            <a:buNone/>
          </a:pPr>
          <a:r>
            <a:rPr lang="en-US" sz="2200" b="1" kern="1200" dirty="0"/>
            <a:t>Process Initiation Denial</a:t>
          </a:r>
        </a:p>
        <a:p>
          <a:pPr marL="171450" lvl="1" indent="-171450" algn="l" defTabSz="800100">
            <a:lnSpc>
              <a:spcPct val="90000"/>
            </a:lnSpc>
            <a:spcBef>
              <a:spcPct val="0"/>
            </a:spcBef>
            <a:spcAft>
              <a:spcPct val="15000"/>
            </a:spcAft>
            <a:buChar char="•"/>
          </a:pPr>
          <a:r>
            <a:rPr lang="en-US" sz="1800" kern="1200" dirty="0"/>
            <a:t>do not start a process if its demands might lead to deadlock</a:t>
          </a:r>
        </a:p>
      </dsp:txBody>
      <dsp:txXfrm>
        <a:off x="5190478" y="2077037"/>
        <a:ext cx="2202060" cy="1934502"/>
      </dsp:txXfrm>
    </dsp:sp>
    <dsp:sp modelId="{9B94989B-A7B3-AC47-8930-E2D0EEEB1BF1}">
      <dsp:nvSpPr>
        <dsp:cNvPr id="0" name=""/>
        <dsp:cNvSpPr/>
      </dsp:nvSpPr>
      <dsp:spPr>
        <a:xfrm rot="8486232">
          <a:off x="3116985" y="2051529"/>
          <a:ext cx="134141" cy="29823"/>
        </a:xfrm>
        <a:custGeom>
          <a:avLst/>
          <a:gdLst/>
          <a:ahLst/>
          <a:cxnLst/>
          <a:rect l="0" t="0" r="0" b="0"/>
          <a:pathLst>
            <a:path>
              <a:moveTo>
                <a:pt x="0" y="14911"/>
              </a:moveTo>
              <a:lnTo>
                <a:pt x="134141" y="1491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180702" y="2063087"/>
        <a:ext cx="6707" cy="6707"/>
      </dsp:txXfrm>
    </dsp:sp>
    <dsp:sp modelId="{215F23CF-03EA-F24E-BC55-33B92E2BE58F}">
      <dsp:nvSpPr>
        <dsp:cNvPr id="0" name=""/>
        <dsp:cNvSpPr/>
      </dsp:nvSpPr>
      <dsp:spPr>
        <a:xfrm>
          <a:off x="152400" y="1676382"/>
          <a:ext cx="3469547" cy="2847935"/>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l" defTabSz="977900">
            <a:lnSpc>
              <a:spcPct val="90000"/>
            </a:lnSpc>
            <a:spcBef>
              <a:spcPct val="0"/>
            </a:spcBef>
            <a:spcAft>
              <a:spcPct val="35000"/>
            </a:spcAft>
            <a:buNone/>
          </a:pPr>
          <a:r>
            <a:rPr lang="en-US" sz="2200" b="1" kern="1200" dirty="0"/>
            <a:t>Resource Allocation Denial</a:t>
          </a:r>
        </a:p>
        <a:p>
          <a:pPr marL="171450" lvl="1" indent="-171450" algn="l" defTabSz="800100">
            <a:lnSpc>
              <a:spcPct val="90000"/>
            </a:lnSpc>
            <a:spcBef>
              <a:spcPct val="0"/>
            </a:spcBef>
            <a:spcAft>
              <a:spcPct val="15000"/>
            </a:spcAft>
            <a:buChar char="•"/>
          </a:pPr>
          <a:r>
            <a:rPr lang="en-US" sz="1800" kern="1200" dirty="0"/>
            <a:t>do not grant an incremental resource request to a process if this allocation might lead to deadlock</a:t>
          </a:r>
        </a:p>
      </dsp:txBody>
      <dsp:txXfrm>
        <a:off x="660503" y="2093452"/>
        <a:ext cx="2453341" cy="20137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D9A1D-1B89-E544-B4DF-B4127F21AFD9}">
      <dsp:nvSpPr>
        <dsp:cNvPr id="0" name=""/>
        <dsp:cNvSpPr/>
      </dsp:nvSpPr>
      <dsp:spPr>
        <a:xfrm rot="5400000">
          <a:off x="-168012" y="170002"/>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dirty="0"/>
        </a:p>
      </dsp:txBody>
      <dsp:txXfrm rot="-5400000">
        <a:off x="0" y="394018"/>
        <a:ext cx="784056" cy="336024"/>
      </dsp:txXfrm>
    </dsp:sp>
    <dsp:sp modelId="{886D23ED-3637-CE46-A6CB-B865BE255F23}">
      <dsp:nvSpPr>
        <dsp:cNvPr id="0" name=""/>
        <dsp:cNvSpPr/>
      </dsp:nvSpPr>
      <dsp:spPr>
        <a:xfrm rot="5400000">
          <a:off x="3952302" y="-3166255"/>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Maximum resource requirement for each process must be stated in advance</a:t>
          </a:r>
        </a:p>
      </dsp:txBody>
      <dsp:txXfrm rot="-5400000">
        <a:off x="784057" y="37531"/>
        <a:ext cx="7029002" cy="656970"/>
      </dsp:txXfrm>
    </dsp:sp>
    <dsp:sp modelId="{D0F31248-269F-D144-92AD-ECFD3E15F677}">
      <dsp:nvSpPr>
        <dsp:cNvPr id="0" name=""/>
        <dsp:cNvSpPr/>
      </dsp:nvSpPr>
      <dsp:spPr>
        <a:xfrm rot="5400000">
          <a:off x="-168012" y="1141515"/>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a:p>
      </dsp:txBody>
      <dsp:txXfrm rot="-5400000">
        <a:off x="0" y="1365531"/>
        <a:ext cx="784056" cy="336024"/>
      </dsp:txXfrm>
    </dsp:sp>
    <dsp:sp modelId="{6A4A87EE-4AEE-E34C-A2C3-582622EF7A13}">
      <dsp:nvSpPr>
        <dsp:cNvPr id="0" name=""/>
        <dsp:cNvSpPr/>
      </dsp:nvSpPr>
      <dsp:spPr>
        <a:xfrm rot="5400000">
          <a:off x="3952302" y="-2194742"/>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Processes under consideration must be independent and with no synchronization requirements</a:t>
          </a:r>
        </a:p>
      </dsp:txBody>
      <dsp:txXfrm rot="-5400000">
        <a:off x="784057" y="1009044"/>
        <a:ext cx="7029002" cy="656970"/>
      </dsp:txXfrm>
    </dsp:sp>
    <dsp:sp modelId="{C24DDD8C-FAEC-B949-B77E-7F9CA3B1AFED}">
      <dsp:nvSpPr>
        <dsp:cNvPr id="0" name=""/>
        <dsp:cNvSpPr/>
      </dsp:nvSpPr>
      <dsp:spPr>
        <a:xfrm rot="5400000">
          <a:off x="-168012" y="2113028"/>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a:p>
      </dsp:txBody>
      <dsp:txXfrm rot="-5400000">
        <a:off x="0" y="2337044"/>
        <a:ext cx="784056" cy="336024"/>
      </dsp:txXfrm>
    </dsp:sp>
    <dsp:sp modelId="{EF7FB46F-9225-9141-B86D-BAF1B5E8EB3A}">
      <dsp:nvSpPr>
        <dsp:cNvPr id="0" name=""/>
        <dsp:cNvSpPr/>
      </dsp:nvSpPr>
      <dsp:spPr>
        <a:xfrm rot="5400000">
          <a:off x="3952302" y="-1223229"/>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There must be a fixed number of resources to allocate</a:t>
          </a:r>
        </a:p>
      </dsp:txBody>
      <dsp:txXfrm rot="-5400000">
        <a:off x="784057" y="1980557"/>
        <a:ext cx="7029002" cy="656970"/>
      </dsp:txXfrm>
    </dsp:sp>
    <dsp:sp modelId="{855FF90E-CFAE-894E-9582-97B231362680}">
      <dsp:nvSpPr>
        <dsp:cNvPr id="0" name=""/>
        <dsp:cNvSpPr/>
      </dsp:nvSpPr>
      <dsp:spPr>
        <a:xfrm rot="5400000">
          <a:off x="-168012" y="3084541"/>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a:p>
      </dsp:txBody>
      <dsp:txXfrm rot="-5400000">
        <a:off x="0" y="3308557"/>
        <a:ext cx="784056" cy="336024"/>
      </dsp:txXfrm>
    </dsp:sp>
    <dsp:sp modelId="{8D2DD4D3-1A75-7C4F-A25D-BD10D88794DD}">
      <dsp:nvSpPr>
        <dsp:cNvPr id="0" name=""/>
        <dsp:cNvSpPr/>
      </dsp:nvSpPr>
      <dsp:spPr>
        <a:xfrm rot="5400000">
          <a:off x="3952302" y="-251716"/>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No process may exit while holding resources</a:t>
          </a:r>
        </a:p>
      </dsp:txBody>
      <dsp:txXfrm rot="-5400000">
        <a:off x="784057" y="2952070"/>
        <a:ext cx="7029002" cy="6569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A1457E-6F82-714B-9684-358489247C06}">
      <dsp:nvSpPr>
        <dsp:cNvPr id="0" name=""/>
        <dsp:cNvSpPr/>
      </dsp:nvSpPr>
      <dsp:spPr>
        <a:xfrm>
          <a:off x="0" y="15647"/>
          <a:ext cx="8077200" cy="127413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NZ" sz="3300" kern="1200" dirty="0"/>
            <a:t>Deadlock prevention strategies are very conservative </a:t>
          </a:r>
          <a:endParaRPr lang="en-US" sz="3300" kern="1200" dirty="0"/>
        </a:p>
      </dsp:txBody>
      <dsp:txXfrm>
        <a:off x="62198" y="77845"/>
        <a:ext cx="7952804" cy="1149734"/>
      </dsp:txXfrm>
    </dsp:sp>
    <dsp:sp modelId="{D2A3FB79-225F-F645-9263-70FD35EA9D07}">
      <dsp:nvSpPr>
        <dsp:cNvPr id="0" name=""/>
        <dsp:cNvSpPr/>
      </dsp:nvSpPr>
      <dsp:spPr>
        <a:xfrm>
          <a:off x="0" y="1289777"/>
          <a:ext cx="8077200" cy="785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451"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NZ" sz="2600" kern="1200" dirty="0"/>
            <a:t>limit access to resources by imposing restrictions on processes</a:t>
          </a:r>
        </a:p>
      </dsp:txBody>
      <dsp:txXfrm>
        <a:off x="0" y="1289777"/>
        <a:ext cx="8077200" cy="785565"/>
      </dsp:txXfrm>
    </dsp:sp>
    <dsp:sp modelId="{08A9A630-6BC3-5044-A148-A2D3991B226A}">
      <dsp:nvSpPr>
        <dsp:cNvPr id="0" name=""/>
        <dsp:cNvSpPr/>
      </dsp:nvSpPr>
      <dsp:spPr>
        <a:xfrm>
          <a:off x="0" y="2075342"/>
          <a:ext cx="8077200" cy="1274130"/>
        </a:xfrm>
        <a:prstGeom prst="roundRect">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NZ" sz="3300" kern="1200" dirty="0"/>
            <a:t>Deadlock detection strategies do the opposite</a:t>
          </a:r>
        </a:p>
      </dsp:txBody>
      <dsp:txXfrm>
        <a:off x="62198" y="2137540"/>
        <a:ext cx="7952804" cy="1149734"/>
      </dsp:txXfrm>
    </dsp:sp>
    <dsp:sp modelId="{106A0A9A-EAED-1142-8E93-D86999C38394}">
      <dsp:nvSpPr>
        <dsp:cNvPr id="0" name=""/>
        <dsp:cNvSpPr/>
      </dsp:nvSpPr>
      <dsp:spPr>
        <a:xfrm>
          <a:off x="0" y="3349472"/>
          <a:ext cx="8077200"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451"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NZ" sz="2600" kern="1200" dirty="0"/>
            <a:t>resource requests are granted whenever possible</a:t>
          </a:r>
        </a:p>
      </dsp:txBody>
      <dsp:txXfrm>
        <a:off x="0" y="3349472"/>
        <a:ext cx="8077200" cy="5464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05821B-8690-3643-AEC1-64B51AC1545C}">
      <dsp:nvSpPr>
        <dsp:cNvPr id="0" name=""/>
        <dsp:cNvSpPr/>
      </dsp:nvSpPr>
      <dsp:spPr>
        <a:xfrm>
          <a:off x="2868" y="0"/>
          <a:ext cx="1720957" cy="1950719"/>
        </a:xfrm>
        <a:prstGeom prst="upArrow">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AF069EA-EC98-CA45-A086-7FA7E99EA8A6}">
      <dsp:nvSpPr>
        <dsp:cNvPr id="0" name=""/>
        <dsp:cNvSpPr/>
      </dsp:nvSpPr>
      <dsp:spPr>
        <a:xfrm>
          <a:off x="1775454" y="0"/>
          <a:ext cx="2920412" cy="1950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a:lnSpc>
              <a:spcPct val="90000"/>
            </a:lnSpc>
            <a:spcBef>
              <a:spcPct val="0"/>
            </a:spcBef>
            <a:spcAft>
              <a:spcPct val="35000"/>
            </a:spcAft>
            <a:buNone/>
          </a:pPr>
          <a:r>
            <a:rPr lang="en-NZ" sz="2800" kern="1200"/>
            <a:t>Advantages:</a:t>
          </a:r>
          <a:endParaRPr lang="en-US" sz="2800" kern="1200"/>
        </a:p>
        <a:p>
          <a:pPr marL="228600" lvl="1" indent="-228600" algn="l" defTabSz="977900">
            <a:lnSpc>
              <a:spcPct val="90000"/>
            </a:lnSpc>
            <a:spcBef>
              <a:spcPct val="0"/>
            </a:spcBef>
            <a:spcAft>
              <a:spcPct val="15000"/>
            </a:spcAft>
            <a:buChar char="•"/>
          </a:pPr>
          <a:r>
            <a:rPr lang="en-NZ" sz="2200" kern="1200"/>
            <a:t>it leads to early detection</a:t>
          </a:r>
          <a:endParaRPr lang="en-NZ" sz="2200" kern="1200" dirty="0"/>
        </a:p>
        <a:p>
          <a:pPr marL="228600" lvl="1" indent="-228600" algn="l" defTabSz="977900">
            <a:lnSpc>
              <a:spcPct val="90000"/>
            </a:lnSpc>
            <a:spcBef>
              <a:spcPct val="0"/>
            </a:spcBef>
            <a:spcAft>
              <a:spcPct val="15000"/>
            </a:spcAft>
            <a:buChar char="•"/>
          </a:pPr>
          <a:r>
            <a:rPr lang="en-NZ" sz="2200" kern="1200" dirty="0"/>
            <a:t>the algorithm is relatively simple</a:t>
          </a:r>
        </a:p>
      </dsp:txBody>
      <dsp:txXfrm>
        <a:off x="1775454" y="0"/>
        <a:ext cx="2920412" cy="1950719"/>
      </dsp:txXfrm>
    </dsp:sp>
    <dsp:sp modelId="{6DD9CEB5-DFB1-8348-9CA6-D5671ECD380A}">
      <dsp:nvSpPr>
        <dsp:cNvPr id="0" name=""/>
        <dsp:cNvSpPr/>
      </dsp:nvSpPr>
      <dsp:spPr>
        <a:xfrm>
          <a:off x="519155" y="2113280"/>
          <a:ext cx="1720957" cy="1950719"/>
        </a:xfrm>
        <a:prstGeom prst="downArrow">
          <a:avLst/>
        </a:prstGeom>
        <a:solidFill>
          <a:schemeClr val="accent6">
            <a:lumMod val="50000"/>
            <a:alpha val="76000"/>
          </a:schemeClr>
        </a:solidFill>
        <a:ln>
          <a:noFill/>
        </a:ln>
        <a:effectLst/>
      </dsp:spPr>
      <dsp:style>
        <a:lnRef idx="0">
          <a:scrgbClr r="0" g="0" b="0"/>
        </a:lnRef>
        <a:fillRef idx="3">
          <a:scrgbClr r="0" g="0" b="0"/>
        </a:fillRef>
        <a:effectRef idx="2">
          <a:scrgbClr r="0" g="0" b="0"/>
        </a:effectRef>
        <a:fontRef idx="minor">
          <a:schemeClr val="lt1"/>
        </a:fontRef>
      </dsp:style>
    </dsp:sp>
    <dsp:sp modelId="{5B807A66-FA4A-EA45-9E62-5BAF4765C594}">
      <dsp:nvSpPr>
        <dsp:cNvPr id="0" name=""/>
        <dsp:cNvSpPr/>
      </dsp:nvSpPr>
      <dsp:spPr>
        <a:xfrm>
          <a:off x="2291741" y="2113280"/>
          <a:ext cx="2920412" cy="1950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a:lnSpc>
              <a:spcPct val="90000"/>
            </a:lnSpc>
            <a:spcBef>
              <a:spcPct val="0"/>
            </a:spcBef>
            <a:spcAft>
              <a:spcPct val="35000"/>
            </a:spcAft>
            <a:buNone/>
          </a:pPr>
          <a:r>
            <a:rPr lang="en-NZ" sz="2800" kern="1200"/>
            <a:t>Disadvantage</a:t>
          </a:r>
          <a:endParaRPr lang="en-NZ" sz="2800" kern="1200" dirty="0"/>
        </a:p>
        <a:p>
          <a:pPr marL="228600" lvl="1" indent="-228600" algn="l" defTabSz="977900">
            <a:lnSpc>
              <a:spcPct val="90000"/>
            </a:lnSpc>
            <a:spcBef>
              <a:spcPct val="0"/>
            </a:spcBef>
            <a:spcAft>
              <a:spcPct val="15000"/>
            </a:spcAft>
            <a:buChar char="•"/>
          </a:pPr>
          <a:r>
            <a:rPr lang="en-NZ" sz="2200" kern="1200" dirty="0"/>
            <a:t>frequent checks consume considerable processor time</a:t>
          </a:r>
        </a:p>
      </dsp:txBody>
      <dsp:txXfrm>
        <a:off x="2291741" y="2113280"/>
        <a:ext cx="2920412" cy="195071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7CD3AA-D0A7-0A42-ADAA-6344FF3728D6}">
      <dsp:nvSpPr>
        <dsp:cNvPr id="0" name=""/>
        <dsp:cNvSpPr/>
      </dsp:nvSpPr>
      <dsp:spPr>
        <a:xfrm>
          <a:off x="0" y="185340"/>
          <a:ext cx="2547937" cy="1528762"/>
        </a:xfrm>
        <a:prstGeom prst="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Pipes</a:t>
          </a:r>
        </a:p>
      </dsp:txBody>
      <dsp:txXfrm>
        <a:off x="0" y="185340"/>
        <a:ext cx="2547937" cy="1528762"/>
      </dsp:txXfrm>
    </dsp:sp>
    <dsp:sp modelId="{E18E6AC2-BB21-2043-ABDE-7764D5BD9243}">
      <dsp:nvSpPr>
        <dsp:cNvPr id="0" name=""/>
        <dsp:cNvSpPr/>
      </dsp:nvSpPr>
      <dsp:spPr>
        <a:xfrm>
          <a:off x="2802731" y="185340"/>
          <a:ext cx="2547937" cy="1528762"/>
        </a:xfrm>
        <a:prstGeom prst="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a:latin typeface="Calisto MT"/>
            </a:rPr>
            <a:t>Sockets</a:t>
          </a:r>
          <a:endParaRPr lang="en-US" sz="3400" kern="1200" dirty="0"/>
        </a:p>
      </dsp:txBody>
      <dsp:txXfrm>
        <a:off x="2802731" y="185340"/>
        <a:ext cx="2547937" cy="1528762"/>
      </dsp:txXfrm>
    </dsp:sp>
    <dsp:sp modelId="{C705BE14-8110-9546-A326-B28476739A01}">
      <dsp:nvSpPr>
        <dsp:cNvPr id="0" name=""/>
        <dsp:cNvSpPr/>
      </dsp:nvSpPr>
      <dsp:spPr>
        <a:xfrm>
          <a:off x="5605462" y="185340"/>
          <a:ext cx="2547937" cy="1528762"/>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Shared memory</a:t>
          </a:r>
          <a:endParaRPr lang="en-US" sz="3400" kern="1200" dirty="0"/>
        </a:p>
      </dsp:txBody>
      <dsp:txXfrm>
        <a:off x="5605462" y="185340"/>
        <a:ext cx="2547937" cy="1528762"/>
      </dsp:txXfrm>
    </dsp:sp>
    <dsp:sp modelId="{86B0300C-490F-BB45-AA82-07F49CE6997B}">
      <dsp:nvSpPr>
        <dsp:cNvPr id="0" name=""/>
        <dsp:cNvSpPr/>
      </dsp:nvSpPr>
      <dsp:spPr>
        <a:xfrm>
          <a:off x="1443075" y="1649095"/>
          <a:ext cx="2547937" cy="1528762"/>
        </a:xfrm>
        <a:prstGeom prst="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Semaphores</a:t>
          </a:r>
          <a:endParaRPr lang="en-US" sz="3400" kern="1200" dirty="0"/>
        </a:p>
      </dsp:txBody>
      <dsp:txXfrm>
        <a:off x="1443075" y="1649095"/>
        <a:ext cx="2547937" cy="1528762"/>
      </dsp:txXfrm>
    </dsp:sp>
    <dsp:sp modelId="{78D68AD7-7052-1A4C-881C-02ECB2A5EF4E}">
      <dsp:nvSpPr>
        <dsp:cNvPr id="0" name=""/>
        <dsp:cNvSpPr/>
      </dsp:nvSpPr>
      <dsp:spPr>
        <a:xfrm>
          <a:off x="4343392" y="1676398"/>
          <a:ext cx="2547937" cy="1528762"/>
        </a:xfrm>
        <a:prstGeom prst="rect">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Signals</a:t>
          </a:r>
          <a:endParaRPr lang="en-US" sz="3400" kern="1200" dirty="0"/>
        </a:p>
      </dsp:txBody>
      <dsp:txXfrm>
        <a:off x="4343392" y="1676398"/>
        <a:ext cx="2547937" cy="152876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1EA99-9A0B-2046-8BCE-D1BB7B14E477}">
      <dsp:nvSpPr>
        <dsp:cNvPr id="0" name=""/>
        <dsp:cNvSpPr/>
      </dsp:nvSpPr>
      <dsp:spPr>
        <a:xfrm>
          <a:off x="0" y="395862"/>
          <a:ext cx="7678136" cy="145687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5909" tIns="520700" rIns="595909" bIns="177800" numCol="1" spcCol="1270" anchor="t" anchorCtr="0">
          <a:noAutofit/>
        </a:bodyPr>
        <a:lstStyle/>
        <a:p>
          <a:pPr marL="228600" lvl="1" indent="-228600" algn="l" defTabSz="1111250" rtl="0">
            <a:lnSpc>
              <a:spcPct val="90000"/>
            </a:lnSpc>
            <a:spcBef>
              <a:spcPct val="0"/>
            </a:spcBef>
            <a:spcAft>
              <a:spcPct val="15000"/>
            </a:spcAft>
            <a:buChar char="•"/>
          </a:pPr>
          <a:r>
            <a:rPr lang="en-NZ" sz="2500" kern="1200"/>
            <a:t>Named</a:t>
          </a:r>
          <a:r>
            <a:rPr lang="en-NZ" sz="2500" kern="1200">
              <a:latin typeface="Calisto MT"/>
            </a:rPr>
            <a:t> (</a:t>
          </a:r>
          <a:r>
            <a:rPr lang="en-NZ" sz="2500" kern="1200">
              <a:latin typeface="Lucida Sans Typewriter"/>
            </a:rPr>
            <a:t>mkfifo(1)</a:t>
          </a:r>
          <a:r>
            <a:rPr lang="en-NZ" sz="2500" kern="1200">
              <a:latin typeface="Calisto MT"/>
            </a:rPr>
            <a:t> or </a:t>
          </a:r>
          <a:r>
            <a:rPr lang="en-NZ" sz="2500" kern="1200">
              <a:latin typeface="Lucida Sans Typewriter"/>
            </a:rPr>
            <a:t>mkfifo(3)</a:t>
          </a:r>
          <a:r>
            <a:rPr lang="en-NZ" sz="2500" kern="1200">
              <a:latin typeface="Calisto MT"/>
            </a:rPr>
            <a:t>)</a:t>
          </a:r>
          <a:endParaRPr lang="en-NZ" sz="2500" kern="1200" dirty="0"/>
        </a:p>
        <a:p>
          <a:pPr marL="228600" lvl="1" indent="-228600" algn="l" defTabSz="1111250" rtl="0">
            <a:lnSpc>
              <a:spcPct val="90000"/>
            </a:lnSpc>
            <a:spcBef>
              <a:spcPct val="0"/>
            </a:spcBef>
            <a:spcAft>
              <a:spcPct val="15000"/>
            </a:spcAft>
            <a:buChar char="•"/>
          </a:pPr>
          <a:r>
            <a:rPr lang="en-NZ" sz="2500" kern="1200"/>
            <a:t>Unnamed</a:t>
          </a:r>
          <a:r>
            <a:rPr lang="en-NZ" sz="2500" kern="1200">
              <a:latin typeface="Calisto MT"/>
            </a:rPr>
            <a:t> (</a:t>
          </a:r>
          <a:r>
            <a:rPr lang="en-NZ" sz="2500" kern="1200">
              <a:latin typeface="Lucida Sans Typewriter"/>
            </a:rPr>
            <a:t>pipe(2)</a:t>
          </a:r>
          <a:r>
            <a:rPr lang="en-NZ" sz="2500" kern="1200">
              <a:latin typeface="Calisto MT"/>
            </a:rPr>
            <a:t>)</a:t>
          </a:r>
          <a:endParaRPr lang="en-NZ" sz="2500" kern="1200" dirty="0"/>
        </a:p>
      </dsp:txBody>
      <dsp:txXfrm>
        <a:off x="0" y="395862"/>
        <a:ext cx="7678136" cy="1456875"/>
      </dsp:txXfrm>
    </dsp:sp>
    <dsp:sp modelId="{0FD15BB3-3A9E-C34E-B84F-B78FE5CB5701}">
      <dsp:nvSpPr>
        <dsp:cNvPr id="0" name=""/>
        <dsp:cNvSpPr/>
      </dsp:nvSpPr>
      <dsp:spPr>
        <a:xfrm>
          <a:off x="383906" y="26862"/>
          <a:ext cx="5374695" cy="738000"/>
        </a:xfrm>
        <a:prstGeom prst="round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151" tIns="0" rIns="203151" bIns="0" numCol="1" spcCol="1270" anchor="ctr" anchorCtr="0">
          <a:noAutofit/>
        </a:bodyPr>
        <a:lstStyle/>
        <a:p>
          <a:pPr marL="0" lvl="0" indent="0" algn="l" defTabSz="1111250">
            <a:lnSpc>
              <a:spcPct val="90000"/>
            </a:lnSpc>
            <a:spcBef>
              <a:spcPct val="0"/>
            </a:spcBef>
            <a:spcAft>
              <a:spcPct val="35000"/>
            </a:spcAft>
            <a:buNone/>
          </a:pPr>
          <a:r>
            <a:rPr lang="en-NZ" sz="2500" kern="1200" dirty="0"/>
            <a:t>Two types:</a:t>
          </a:r>
          <a:endParaRPr lang="en-US" sz="2500" kern="1200" dirty="0"/>
        </a:p>
      </dsp:txBody>
      <dsp:txXfrm>
        <a:off x="419932" y="62888"/>
        <a:ext cx="5302643" cy="66594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0D340-5C58-B84C-9C87-35CED604F1C3}">
      <dsp:nvSpPr>
        <dsp:cNvPr id="0" name=""/>
        <dsp:cNvSpPr/>
      </dsp:nvSpPr>
      <dsp:spPr>
        <a:xfrm>
          <a:off x="0" y="1777"/>
          <a:ext cx="6400800" cy="604800"/>
        </a:xfrm>
        <a:prstGeom prst="rect">
          <a:avLst/>
        </a:prstGeom>
        <a:solidFill>
          <a:schemeClr val="accent6">
            <a:lumMod val="75000"/>
          </a:schemeClr>
        </a:solidFill>
        <a:ln w="15875" cap="flat" cmpd="sng" algn="ctr">
          <a:no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NZ" sz="2100" kern="1200" dirty="0"/>
            <a:t>Consists of:</a:t>
          </a:r>
          <a:endParaRPr lang="en-US" sz="2100" kern="1200" dirty="0"/>
        </a:p>
      </dsp:txBody>
      <dsp:txXfrm>
        <a:off x="0" y="1777"/>
        <a:ext cx="6400800" cy="604800"/>
      </dsp:txXfrm>
    </dsp:sp>
    <dsp:sp modelId="{6ED202EE-6C33-6342-88BF-7B1E59B2DD92}">
      <dsp:nvSpPr>
        <dsp:cNvPr id="0" name=""/>
        <dsp:cNvSpPr/>
      </dsp:nvSpPr>
      <dsp:spPr>
        <a:xfrm>
          <a:off x="0" y="606577"/>
          <a:ext cx="6400800" cy="2363445"/>
        </a:xfrm>
        <a:prstGeom prst="rect">
          <a:avLst/>
        </a:prstGeom>
        <a:solidFill>
          <a:schemeClr val="bg1"/>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NZ" sz="2100" kern="1200" dirty="0"/>
            <a:t>current value of the semaphore</a:t>
          </a:r>
        </a:p>
        <a:p>
          <a:pPr marL="228600" lvl="1" indent="-228600" algn="l" defTabSz="933450">
            <a:lnSpc>
              <a:spcPct val="90000"/>
            </a:lnSpc>
            <a:spcBef>
              <a:spcPct val="0"/>
            </a:spcBef>
            <a:spcAft>
              <a:spcPct val="15000"/>
            </a:spcAft>
            <a:buChar char="•"/>
          </a:pPr>
          <a:r>
            <a:rPr lang="en-NZ" sz="2100" kern="1200" dirty="0"/>
            <a:t>process ID of the last process to operate on the semaphore</a:t>
          </a:r>
        </a:p>
        <a:p>
          <a:pPr marL="228600" lvl="1" indent="-228600" algn="l" defTabSz="933450">
            <a:lnSpc>
              <a:spcPct val="90000"/>
            </a:lnSpc>
            <a:spcBef>
              <a:spcPct val="0"/>
            </a:spcBef>
            <a:spcAft>
              <a:spcPct val="15000"/>
            </a:spcAft>
            <a:buChar char="•"/>
          </a:pPr>
          <a:r>
            <a:rPr lang="en-NZ" sz="2100" kern="1200" dirty="0"/>
            <a:t>number of processes waiting for the semaphore value to be greater than its current value</a:t>
          </a:r>
        </a:p>
        <a:p>
          <a:pPr marL="228600" lvl="1" indent="-228600" algn="l" defTabSz="933450">
            <a:lnSpc>
              <a:spcPct val="90000"/>
            </a:lnSpc>
            <a:spcBef>
              <a:spcPct val="0"/>
            </a:spcBef>
            <a:spcAft>
              <a:spcPct val="15000"/>
            </a:spcAft>
            <a:buChar char="•"/>
          </a:pPr>
          <a:r>
            <a:rPr lang="en-NZ" sz="2100" kern="1200" dirty="0"/>
            <a:t>number of processes waiting for the semaphore value to be zero</a:t>
          </a:r>
        </a:p>
      </dsp:txBody>
      <dsp:txXfrm>
        <a:off x="0" y="606577"/>
        <a:ext cx="6400800" cy="236344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3/26/24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26734159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8/e, by William Stallings, Chapter 6 “</a:t>
            </a:r>
            <a:r>
              <a:rPr kumimoji="1" lang="en-GB" dirty="0">
                <a:latin typeface="Times New Roman" pitchFamily="-106" charset="0"/>
                <a:ea typeface="ＭＳ Ｐゴシック" pitchFamily="-106" charset="-128"/>
                <a:cs typeface="ＭＳ Ｐゴシック" pitchFamily="-106" charset="-128"/>
              </a:rPr>
              <a:t>Concurrency:</a:t>
            </a:r>
            <a:r>
              <a:rPr kumimoji="1" lang="en-GB" baseline="0" dirty="0">
                <a:latin typeface="Times New Roman" pitchFamily="-106" charset="0"/>
                <a:ea typeface="ＭＳ Ｐゴシック" pitchFamily="-106" charset="-128"/>
                <a:cs typeface="ＭＳ Ｐゴシック" pitchFamily="-106" charset="-128"/>
              </a:rPr>
              <a:t> Deadlock and Starvation</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Deadlock can be defined as the </a:t>
            </a:r>
            <a:r>
              <a:rPr lang="en-US" sz="1200" i="1" kern="1200" baseline="0" dirty="0">
                <a:solidFill>
                  <a:schemeClr val="tx1"/>
                </a:solidFill>
                <a:latin typeface="+mn-lt"/>
                <a:ea typeface="+mn-ea"/>
                <a:cs typeface="+mn-cs"/>
              </a:rPr>
              <a:t>permanent blocking of a set of processes that either </a:t>
            </a:r>
            <a:r>
              <a:rPr lang="en-US" sz="1200" kern="1200" baseline="0" dirty="0">
                <a:solidFill>
                  <a:schemeClr val="tx1"/>
                </a:solidFill>
                <a:latin typeface="+mn-lt"/>
                <a:ea typeface="+mn-ea"/>
                <a:cs typeface="+mn-cs"/>
              </a:rPr>
              <a:t>compete for system resources or communicate with each other. A set of processes is deadlocked when each process in the set is blocked awaiting an event (typically the freeing up of some requested resource) that can only be triggered by another blocked process in the set. Deadlock is permanent because none of the events is ever triggered. Unlike other problems in concurrent process management, there is no efficient solution in the general case.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All deadlocks involve conflicting needs for resources by two or more processes. A common example is the traffic deadlock. Figure 6.1a shows a situation in which four cars have arrived at a four-way stop intersection at approximately the same time. The four quadrants of the intersection are the resources over which control is needed. In particular, if all four cars wish to go straight through the intersection, the resource requirements are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Car 1, traveling north, needs quadrants a and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 Car 2 needs quadrants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and c.</a:t>
            </a:r>
          </a:p>
          <a:p>
            <a:r>
              <a:rPr lang="en-US" sz="1200" kern="1200" baseline="0" dirty="0">
                <a:solidFill>
                  <a:schemeClr val="tx1"/>
                </a:solidFill>
                <a:latin typeface="+mn-lt"/>
                <a:ea typeface="+mn-ea"/>
                <a:cs typeface="+mn-cs"/>
              </a:rPr>
              <a:t>• Car 3 needs quadrants c and d.</a:t>
            </a:r>
          </a:p>
          <a:p>
            <a:r>
              <a:rPr lang="en-US" sz="1200" kern="1200" baseline="0" dirty="0">
                <a:solidFill>
                  <a:schemeClr val="tx1"/>
                </a:solidFill>
                <a:latin typeface="+mn-lt"/>
                <a:ea typeface="+mn-ea"/>
                <a:cs typeface="+mn-cs"/>
              </a:rPr>
              <a:t>• Car 4 needs quadrants d and 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rule of the road in the United States is that a car at a four-way stop should defer to a car immediately to its right. This rule works if there are only two or three cars at the intersection. For example, if only the northbound and westbound cars arrive at the intersection, the northbound car will wait and the westbound car proceeds. However, if all four cars arrive at about the same time, each will refrain from entering the intersection, this causes a potential deadlock. The deadlock is only potential, not actual, because the necessary resources are available for any of the cars to proceed. If one car eventually does proceed, it can do so.</a:t>
            </a:r>
          </a:p>
          <a:p>
            <a:endParaRPr lang="en-US" sz="1200" b="0" i="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However, if all four cars ignore the rules and proceed (cautiously) into the</a:t>
            </a:r>
          </a:p>
          <a:p>
            <a:r>
              <a:rPr lang="en-US" sz="1200" kern="1200" baseline="0" dirty="0">
                <a:solidFill>
                  <a:schemeClr val="tx1"/>
                </a:solidFill>
                <a:latin typeface="+mn-lt"/>
                <a:ea typeface="+mn-ea"/>
                <a:cs typeface="+mn-cs"/>
              </a:rPr>
              <a:t>intersection at the same time, then each car seizes one resource (one quadrant) but</a:t>
            </a:r>
          </a:p>
          <a:p>
            <a:r>
              <a:rPr lang="en-US" sz="1200" kern="1200" baseline="0" dirty="0">
                <a:solidFill>
                  <a:schemeClr val="tx1"/>
                </a:solidFill>
                <a:latin typeface="+mn-lt"/>
                <a:ea typeface="+mn-ea"/>
                <a:cs typeface="+mn-cs"/>
              </a:rPr>
              <a:t>cannot proceed because the required second resource has already been seized by</a:t>
            </a:r>
          </a:p>
          <a:p>
            <a:r>
              <a:rPr lang="en-US" sz="1200" kern="1200" baseline="0" dirty="0">
                <a:solidFill>
                  <a:schemeClr val="tx1"/>
                </a:solidFill>
                <a:latin typeface="+mn-lt"/>
                <a:ea typeface="+mn-ea"/>
                <a:cs typeface="+mn-cs"/>
              </a:rPr>
              <a:t>another car. This is an actual deadlock.</a:t>
            </a:r>
            <a:endParaRPr lang="en-NZ" sz="1200" b="0" i="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Two general categories of resources can be distinguished: reusable and consumable. A reusable resource is one that can be safely used by only one process at a time and is not depleted by that use. Processes obtain resource units that they later release for reuse by other processes. Examples of reusable resources include processors; I/O channels; main and secondary memory; devices; and data structures such as files, databases, and semaphores.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consumable resource is one that can be created (produced) and destroyed (consumed). Examples of consumable resources are interrupts, signals, messages, and information in I/O buffers.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an example of deadlock involving reusable resources, consider two processes that compete for exclusive access to a disk file D and a tape drive T. The programs engage in the operations depicted in Figure 6.4 . Deadlock occurs if each process holds one resource and requests the other. For example, deadlock occurs if the multiprogramming system interleaves the execution of the two processes as follows:</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p</a:t>
            </a:r>
            <a:r>
              <a:rPr lang="en-US" sz="1200" kern="1200" baseline="0" dirty="0">
                <a:solidFill>
                  <a:schemeClr val="tx1"/>
                </a:solidFill>
                <a:latin typeface="+mn-lt"/>
                <a:ea typeface="+mn-ea"/>
                <a:cs typeface="+mn-cs"/>
              </a:rPr>
              <a:t> 0 </a:t>
            </a:r>
            <a:r>
              <a:rPr lang="en-US" sz="1200" kern="1200" baseline="0" dirty="0" err="1">
                <a:solidFill>
                  <a:schemeClr val="tx1"/>
                </a:solidFill>
                <a:latin typeface="+mn-lt"/>
                <a:ea typeface="+mn-ea"/>
                <a:cs typeface="+mn-cs"/>
              </a:rPr>
              <a:t>p</a:t>
            </a:r>
            <a:r>
              <a:rPr lang="en-US" sz="1200" kern="1200" baseline="0" dirty="0">
                <a:solidFill>
                  <a:schemeClr val="tx1"/>
                </a:solidFill>
                <a:latin typeface="+mn-lt"/>
                <a:ea typeface="+mn-ea"/>
                <a:cs typeface="+mn-cs"/>
              </a:rPr>
              <a:t> 1 </a:t>
            </a:r>
            <a:r>
              <a:rPr lang="en-US" sz="1200" kern="1200" baseline="0" dirty="0" err="1">
                <a:solidFill>
                  <a:schemeClr val="tx1"/>
                </a:solidFill>
                <a:latin typeface="+mn-lt"/>
                <a:ea typeface="+mn-ea"/>
                <a:cs typeface="+mn-cs"/>
              </a:rPr>
              <a:t>q</a:t>
            </a:r>
            <a:r>
              <a:rPr lang="en-US" sz="1200" kern="1200" baseline="0" dirty="0">
                <a:solidFill>
                  <a:schemeClr val="tx1"/>
                </a:solidFill>
                <a:latin typeface="+mn-lt"/>
                <a:ea typeface="+mn-ea"/>
                <a:cs typeface="+mn-cs"/>
              </a:rPr>
              <a:t> 0 </a:t>
            </a:r>
            <a:r>
              <a:rPr lang="en-US" sz="1200" kern="1200" baseline="0" dirty="0" err="1">
                <a:solidFill>
                  <a:schemeClr val="tx1"/>
                </a:solidFill>
                <a:latin typeface="+mn-lt"/>
                <a:ea typeface="+mn-ea"/>
                <a:cs typeface="+mn-cs"/>
              </a:rPr>
              <a:t>q</a:t>
            </a:r>
            <a:r>
              <a:rPr lang="en-US" sz="1200" kern="1200" baseline="0" dirty="0">
                <a:solidFill>
                  <a:schemeClr val="tx1"/>
                </a:solidFill>
                <a:latin typeface="+mn-lt"/>
                <a:ea typeface="+mn-ea"/>
                <a:cs typeface="+mn-cs"/>
              </a:rPr>
              <a:t> 1 </a:t>
            </a:r>
            <a:r>
              <a:rPr lang="en-US" sz="1200" kern="1200" baseline="0" dirty="0" err="1">
                <a:solidFill>
                  <a:schemeClr val="tx1"/>
                </a:solidFill>
                <a:latin typeface="+mn-lt"/>
                <a:ea typeface="+mn-ea"/>
                <a:cs typeface="+mn-cs"/>
              </a:rPr>
              <a:t>p</a:t>
            </a:r>
            <a:r>
              <a:rPr lang="en-US" sz="1200" kern="1200" baseline="0" dirty="0">
                <a:solidFill>
                  <a:schemeClr val="tx1"/>
                </a:solidFill>
                <a:latin typeface="+mn-lt"/>
                <a:ea typeface="+mn-ea"/>
                <a:cs typeface="+mn-cs"/>
              </a:rPr>
              <a:t> 2 </a:t>
            </a:r>
            <a:r>
              <a:rPr lang="en-US" sz="1200" kern="1200" baseline="0" dirty="0" err="1">
                <a:solidFill>
                  <a:schemeClr val="tx1"/>
                </a:solidFill>
                <a:latin typeface="+mn-lt"/>
                <a:ea typeface="+mn-ea"/>
                <a:cs typeface="+mn-cs"/>
              </a:rPr>
              <a:t>q</a:t>
            </a:r>
            <a:r>
              <a:rPr lang="en-US" sz="1200" kern="1200" baseline="0" dirty="0">
                <a:solidFill>
                  <a:schemeClr val="tx1"/>
                </a:solidFill>
                <a:latin typeface="+mn-lt"/>
                <a:ea typeface="+mn-ea"/>
                <a:cs typeface="+mn-cs"/>
              </a:rPr>
              <a:t> 2</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may appear that this is a programming error rather than a problem for the OS designer. However, we have seen that concurrent program design is challenging. Such deadlocks do occur, and the cause is often embedded in complex program logic, making detection difficult. One strategy for dealing with such a deadlock is to impose system design constraints concerning the order in which resources can be requested.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Another example of deadlock with a reusable resource has to do with requests for main memory. Suppose the space available for allocation is 200 Kbytes, and the following sequence of requests occurs:  (see diagram)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Deadlock occurs if both processes progress to their second request. If the amount of memory to be requested is not known ahead of time, it is difficult to deal with this type of deadlock by means of system design constraints. The best way to deal with this particular problem is, in effect, to eliminate the possibility by using virtual memory, which is discussed in Chapter 8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an example of deadlock involving consumable resources, consider the following pair of processes, in which each process attempts to receive a message</a:t>
            </a:r>
          </a:p>
          <a:p>
            <a:r>
              <a:rPr lang="en-US" sz="1200" kern="1200" baseline="0" dirty="0">
                <a:solidFill>
                  <a:schemeClr val="tx1"/>
                </a:solidFill>
                <a:latin typeface="+mn-lt"/>
                <a:ea typeface="+mn-ea"/>
                <a:cs typeface="+mn-cs"/>
              </a:rPr>
              <a:t>from the other process and then send a message to the other process: (see diagram)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Deadlock occurs if the Receive is blocking (i.e., the receiving process is blocked until the message is received). Once again, a design error is the cause of the deadlock. Such errors may be quite subtle and difficult to detect. Furthermore, it may take a rare combination of events to cause the deadlock; thus a program could be in use for a considerable period of time, even years, before the deadlock actually occurs.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is no single effective strategy that can deal with all types of deadlock. Table 6.1 summarizes the key elements of the most important approaches that have been developed: prevention, avoidance, and detection. We examine each of these in turn, after first introducing resource allocation graphs and then discussing the conditions for deadlock.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useful tool in characterizing the allocation of resources to processes is the </a:t>
            </a:r>
            <a:r>
              <a:rPr lang="en-US" sz="1200" b="1" kern="1200" baseline="0" dirty="0">
                <a:solidFill>
                  <a:schemeClr val="tx1"/>
                </a:solidFill>
                <a:latin typeface="+mn-lt"/>
                <a:ea typeface="+mn-ea"/>
                <a:cs typeface="+mn-cs"/>
              </a:rPr>
              <a:t>resource allocation graph , introduced by Holt [HOLT72]. The resource allocation </a:t>
            </a:r>
            <a:r>
              <a:rPr lang="en-US" sz="1200" kern="1200" baseline="0" dirty="0">
                <a:solidFill>
                  <a:schemeClr val="tx1"/>
                </a:solidFill>
                <a:latin typeface="+mn-lt"/>
                <a:ea typeface="+mn-ea"/>
                <a:cs typeface="+mn-cs"/>
              </a:rPr>
              <a:t>graph is a directed graph that depicts a state of the system of resources and processes, with each process and each resource represented by a node. A graph edge directed from a process to a resource indicates a resource that has been requested by the process but not yet granted ( Figure 6.5a ). Within a resource node, a dot is shown for each instance of that resource. Examples of resource types that may have multiple instances are I/O devices that are allocated by a resource management module in the OS. A graph edge directed from a reusable resource node dot to a process indicates a request that has been granted ( Figure 6.5b ); that is, the process has been assigned one unit of that resource. A graph edge directed from a consumable</a:t>
            </a:r>
          </a:p>
          <a:p>
            <a:r>
              <a:rPr lang="en-US" sz="1200" kern="1200" baseline="0" dirty="0">
                <a:solidFill>
                  <a:schemeClr val="tx1"/>
                </a:solidFill>
                <a:latin typeface="+mn-lt"/>
                <a:ea typeface="+mn-ea"/>
                <a:cs typeface="+mn-cs"/>
              </a:rPr>
              <a:t>resource node dot to a process indicates that the process is the producer of that</a:t>
            </a:r>
          </a:p>
          <a:p>
            <a:r>
              <a:rPr lang="en-US" sz="1200" kern="1200" baseline="0" dirty="0">
                <a:solidFill>
                  <a:schemeClr val="tx1"/>
                </a:solidFill>
                <a:latin typeface="+mn-lt"/>
                <a:ea typeface="+mn-ea"/>
                <a:cs typeface="+mn-cs"/>
              </a:rPr>
              <a:t>resource.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6.5c shows an example deadlock. There is only one unit each of resources Ra and </a:t>
            </a:r>
            <a:r>
              <a:rPr lang="en-US" sz="1200" kern="1200" baseline="0" dirty="0" err="1">
                <a:solidFill>
                  <a:schemeClr val="tx1"/>
                </a:solidFill>
                <a:latin typeface="+mn-lt"/>
                <a:ea typeface="+mn-ea"/>
                <a:cs typeface="+mn-cs"/>
              </a:rPr>
              <a:t>Rb</a:t>
            </a:r>
            <a:r>
              <a:rPr lang="en-US" sz="1200" kern="1200" baseline="0" dirty="0">
                <a:solidFill>
                  <a:schemeClr val="tx1"/>
                </a:solidFill>
                <a:latin typeface="+mn-lt"/>
                <a:ea typeface="+mn-ea"/>
                <a:cs typeface="+mn-cs"/>
              </a:rPr>
              <a:t>. Process P1 holds </a:t>
            </a:r>
            <a:r>
              <a:rPr lang="en-US" sz="1200" kern="1200" baseline="0" dirty="0" err="1">
                <a:solidFill>
                  <a:schemeClr val="tx1"/>
                </a:solidFill>
                <a:latin typeface="+mn-lt"/>
                <a:ea typeface="+mn-ea"/>
                <a:cs typeface="+mn-cs"/>
              </a:rPr>
              <a:t>Rb</a:t>
            </a:r>
            <a:r>
              <a:rPr lang="en-US" sz="1200" kern="1200" baseline="0" dirty="0">
                <a:solidFill>
                  <a:schemeClr val="tx1"/>
                </a:solidFill>
                <a:latin typeface="+mn-lt"/>
                <a:ea typeface="+mn-ea"/>
                <a:cs typeface="+mn-cs"/>
              </a:rPr>
              <a:t> and requests Ra, while P2 holds Ra but requests </a:t>
            </a:r>
            <a:r>
              <a:rPr lang="en-US" sz="1200" kern="1200" baseline="0" dirty="0" err="1">
                <a:solidFill>
                  <a:schemeClr val="tx1"/>
                </a:solidFill>
                <a:latin typeface="+mn-lt"/>
                <a:ea typeface="+mn-ea"/>
                <a:cs typeface="+mn-cs"/>
              </a:rPr>
              <a:t>Rb</a:t>
            </a:r>
            <a:r>
              <a:rPr lang="en-US" sz="1200" kern="1200" baseline="0" dirty="0">
                <a:solidFill>
                  <a:schemeClr val="tx1"/>
                </a:solidFill>
                <a:latin typeface="+mn-lt"/>
                <a:ea typeface="+mn-ea"/>
                <a:cs typeface="+mn-cs"/>
              </a:rPr>
              <a:t>. Figure 6.5d has the same topology as Figure 6.5c , but there is no deadlock because multiple units of each resource are available.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resource allocation graph of Figure 6.6 corresponds to the deadlock situation in Figure 6.1b . Note that in this case, we do not have a simple situation in which two processes each have one resource the other needs. Rather, in this case, there is a circular chain of processes and resources that results in deadlock.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Three conditions of policy must be present for a deadlock to be possible: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Mutual exclusion . Only one process may use a resource at a time. No process </a:t>
            </a:r>
            <a:r>
              <a:rPr lang="en-US" sz="1200" kern="1200" baseline="0" dirty="0">
                <a:solidFill>
                  <a:schemeClr val="tx1"/>
                </a:solidFill>
                <a:latin typeface="+mn-lt"/>
                <a:ea typeface="+mn-ea"/>
                <a:cs typeface="+mn-cs"/>
              </a:rPr>
              <a:t>may access a resource unit that has been allocated to another process.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Hold and wait . A process may hold allocated resources while awaiting assignment </a:t>
            </a:r>
            <a:r>
              <a:rPr lang="en-US" sz="1200" kern="1200" baseline="0" dirty="0">
                <a:solidFill>
                  <a:schemeClr val="tx1"/>
                </a:solidFill>
                <a:latin typeface="+mn-lt"/>
                <a:ea typeface="+mn-ea"/>
                <a:cs typeface="+mn-cs"/>
              </a:rPr>
              <a:t>of other resources.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No preemption . No resource can be forcibly removed from a process holding 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many ways these conditions are quite desirable. For example, mutual exclusion is needed to ensure consistency of results and the integrity of a database. Similarly, preemption should not be done arbitrarily. For example, when data resources are involved, preemption must be supported by a rollback recovery mechanism, which restores a process and its resources to a suitable previous state from which the process can eventually repeat its actions.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first three conditions are necessary but not sufficient for a deadlock to exist. For deadlock to actually take place, a fourth condition is required:</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4. Circular wait . </a:t>
            </a:r>
            <a:r>
              <a:rPr lang="en-US" sz="1200" b="0" kern="1200" baseline="0" dirty="0">
                <a:solidFill>
                  <a:schemeClr val="tx1"/>
                </a:solidFill>
                <a:latin typeface="+mn-lt"/>
                <a:ea typeface="+mn-ea"/>
                <a:cs typeface="+mn-cs"/>
              </a:rPr>
              <a:t>A closed chain of processes exists, such that each process holds</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at least one resource needed by the next process in the chain (e.g., Figure 6.5c</a:t>
            </a:r>
          </a:p>
          <a:p>
            <a:r>
              <a:rPr lang="en-US" sz="1200" kern="1200" baseline="0" dirty="0">
                <a:solidFill>
                  <a:schemeClr val="tx1"/>
                </a:solidFill>
                <a:latin typeface="+mn-lt"/>
                <a:ea typeface="+mn-ea"/>
                <a:cs typeface="+mn-cs"/>
              </a:rPr>
              <a:t>and Figure 6.6 ).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fourth condition is, actually, a potential consequence of the first three. That is, given that the first three conditions exist, a sequence of events may occur that lead to an </a:t>
            </a:r>
            <a:r>
              <a:rPr lang="en-US" sz="1200" kern="1200" baseline="0" dirty="0" err="1">
                <a:solidFill>
                  <a:schemeClr val="tx1"/>
                </a:solidFill>
                <a:latin typeface="+mn-lt"/>
                <a:ea typeface="+mn-ea"/>
                <a:cs typeface="+mn-cs"/>
              </a:rPr>
              <a:t>unresolvable</a:t>
            </a:r>
            <a:r>
              <a:rPr lang="en-US" sz="1200" kern="1200" baseline="0" dirty="0">
                <a:solidFill>
                  <a:schemeClr val="tx1"/>
                </a:solidFill>
                <a:latin typeface="+mn-lt"/>
                <a:ea typeface="+mn-ea"/>
                <a:cs typeface="+mn-cs"/>
              </a:rPr>
              <a:t> circular wait. The </a:t>
            </a:r>
            <a:r>
              <a:rPr lang="en-US" sz="1200" kern="1200" baseline="0" dirty="0" err="1">
                <a:solidFill>
                  <a:schemeClr val="tx1"/>
                </a:solidFill>
                <a:latin typeface="+mn-lt"/>
                <a:ea typeface="+mn-ea"/>
                <a:cs typeface="+mn-cs"/>
              </a:rPr>
              <a:t>unresolvable</a:t>
            </a:r>
            <a:r>
              <a:rPr lang="en-US" sz="1200" kern="1200" baseline="0" dirty="0">
                <a:solidFill>
                  <a:schemeClr val="tx1"/>
                </a:solidFill>
                <a:latin typeface="+mn-lt"/>
                <a:ea typeface="+mn-ea"/>
                <a:cs typeface="+mn-cs"/>
              </a:rPr>
              <a:t> circular wait is in fact the definition of deadlock. The circular wait listed as condition 4 is </a:t>
            </a:r>
            <a:r>
              <a:rPr lang="en-US" sz="1200" kern="1200" baseline="0" dirty="0" err="1">
                <a:solidFill>
                  <a:schemeClr val="tx1"/>
                </a:solidFill>
                <a:latin typeface="+mn-lt"/>
                <a:ea typeface="+mn-ea"/>
                <a:cs typeface="+mn-cs"/>
              </a:rPr>
              <a:t>unresolvable</a:t>
            </a:r>
            <a:r>
              <a:rPr lang="en-US" sz="1200" kern="1200" baseline="0" dirty="0">
                <a:solidFill>
                  <a:schemeClr val="tx1"/>
                </a:solidFill>
                <a:latin typeface="+mn-lt"/>
                <a:ea typeface="+mn-ea"/>
                <a:cs typeface="+mn-cs"/>
              </a:rPr>
              <a:t> because the first three conditions hold. Thus, the four conditions, taken together, constitute necessary and sufficient conditions for deadlock.</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We now turn to the dining philosophers problem, introduced by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[DIJK71]. Five philosophers live in a house, where a table is laid for them. The life of each philosopher consists principally of thinking and eating, and through years of thought, all of the philosophers had agreed that the only food that contributed to their thinking efforts was spaghetti. Due to a lack of manual skill, each philosopher requires two forks to eat spaghetti.</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eating arrangements are simple ( Figure 6.11 ): a round table on which is set a large serving bowl of spaghetti, five plates, one for each philosopher, and five forks. A philosopher wishing to eat goes to his or her assigned place at the table and, using the two forks on either side of the plate, takes and eats some spaghetti. The problem: Devise a ritual (algorithm) that will allow the philosophers to eat. The algorithm must satisfy mutual exclusion (no two philosophers can use the same fork at the same time) while avoiding deadlock and </a:t>
            </a:r>
            <a:r>
              <a:rPr lang="en-US" sz="1200" i="1" kern="1200" baseline="0" dirty="0">
                <a:solidFill>
                  <a:schemeClr val="tx1"/>
                </a:solidFill>
                <a:latin typeface="+mn-lt"/>
                <a:ea typeface="+mn-ea"/>
                <a:cs typeface="+mn-cs"/>
              </a:rPr>
              <a:t>starvation (in this case, the term has </a:t>
            </a:r>
            <a:r>
              <a:rPr lang="en-US" sz="1200" kern="1200" baseline="0" dirty="0">
                <a:solidFill>
                  <a:schemeClr val="tx1"/>
                </a:solidFill>
                <a:latin typeface="+mn-lt"/>
                <a:ea typeface="+mn-ea"/>
                <a:cs typeface="+mn-cs"/>
              </a:rPr>
              <a:t>literal as well as algorithmic meaning!).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problem may not seem important or relevant in itself. However, it does illustrate basic problems in deadlock and starvation. Furthermore, attempts to develop solutions reveal many of the difficulties in concurrent programming (e.g., see [GING90]). In addition, the dining philosophers problem can be seen as representative of problems dealing with the coordination of shared resources, which may occur when an application includes concurrent threads of execution. Accordingly, this problem is a standard test case for evaluating approaches to synchronization.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u="none" strike="noStrike" kern="1200" dirty="0" err="1">
                <a:solidFill>
                  <a:schemeClr val="tx1"/>
                </a:solidFill>
                <a:effectLst/>
                <a:latin typeface="+mn-lt"/>
                <a:ea typeface="+mn-ea"/>
                <a:cs typeface="+mn-cs"/>
              </a:rPr>
              <a:t>nai·</a:t>
            </a:r>
            <a:r>
              <a:rPr lang="en-US" sz="1200" b="1" i="0" u="none" strike="noStrike" kern="1200" dirty="0" err="1">
                <a:solidFill>
                  <a:schemeClr val="tx1"/>
                </a:solidFill>
                <a:effectLst/>
                <a:latin typeface="+mn-lt"/>
                <a:ea typeface="+mn-ea"/>
                <a:cs typeface="+mn-cs"/>
              </a:rPr>
              <a:t>eev</a:t>
            </a:r>
            <a:br>
              <a:rPr lang="en-US" dirty="0"/>
            </a:br>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now turn to the dining philosophers problem, introduced by Dijkstra [DIJK71]. Five philosophers live in a house, where a table is laid for them. The life of each philosopher consists principally of thinking and eating, and through years of thought, all of the philosophers had agreed that the only food that contributed to their thinking efforts was spaghetti. Due to a lack of manual skill, each philosopher requires two forks to eat spaghetti.</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eating arrangements are simple ( Figure 6.11 ): a round table on which is set a large serving bowl of spaghetti, five plates, one for each philosopher, and five forks. A philosopher wishing to eat goes to his or her assigned place at the table and, using the two forks on either side of the plate, takes and eats some spaghetti. The problem: Devise a ritual (algorithm) that will allow the philosophers to eat. The algorithm must satisfy mutual exclusion (no two philosophers can use the same fork at the same time) while avoiding deadlock and </a:t>
            </a:r>
            <a:r>
              <a:rPr lang="en-US" sz="1200" i="1" kern="1200" baseline="0" dirty="0">
                <a:solidFill>
                  <a:schemeClr val="tx1"/>
                </a:solidFill>
                <a:latin typeface="+mn-lt"/>
                <a:ea typeface="+mn-ea"/>
                <a:cs typeface="+mn-cs"/>
              </a:rPr>
              <a:t>starvation (in this case, the term has </a:t>
            </a:r>
            <a:r>
              <a:rPr lang="en-US" sz="1200" kern="1200" baseline="0" dirty="0">
                <a:solidFill>
                  <a:schemeClr val="tx1"/>
                </a:solidFill>
                <a:latin typeface="+mn-lt"/>
                <a:ea typeface="+mn-ea"/>
                <a:cs typeface="+mn-cs"/>
              </a:rPr>
              <a:t>literal as well as algorithmic meaning!).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problem may not seem important or relevant in itself. However, it does illustrate basic problems in deadlock and starvation. Furthermore, attempts to develop solutions reveal many of the difficulties in concurrent programming (e.g., see [GING90]). In addition, the dining philosophers problem can be seen as representative of problems dealing with the coordination of shared resources, which may occur when an application includes concurrent threads of execution. Accordingly, this problem is a standard test case for evaluating approaches to synchronization.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2241721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We now turn to the dining philosophers problem, introduced by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[DIJK71]. Five philosophers live in a house, where a table is laid for them. The life of each philosopher consists principally of thinking and eating, and through years of thought, all of the philosophers had agreed that the only food that contributed to their thinking efforts was spaghetti. Due to a lack of manual skill, each philosopher requires two forks to eat spaghetti.</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eating arrangements are simple ( Figure 6.11 ): a round table on which is set a large serving bowl of spaghetti, five plates, one for each philosopher, and five forks. A philosopher wishing to eat goes to his or her assigned place at the table and, using the two forks on either side of the plate, takes and eats some spaghetti. The problem: Devise a ritual (algorithm) that will allow the philosophers to eat. The algorithm must satisfy mutual exclusion (no two philosophers can use the same fork at the same time) while avoiding deadlock and </a:t>
            </a:r>
            <a:r>
              <a:rPr lang="en-US" sz="1200" i="1" kern="1200" baseline="0" dirty="0">
                <a:solidFill>
                  <a:schemeClr val="tx1"/>
                </a:solidFill>
                <a:latin typeface="+mn-lt"/>
                <a:ea typeface="+mn-ea"/>
                <a:cs typeface="+mn-cs"/>
              </a:rPr>
              <a:t>starvation (in this case, the term has </a:t>
            </a:r>
            <a:r>
              <a:rPr lang="en-US" sz="1200" kern="1200" baseline="0" dirty="0">
                <a:solidFill>
                  <a:schemeClr val="tx1"/>
                </a:solidFill>
                <a:latin typeface="+mn-lt"/>
                <a:ea typeface="+mn-ea"/>
                <a:cs typeface="+mn-cs"/>
              </a:rPr>
              <a:t>literal as well as algorithmic meaning!).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problem may not seem important or relevant in itself. However, it does illustrate basic problems in deadlock and starvation. Furthermore, attempts to develop solutions reveal many of the difficulties in concurrent programming (e.g., see [GING90]). In addition, the dining philosophers problem can be seen as representative of problems dealing with the coordination of shared resources, which may occur when an application includes concurrent threads of execution. Accordingly, this problem is a standard test case for evaluating approaches to synchronization.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15794909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We now turn to the dining philosophers problem, introduced by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[DIJK71]. Five philosophers live in a house, where a table is laid for them. The life of each philosopher consists principally of thinking and eating, and through years of thought, all of the philosophers had agreed that the only food that contributed to their thinking efforts was spaghetti. Due to a lack of manual skill, each philosopher requires two forks to eat spaghetti.</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eating arrangements are simple ( Figure 6.11 ): a round table on which is set a large serving bowl of spaghetti, five plates, one for each philosopher, and five forks. A philosopher wishing to eat goes to his or her assigned place at the table and, using the two forks on either side of the plate, takes and eats some spaghetti. The problem: Devise a ritual (algorithm) that will allow the philosophers to eat. The algorithm must satisfy mutual exclusion (no two philosophers can use the same fork at the same time) while avoiding deadlock and </a:t>
            </a:r>
            <a:r>
              <a:rPr lang="en-US" sz="1200" i="1" kern="1200" baseline="0" dirty="0">
                <a:solidFill>
                  <a:schemeClr val="tx1"/>
                </a:solidFill>
                <a:latin typeface="+mn-lt"/>
                <a:ea typeface="+mn-ea"/>
                <a:cs typeface="+mn-cs"/>
              </a:rPr>
              <a:t>starvation (in this case, the term has </a:t>
            </a:r>
            <a:r>
              <a:rPr lang="en-US" sz="1200" kern="1200" baseline="0" dirty="0">
                <a:solidFill>
                  <a:schemeClr val="tx1"/>
                </a:solidFill>
                <a:latin typeface="+mn-lt"/>
                <a:ea typeface="+mn-ea"/>
                <a:cs typeface="+mn-cs"/>
              </a:rPr>
              <a:t>literal as well as algorithmic meaning!).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problem may not seem important or relevant in itself. However, it does illustrate basic problems in deadlock and starvation. Furthermore, attempts to develop solutions reveal many of the difficulties in concurrent programming (e.g., see [GING90]). In addition, the dining philosophers problem can be seen as representative of problems dealing with the coordination of shared resources, which may occur when an application includes concurrent threads of execution. Accordingly, this problem is a standard test case for evaluating approaches to synchronization.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3813859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We now turn to the dining philosophers problem, introduced by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[DIJK71]. Five philosophers live in a house, where a table is laid for them. The life of each philosopher consists principally of thinking and eating, and through years of thought, all of the philosophers had agreed that the only food that contributed to their thinking efforts was spaghetti. Due to a lack of manual skill, each philosopher requires two forks to eat spaghetti.</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eating arrangements are simple ( Figure 6.11 ): a round table on which is set a large serving bowl of spaghetti, five plates, one for each philosopher, and five forks. A philosopher wishing to eat goes to his or her assigned place at the table and, using the two forks on either side of the plate, takes and eats some spaghetti. The problem: Devise a ritual (algorithm) that will allow the philosophers to eat. The algorithm must satisfy mutual exclusion (no two philosophers can use the same fork at the same time) while avoiding deadlock and </a:t>
            </a:r>
            <a:r>
              <a:rPr lang="en-US" sz="1200" i="1" kern="1200" baseline="0" dirty="0">
                <a:solidFill>
                  <a:schemeClr val="tx1"/>
                </a:solidFill>
                <a:latin typeface="+mn-lt"/>
                <a:ea typeface="+mn-ea"/>
                <a:cs typeface="+mn-cs"/>
              </a:rPr>
              <a:t>starvation (in this case, the term has </a:t>
            </a:r>
            <a:r>
              <a:rPr lang="en-US" sz="1200" kern="1200" baseline="0" dirty="0">
                <a:solidFill>
                  <a:schemeClr val="tx1"/>
                </a:solidFill>
                <a:latin typeface="+mn-lt"/>
                <a:ea typeface="+mn-ea"/>
                <a:cs typeface="+mn-cs"/>
              </a:rPr>
              <a:t>literal as well as algorithmic meaning!).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problem may not seem important or relevant in itself. However, it does illustrate basic problems in deadlock and starvation. Furthermore, attempts to develop solutions reveal many of the difficulties in concurrent programming (e.g., see [GING90]). In addition, the dining philosophers problem can be seen as representative of problems dealing with the coordination of shared resources, which may occur when an application includes concurrent threads of execution. Accordingly, this problem is a standard test case for evaluating approaches to synchronization.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25662272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We now turn to the dining philosophers problem, introduced by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[DIJK71]. Five philosophers live in a house, where a table is laid for them. The life of each philosopher consists principally of thinking and eating, and through years of thought, all of the philosophers had agreed that the only food that contributed to their thinking efforts was spaghetti. Due to a lack of manual skill, each philosopher requires two forks to eat spaghetti.</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eating arrangements are simple ( Figure 6.11 ): a round table on which is set a large serving bowl of spaghetti, five plates, one for each philosopher, and five forks. A philosopher wishing to eat goes to his or her assigned place at the table and, using the two forks on either side of the plate, takes and eats some spaghetti. The problem: Devise a ritual (algorithm) that will allow the philosophers to eat. The algorithm must satisfy mutual exclusion (no two philosophers can use the same fork at the same time) while avoiding deadlock and </a:t>
            </a:r>
            <a:r>
              <a:rPr lang="en-US" sz="1200" i="1" kern="1200" baseline="0" dirty="0">
                <a:solidFill>
                  <a:schemeClr val="tx1"/>
                </a:solidFill>
                <a:latin typeface="+mn-lt"/>
                <a:ea typeface="+mn-ea"/>
                <a:cs typeface="+mn-cs"/>
              </a:rPr>
              <a:t>starvation (in this case, the term has </a:t>
            </a:r>
            <a:r>
              <a:rPr lang="en-US" sz="1200" kern="1200" baseline="0" dirty="0">
                <a:solidFill>
                  <a:schemeClr val="tx1"/>
                </a:solidFill>
                <a:latin typeface="+mn-lt"/>
                <a:ea typeface="+mn-ea"/>
                <a:cs typeface="+mn-cs"/>
              </a:rPr>
              <a:t>literal as well as algorithmic meaning!).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problem may not seem important or relevant in itself. However, it does illustrate basic problems in deadlock and starvation. Furthermore, attempts to develop solutions reveal many of the difficulties in concurrent programming (e.g., see [GING90]). In addition, the dining philosophers problem can be seen as representative of problems dealing with the coordination of shared resources, which may occur when an application includes concurrent threads of execution. Accordingly, this problem is a standard test case for evaluating approaches to synchronization.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27216502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Three general approaches exist for dealing with deadlock. First, one can </a:t>
            </a:r>
            <a:r>
              <a:rPr lang="en-US" sz="1200" b="1" kern="1200" baseline="0" dirty="0">
                <a:solidFill>
                  <a:schemeClr val="tx1"/>
                </a:solidFill>
                <a:latin typeface="+mn-lt"/>
                <a:ea typeface="+mn-ea"/>
                <a:cs typeface="+mn-cs"/>
              </a:rPr>
              <a:t>prevent deadlock </a:t>
            </a:r>
            <a:r>
              <a:rPr lang="en-US" sz="1200" b="0" kern="1200" baseline="0" dirty="0">
                <a:solidFill>
                  <a:schemeClr val="tx1"/>
                </a:solidFill>
                <a:latin typeface="+mn-lt"/>
                <a:ea typeface="+mn-ea"/>
                <a:cs typeface="+mn-cs"/>
              </a:rPr>
              <a:t>by adopting a policy that eliminates one of the conditions </a:t>
            </a:r>
            <a:r>
              <a:rPr lang="en-US" sz="1200" kern="1200" baseline="0" dirty="0">
                <a:solidFill>
                  <a:schemeClr val="tx1"/>
                </a:solidFill>
                <a:latin typeface="+mn-lt"/>
                <a:ea typeface="+mn-ea"/>
                <a:cs typeface="+mn-cs"/>
              </a:rPr>
              <a:t>(conditions 1 through 4). Second, one can </a:t>
            </a:r>
            <a:r>
              <a:rPr lang="en-US" sz="1200" b="1" kern="1200" baseline="0" dirty="0">
                <a:solidFill>
                  <a:schemeClr val="tx1"/>
                </a:solidFill>
                <a:latin typeface="+mn-lt"/>
                <a:ea typeface="+mn-ea"/>
                <a:cs typeface="+mn-cs"/>
              </a:rPr>
              <a:t>avoid deadlock </a:t>
            </a:r>
            <a:r>
              <a:rPr lang="en-US" sz="1200" b="0" kern="1200" baseline="0" dirty="0">
                <a:solidFill>
                  <a:schemeClr val="tx1"/>
                </a:solidFill>
                <a:latin typeface="+mn-lt"/>
                <a:ea typeface="+mn-ea"/>
                <a:cs typeface="+mn-cs"/>
              </a:rPr>
              <a:t>by making the appropriate </a:t>
            </a:r>
            <a:r>
              <a:rPr lang="en-US" sz="1200" kern="1200" baseline="0" dirty="0">
                <a:solidFill>
                  <a:schemeClr val="tx1"/>
                </a:solidFill>
                <a:latin typeface="+mn-lt"/>
                <a:ea typeface="+mn-ea"/>
                <a:cs typeface="+mn-cs"/>
              </a:rPr>
              <a:t>dynamic choices based on the current state of resource allocation. Third, one can attempt to </a:t>
            </a:r>
            <a:r>
              <a:rPr lang="en-US" sz="1200" b="1" kern="1200" baseline="0" dirty="0">
                <a:solidFill>
                  <a:schemeClr val="tx1"/>
                </a:solidFill>
                <a:latin typeface="+mn-lt"/>
                <a:ea typeface="+mn-ea"/>
                <a:cs typeface="+mn-cs"/>
              </a:rPr>
              <a:t>detect </a:t>
            </a:r>
            <a:r>
              <a:rPr lang="en-US" sz="1200" b="0" kern="1200" baseline="0" dirty="0">
                <a:solidFill>
                  <a:schemeClr val="tx1"/>
                </a:solidFill>
                <a:latin typeface="+mn-lt"/>
                <a:ea typeface="+mn-ea"/>
                <a:cs typeface="+mn-cs"/>
              </a:rPr>
              <a:t>the presence of deadlock (conditions 1 through 4 hold) and </a:t>
            </a:r>
            <a:r>
              <a:rPr lang="en-US" sz="1200" kern="1200" baseline="0" dirty="0">
                <a:solidFill>
                  <a:schemeClr val="tx1"/>
                </a:solidFill>
                <a:latin typeface="+mn-lt"/>
                <a:ea typeface="+mn-ea"/>
                <a:cs typeface="+mn-cs"/>
              </a:rPr>
              <a:t>take action to recover.</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strategy of deadlock prevention is, simply put, to design a system in such a way that the possibility of deadlock is excluded. We can view deadlock prevention methods as falling into two classes. An indirect method of deadlock prevention is to prevent the occurrence of one of the three necessary conditions listed previously (items 1 through 3). A direct method of deadlock prevention is to prevent the occurrence of a circular wait (item 4).</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1" kern="1200" baseline="0" dirty="0">
                <a:solidFill>
                  <a:schemeClr val="tx1"/>
                </a:solidFill>
                <a:latin typeface="+mn-lt"/>
                <a:ea typeface="+mn-ea"/>
                <a:cs typeface="+mn-cs"/>
              </a:rPr>
              <a:t>Mutual Exclusion</a:t>
            </a:r>
          </a:p>
          <a:p>
            <a:r>
              <a:rPr lang="en-US" sz="1200" kern="1200" baseline="0" dirty="0">
                <a:solidFill>
                  <a:schemeClr val="tx1"/>
                </a:solidFill>
                <a:latin typeface="+mn-lt"/>
                <a:ea typeface="+mn-ea"/>
                <a:cs typeface="+mn-cs"/>
              </a:rPr>
              <a:t>In general, the first of the four listed conditions cannot be disallowed. If access to a resource requires mutual exclusion, then mutual exclusion must be supported by the OS. Some resources, such as files, may allow multiple accesses for reads but only exclusive access for writes. Even in this case, deadlock can occur if more than one process requires write permission.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Hold and Wait</a:t>
            </a:r>
          </a:p>
          <a:p>
            <a:r>
              <a:rPr lang="en-US" sz="1200" kern="1200" baseline="0" dirty="0">
                <a:solidFill>
                  <a:schemeClr val="tx1"/>
                </a:solidFill>
                <a:latin typeface="+mn-lt"/>
                <a:ea typeface="+mn-ea"/>
                <a:cs typeface="+mn-cs"/>
              </a:rPr>
              <a:t>The hold-and-wait condition can be prevented by requiring that a process request all of its required resources at one time and blocking the process until all requests can be granted simultaneously. This approach is inefficient in two ways. First, a process may be held up for a long time waiting for all of its resource requests to be filled, when in fact it could have proceeded with only some of the resources. Second, resources allocated to a process may remain unused for a considerable period, during which time they are denied to other processes. Another problem is that a process may not know in advance all of the resources that it will require.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also the practical problem created by the use of modular programming or a multithreaded structure for an application. An application would need to be aware of all resources that will be requested at all levels or in all modules to make the simultaneous request.</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1" kern="1200" baseline="0" dirty="0">
                <a:solidFill>
                  <a:schemeClr val="tx1"/>
                </a:solidFill>
                <a:latin typeface="+mn-lt"/>
                <a:ea typeface="+mn-ea"/>
                <a:cs typeface="+mn-cs"/>
              </a:rPr>
              <a:t>No Preemption</a:t>
            </a:r>
          </a:p>
          <a:p>
            <a:r>
              <a:rPr lang="en-US" sz="1200" kern="1200" baseline="0" dirty="0">
                <a:solidFill>
                  <a:schemeClr val="tx1"/>
                </a:solidFill>
                <a:latin typeface="+mn-lt"/>
                <a:ea typeface="+mn-ea"/>
                <a:cs typeface="+mn-cs"/>
              </a:rPr>
              <a:t>This condition can be prevented in several ways. First, if a process holding certain resources is denied a further request, that process must release its original resources and, if necessary, request them again together with the additional resource. Alternatively, if a process requests a resource that is currently held by another process, the OS may preempt the second process and require it to release its resources. This latter scheme would prevent deadlock only if no two processes possessed the same priority.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approach is practical only when applied to resources whose state can be easily saved and restored later, as is the case with a processor.</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Circular Wait</a:t>
            </a:r>
          </a:p>
          <a:p>
            <a:r>
              <a:rPr lang="en-US" sz="1200" kern="1200" baseline="0" dirty="0">
                <a:solidFill>
                  <a:schemeClr val="tx1"/>
                </a:solidFill>
                <a:latin typeface="+mn-lt"/>
                <a:ea typeface="+mn-ea"/>
                <a:cs typeface="+mn-cs"/>
              </a:rPr>
              <a:t>The circular-wait condition can be prevented by defining a linear ordering of resource types. If a process has been allocated resources of type </a:t>
            </a:r>
            <a:r>
              <a:rPr lang="en-US" sz="1200" i="1" kern="1200" baseline="0" dirty="0">
                <a:solidFill>
                  <a:schemeClr val="tx1"/>
                </a:solidFill>
                <a:latin typeface="+mn-lt"/>
                <a:ea typeface="+mn-ea"/>
                <a:cs typeface="+mn-cs"/>
              </a:rPr>
              <a:t>R , then it may </a:t>
            </a:r>
            <a:r>
              <a:rPr lang="en-US" sz="1200" kern="1200" baseline="0" dirty="0">
                <a:solidFill>
                  <a:schemeClr val="tx1"/>
                </a:solidFill>
                <a:latin typeface="+mn-lt"/>
                <a:ea typeface="+mn-ea"/>
                <a:cs typeface="+mn-cs"/>
              </a:rPr>
              <a:t>subsequently request only those resources of types following </a:t>
            </a:r>
            <a:r>
              <a:rPr lang="en-US" sz="1200" i="1" kern="1200" baseline="0" dirty="0">
                <a:solidFill>
                  <a:schemeClr val="tx1"/>
                </a:solidFill>
                <a:latin typeface="+mn-lt"/>
                <a:ea typeface="+mn-ea"/>
                <a:cs typeface="+mn-cs"/>
              </a:rPr>
              <a:t>R in the ordering. </a:t>
            </a:r>
            <a:r>
              <a:rPr lang="en-US" sz="1200" kern="1200" baseline="0" dirty="0">
                <a:solidFill>
                  <a:schemeClr val="tx1"/>
                </a:solidFill>
                <a:latin typeface="+mn-lt"/>
                <a:ea typeface="+mn-ea"/>
                <a:cs typeface="+mn-cs"/>
              </a:rPr>
              <a:t>To see that this strategy works, let us associate an index with each resource type. Then resource </a:t>
            </a:r>
            <a:r>
              <a:rPr lang="en-US" sz="1200" i="1" kern="1200" baseline="0" dirty="0">
                <a:solidFill>
                  <a:schemeClr val="tx1"/>
                </a:solidFill>
                <a:latin typeface="+mn-lt"/>
                <a:ea typeface="+mn-ea"/>
                <a:cs typeface="+mn-cs"/>
              </a:rPr>
              <a:t>R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precedes R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in the ordering if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&lt;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 Now suppose that two </a:t>
            </a:r>
            <a:r>
              <a:rPr lang="en-US" sz="1200" kern="1200" baseline="0" dirty="0">
                <a:solidFill>
                  <a:schemeClr val="tx1"/>
                </a:solidFill>
                <a:latin typeface="+mn-lt"/>
                <a:ea typeface="+mn-ea"/>
                <a:cs typeface="+mn-cs"/>
              </a:rPr>
              <a:t>processes, A and B, are deadlocked because A has acquired </a:t>
            </a:r>
            <a:r>
              <a:rPr lang="en-US" sz="1200" i="1" kern="1200" baseline="0" dirty="0">
                <a:solidFill>
                  <a:schemeClr val="tx1"/>
                </a:solidFill>
                <a:latin typeface="+mn-lt"/>
                <a:ea typeface="+mn-ea"/>
                <a:cs typeface="+mn-cs"/>
              </a:rPr>
              <a:t>R </a:t>
            </a:r>
            <a:r>
              <a:rPr lang="en-US" sz="1200" i="1" kern="1200" baseline="-25000" dirty="0" err="1">
                <a:solidFill>
                  <a:schemeClr val="tx1"/>
                </a:solidFill>
                <a:latin typeface="+mn-lt"/>
                <a:ea typeface="+mn-ea"/>
                <a:cs typeface="+mn-cs"/>
              </a:rPr>
              <a:t>i</a:t>
            </a:r>
            <a:r>
              <a:rPr lang="en-US" sz="1200" i="1" kern="1200" baseline="0" dirty="0">
                <a:solidFill>
                  <a:schemeClr val="tx1"/>
                </a:solidFill>
                <a:latin typeface="+mn-lt"/>
                <a:ea typeface="+mn-ea"/>
                <a:cs typeface="+mn-cs"/>
              </a:rPr>
              <a:t> and requested R </a:t>
            </a:r>
            <a:r>
              <a:rPr lang="en-US" sz="1200" i="1" kern="1200" baseline="-25000" dirty="0" err="1">
                <a:solidFill>
                  <a:schemeClr val="tx1"/>
                </a:solidFill>
                <a:latin typeface="+mn-lt"/>
                <a:ea typeface="+mn-ea"/>
                <a:cs typeface="+mn-cs"/>
              </a:rPr>
              <a:t>j</a:t>
            </a:r>
            <a:r>
              <a:rPr lang="en-US" sz="1200" i="1" kern="1200" baseline="-25000" dirty="0">
                <a:solidFill>
                  <a:schemeClr val="tx1"/>
                </a:solidFill>
                <a:latin typeface="+mn-lt"/>
                <a:ea typeface="+mn-ea"/>
                <a:cs typeface="+mn-cs"/>
              </a:rPr>
              <a:t> </a:t>
            </a:r>
            <a:r>
              <a:rPr lang="en-US" sz="1200" i="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and B has acquired </a:t>
            </a:r>
            <a:r>
              <a:rPr lang="en-US" sz="1200" i="1" kern="1200" baseline="0" dirty="0">
                <a:solidFill>
                  <a:schemeClr val="tx1"/>
                </a:solidFill>
                <a:latin typeface="+mn-lt"/>
                <a:ea typeface="+mn-ea"/>
                <a:cs typeface="+mn-cs"/>
              </a:rPr>
              <a:t>R </a:t>
            </a:r>
            <a:r>
              <a:rPr lang="en-US" sz="1200" i="1" kern="1200" baseline="-25000" dirty="0" err="1">
                <a:solidFill>
                  <a:schemeClr val="tx1"/>
                </a:solidFill>
                <a:latin typeface="+mn-lt"/>
                <a:ea typeface="+mn-ea"/>
                <a:cs typeface="+mn-cs"/>
              </a:rPr>
              <a:t>j</a:t>
            </a:r>
            <a:r>
              <a:rPr lang="en-US" sz="1200" i="1" kern="1200" baseline="0" dirty="0">
                <a:solidFill>
                  <a:schemeClr val="tx1"/>
                </a:solidFill>
                <a:latin typeface="+mn-lt"/>
                <a:ea typeface="+mn-ea"/>
                <a:cs typeface="+mn-cs"/>
              </a:rPr>
              <a:t> and requested R</a:t>
            </a:r>
            <a:r>
              <a:rPr lang="en-US" sz="1200" i="1" kern="1200" baseline="-25000" dirty="0">
                <a:solidFill>
                  <a:schemeClr val="tx1"/>
                </a:solidFill>
                <a:latin typeface="+mn-lt"/>
                <a:ea typeface="+mn-ea"/>
                <a:cs typeface="+mn-cs"/>
              </a:rPr>
              <a:t> </a:t>
            </a:r>
            <a:r>
              <a:rPr lang="en-US" sz="1200" i="1" kern="1200" baseline="-25000" dirty="0" err="1">
                <a:solidFill>
                  <a:schemeClr val="tx1"/>
                </a:solidFill>
                <a:latin typeface="+mn-lt"/>
                <a:ea typeface="+mn-ea"/>
                <a:cs typeface="+mn-cs"/>
              </a:rPr>
              <a:t>i</a:t>
            </a:r>
            <a:r>
              <a:rPr lang="en-US" sz="1200" i="1" kern="1200" baseline="-25000" dirty="0">
                <a:solidFill>
                  <a:schemeClr val="tx1"/>
                </a:solidFill>
                <a:latin typeface="+mn-lt"/>
                <a:ea typeface="+mn-ea"/>
                <a:cs typeface="+mn-cs"/>
              </a:rPr>
              <a:t> </a:t>
            </a:r>
            <a:r>
              <a:rPr lang="en-US" sz="1200" i="1" kern="1200" baseline="0" dirty="0">
                <a:solidFill>
                  <a:schemeClr val="tx1"/>
                </a:solidFill>
                <a:latin typeface="+mn-lt"/>
                <a:ea typeface="+mn-ea"/>
                <a:cs typeface="+mn-cs"/>
              </a:rPr>
              <a:t>. This condition is impossible because it </a:t>
            </a:r>
            <a:r>
              <a:rPr lang="en-US" sz="1200" kern="1200" baseline="0" dirty="0">
                <a:solidFill>
                  <a:schemeClr val="tx1"/>
                </a:solidFill>
                <a:latin typeface="+mn-lt"/>
                <a:ea typeface="+mn-ea"/>
                <a:cs typeface="+mn-cs"/>
              </a:rPr>
              <a:t>implies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&lt;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and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&lt;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with hold-and-wait prevention, circular-wait prevention may be inefficient, slowing down processes and denying resource access unnecessarily.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 approach to solving the deadlock problem that differs subtly from deadlock prevention is deadlock avoidance.  In </a:t>
            </a:r>
            <a:r>
              <a:rPr lang="en-US" sz="1200" b="1" kern="1200" baseline="0" dirty="0">
                <a:solidFill>
                  <a:schemeClr val="tx1"/>
                </a:solidFill>
                <a:latin typeface="+mn-lt"/>
                <a:ea typeface="+mn-ea"/>
                <a:cs typeface="+mn-cs"/>
              </a:rPr>
              <a:t>deadlock prevention , </a:t>
            </a:r>
            <a:r>
              <a:rPr lang="en-US" sz="1200" b="0" kern="1200" baseline="0" dirty="0">
                <a:solidFill>
                  <a:schemeClr val="tx1"/>
                </a:solidFill>
                <a:latin typeface="+mn-lt"/>
                <a:ea typeface="+mn-ea"/>
                <a:cs typeface="+mn-cs"/>
              </a:rPr>
              <a:t>we constrain resource </a:t>
            </a:r>
            <a:r>
              <a:rPr lang="en-US" sz="1200" kern="1200" baseline="0" dirty="0">
                <a:solidFill>
                  <a:schemeClr val="tx1"/>
                </a:solidFill>
                <a:latin typeface="+mn-lt"/>
                <a:ea typeface="+mn-ea"/>
                <a:cs typeface="+mn-cs"/>
              </a:rPr>
              <a:t>requests to prevent at least one of the four conditions of deadlock. This is either done indirectly, by preventing one of the three necessary policy conditions (mutual exclusion, hold and wait, no preemption), or directly, by preventing circular wait. This leads to inefficient use of resources and inefficient execution of processes. </a:t>
            </a:r>
            <a:r>
              <a:rPr lang="en-US" sz="1200" b="1" kern="1200" baseline="0" dirty="0">
                <a:solidFill>
                  <a:schemeClr val="tx1"/>
                </a:solidFill>
                <a:latin typeface="+mn-lt"/>
                <a:ea typeface="+mn-ea"/>
                <a:cs typeface="+mn-cs"/>
              </a:rPr>
              <a:t>Deadlock avoidance , </a:t>
            </a:r>
            <a:r>
              <a:rPr lang="en-US" sz="1200" b="0" kern="1200" baseline="0" dirty="0">
                <a:solidFill>
                  <a:schemeClr val="tx1"/>
                </a:solidFill>
                <a:latin typeface="+mn-lt"/>
                <a:ea typeface="+mn-ea"/>
                <a:cs typeface="+mn-cs"/>
              </a:rPr>
              <a:t>on the other hand, allows the three necessary</a:t>
            </a:r>
            <a:r>
              <a:rPr lang="en-US" sz="1200" b="1"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conditions but </a:t>
            </a:r>
            <a:r>
              <a:rPr lang="en-US" sz="1200" kern="1200" baseline="0" dirty="0">
                <a:solidFill>
                  <a:schemeClr val="tx1"/>
                </a:solidFill>
                <a:latin typeface="+mn-lt"/>
                <a:ea typeface="+mn-ea"/>
                <a:cs typeface="+mn-cs"/>
              </a:rPr>
              <a:t>makes judicious choices to assure that the deadlock point is never reached. As such, avoidance allows more concurrency than prevention. With deadlock avoidance, a decision is made dynamically whether the current resource allocation request will, if granted, potentially lead to a deadlock. Deadlock avoidance thus requires knowledge</a:t>
            </a:r>
          </a:p>
          <a:p>
            <a:r>
              <a:rPr lang="en-US" sz="1200" kern="1200" baseline="0" dirty="0">
                <a:solidFill>
                  <a:schemeClr val="tx1"/>
                </a:solidFill>
                <a:latin typeface="+mn-lt"/>
                <a:ea typeface="+mn-ea"/>
                <a:cs typeface="+mn-cs"/>
              </a:rPr>
              <a:t>of future process resource requests. </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this section, we describe two approaches to deadlock avoidance:</a:t>
            </a:r>
          </a:p>
          <a:p>
            <a:r>
              <a:rPr lang="en-US" sz="1200" kern="1200" baseline="0" dirty="0">
                <a:solidFill>
                  <a:schemeClr val="tx1"/>
                </a:solidFill>
                <a:latin typeface="+mn-lt"/>
                <a:ea typeface="+mn-ea"/>
                <a:cs typeface="+mn-cs"/>
              </a:rPr>
              <a:t>• Do not start a process if its demands might lead to deadlock.</a:t>
            </a:r>
          </a:p>
          <a:p>
            <a:r>
              <a:rPr lang="en-US" sz="1200" kern="1200" baseline="0" dirty="0">
                <a:solidFill>
                  <a:schemeClr val="tx1"/>
                </a:solidFill>
                <a:latin typeface="+mn-lt"/>
                <a:ea typeface="+mn-ea"/>
                <a:cs typeface="+mn-cs"/>
              </a:rPr>
              <a:t>• Do not grant an incremental resource request to a process if this allocation might lead to deadlock.</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sz="1200" kern="1200" baseline="0" dirty="0">
                <a:solidFill>
                  <a:schemeClr val="tx1"/>
                </a:solidFill>
                <a:latin typeface="+mn-lt"/>
                <a:ea typeface="+mn-ea"/>
                <a:cs typeface="+mn-cs"/>
              </a:rPr>
              <a:t>Deadlock avoidance has the advantage that it is not necessary to preempt and</a:t>
            </a:r>
          </a:p>
          <a:p>
            <a:r>
              <a:rPr lang="en-NZ" sz="1200" kern="1200" baseline="0" dirty="0">
                <a:solidFill>
                  <a:schemeClr val="tx1"/>
                </a:solidFill>
                <a:latin typeface="+mn-lt"/>
                <a:ea typeface="+mn-ea"/>
                <a:cs typeface="+mn-cs"/>
              </a:rPr>
              <a:t>rollback processes, as in deadlock detection, and is less restrictive than deadlock</a:t>
            </a:r>
          </a:p>
          <a:p>
            <a:r>
              <a:rPr lang="en-NZ" sz="1200" kern="1200" baseline="0" dirty="0">
                <a:solidFill>
                  <a:schemeClr val="tx1"/>
                </a:solidFill>
                <a:latin typeface="+mn-lt"/>
                <a:ea typeface="+mn-ea"/>
                <a:cs typeface="+mn-cs"/>
              </a:rPr>
              <a:t>prevention.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sz="1200" kern="1200" baseline="0" dirty="0">
                <a:solidFill>
                  <a:schemeClr val="tx1"/>
                </a:solidFill>
                <a:latin typeface="+mn-lt"/>
                <a:ea typeface="+mn-ea"/>
                <a:cs typeface="+mn-cs"/>
              </a:rPr>
              <a:t>However, it does have a number of restrictions on its use:</a:t>
            </a:r>
          </a:p>
          <a:p>
            <a:r>
              <a:rPr lang="en-NZ" sz="1200" kern="1200" baseline="0" dirty="0">
                <a:solidFill>
                  <a:schemeClr val="tx1"/>
                </a:solidFill>
                <a:latin typeface="+mn-lt"/>
                <a:ea typeface="+mn-ea"/>
                <a:cs typeface="+mn-cs"/>
              </a:rPr>
              <a:t>• The maximum resource requirement for each process must be stated in advance.</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 The processes under consideration must be independent; that is, the order in which they execute must be unconstrained by any synchronization requirements.</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 There must be a fixed number of resources to allocate.</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 No process may exit while holding resources.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Deadlock prevention strategies are very conservative; they solve the problem of deadlock by limiting access to resources and by imposing restrictions on processes. At the opposite extreme, deadlock detection strategies do not limit resource access or restrict process actions. With deadlock detection, requested resources are granted to processes whenever possible. Periodically, the OS performs an algorithm that allows it to detect the circular wait condition described earlier in condition (4) and illustrated in Figure 6.6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check for deadlock can be made as frequently as each resource request or, less frequently, depending on how likely it is for a deadlock to occur. Checking at each resource request has two advantages: It leads to early detection, and the algorithm is relatively simple because it is based on incremental changes to the state of the system. On the other hand, such frequent checks consume considerable processor time.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802E2A87-5CAE-7245-BE4E-9578BFAEE0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C8011AA-8A83-574F-9DA1-35924D717C2C}"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96D2B795-EA6B-8542-8DBA-B55C7132D260}"/>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08B05DD6-9237-5F4B-90AF-7228DBF4F4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2F2B877F-0FF8-6E41-9D96-AEF66CCB90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CA599D0-DA22-AE41-943B-A5DBEF8201B1}"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5F18E0C0-E299-3B4E-871E-24DD990B462B}"/>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44F30ACA-1F55-CC4F-8E79-08AFC9332A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2642B74C-44F6-D346-8BC9-6774DA7BD6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BAF0556-8351-5F4B-A69D-589C79487DAA}"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7FCCBE6E-C52D-7D48-B025-4E12DCF626F0}"/>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108ACE4-7377-574B-8FD6-1EB5203D96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1AA9AF12-355A-1441-9DA6-C5E8D0533E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432E06-5BB0-B248-8F9A-DA0A49924684}"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86018" name="Rectangle 2">
            <a:extLst>
              <a:ext uri="{FF2B5EF4-FFF2-40B4-BE49-F238E27FC236}">
                <a16:creationId xmlns:a16="http://schemas.microsoft.com/office/drawing/2014/main" id="{3729B638-33E9-5B45-944E-A18EE448106E}"/>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3D2F778C-601D-4E4C-8731-B1D9F84674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5430AC3F-BAF9-0941-9AB9-4E0C34AD96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EEF6A87-DF5C-F540-AA69-2E928BA56905}"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F052B925-B934-3A47-9612-DAF0CDFF8BF0}"/>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EC41A54F-5629-5142-86A1-792953B60D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174C6692-0662-7541-8721-ED52D2CD1B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7ADC6E-02F1-394A-AA46-FCB0202E1DF7}"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90114" name="Rectangle 2">
            <a:extLst>
              <a:ext uri="{FF2B5EF4-FFF2-40B4-BE49-F238E27FC236}">
                <a16:creationId xmlns:a16="http://schemas.microsoft.com/office/drawing/2014/main" id="{6529A070-AB7D-2946-87C4-15A99B49A5EC}"/>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08759B92-1DFC-404F-9351-B89B7F6C20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75B594DA-662E-1946-AE3F-B394EAA0D2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5D63041-65C2-214F-AE8A-3F9CBA62719A}"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92162" name="Rectangle 2">
            <a:extLst>
              <a:ext uri="{FF2B5EF4-FFF2-40B4-BE49-F238E27FC236}">
                <a16:creationId xmlns:a16="http://schemas.microsoft.com/office/drawing/2014/main" id="{AE8FF710-0B91-6046-BD93-403F1A6BE13E}"/>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F5EDBD02-AF74-FD48-B5CB-0E20EA219D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886412E2-8FEE-454F-9AA7-A21B61A309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0E1921C-7246-4348-B8F7-F964C7B2175F}"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94210" name="Rectangle 2">
            <a:extLst>
              <a:ext uri="{FF2B5EF4-FFF2-40B4-BE49-F238E27FC236}">
                <a16:creationId xmlns:a16="http://schemas.microsoft.com/office/drawing/2014/main" id="{3035CB42-3D7B-ED45-AA4B-47B5C6ECA293}"/>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903BA228-B683-FB44-9E25-A6F9DFEF1D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3BC3D35E-3FEC-4A45-B26A-BB34D8DE14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4232CB7-7E8C-8245-B95B-FF4B531D1F3E}"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96258" name="Rectangle 2">
            <a:extLst>
              <a:ext uri="{FF2B5EF4-FFF2-40B4-BE49-F238E27FC236}">
                <a16:creationId xmlns:a16="http://schemas.microsoft.com/office/drawing/2014/main" id="{FF974CAB-8770-8F47-B911-CE785F736D8E}"/>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2825D33C-8750-284F-8321-E6FFCD628E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0451F502-75A2-3E4C-9884-54FFF4159B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BF91CB-8E46-2843-B98E-7EA237B13B54}"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98306" name="Rectangle 2">
            <a:extLst>
              <a:ext uri="{FF2B5EF4-FFF2-40B4-BE49-F238E27FC236}">
                <a16:creationId xmlns:a16="http://schemas.microsoft.com/office/drawing/2014/main" id="{7CF3E345-42CF-1641-990B-2A9993E6C2F1}"/>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23A0B665-FF31-464E-B946-935017DFF2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BFE01172-B229-6F4D-B67D-F27E171278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5645A3-187A-8345-A09B-B2C9B6F789CC}"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100354" name="Rectangle 2">
            <a:extLst>
              <a:ext uri="{FF2B5EF4-FFF2-40B4-BE49-F238E27FC236}">
                <a16:creationId xmlns:a16="http://schemas.microsoft.com/office/drawing/2014/main" id="{7062DA3D-0787-1041-88C6-B431C88C4FAC}"/>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32A10D6A-316B-A34D-99D4-9BD8375E73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a:extLst>
              <a:ext uri="{FF2B5EF4-FFF2-40B4-BE49-F238E27FC236}">
                <a16:creationId xmlns:a16="http://schemas.microsoft.com/office/drawing/2014/main" id="{BA22FDFF-2892-444D-8716-01662F54BA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F0F481-326D-8E4E-AC7F-2A49A0825836}"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102402" name="Rectangle 2">
            <a:extLst>
              <a:ext uri="{FF2B5EF4-FFF2-40B4-BE49-F238E27FC236}">
                <a16:creationId xmlns:a16="http://schemas.microsoft.com/office/drawing/2014/main" id="{C3FB1A7F-7EEF-5F45-8099-5B32E4B15E5D}"/>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8F5B6F86-30FC-E144-AF53-115EF807ED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a:extLst>
              <a:ext uri="{FF2B5EF4-FFF2-40B4-BE49-F238E27FC236}">
                <a16:creationId xmlns:a16="http://schemas.microsoft.com/office/drawing/2014/main" id="{C013C211-E600-DF46-B1E4-8F251F6B32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44408CF-FEB4-9D46-9D79-141D0080AEBB}"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104450" name="Rectangle 2">
            <a:extLst>
              <a:ext uri="{FF2B5EF4-FFF2-40B4-BE49-F238E27FC236}">
                <a16:creationId xmlns:a16="http://schemas.microsoft.com/office/drawing/2014/main" id="{2E2A63AD-DFBD-414E-AD73-01549E3F04B3}"/>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9CFBBEC7-DE05-0C4A-9C20-CDED5B4B37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2883E6D5-3509-9847-A026-71244B3833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1F448E1-F764-2E4B-BB15-4D91496A9C48}"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106498" name="Rectangle 2">
            <a:extLst>
              <a:ext uri="{FF2B5EF4-FFF2-40B4-BE49-F238E27FC236}">
                <a16:creationId xmlns:a16="http://schemas.microsoft.com/office/drawing/2014/main" id="{2E3097FD-9334-7E49-9562-EF691515420F}"/>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8A048AD9-7CF3-BD47-B6C2-E654F1836D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AE2B1FE1-AE64-6849-9739-9BF2DE8018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3A920D-EAEA-EC40-8F5D-363B85B2F251}"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108546" name="Rectangle 2">
            <a:extLst>
              <a:ext uri="{FF2B5EF4-FFF2-40B4-BE49-F238E27FC236}">
                <a16:creationId xmlns:a16="http://schemas.microsoft.com/office/drawing/2014/main" id="{4748A8EF-0946-B841-9BCD-7025277A55BF}"/>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6616D0AD-8C31-8445-8615-8074485A64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Once deadlock has been detected, some strategy is needed for recovery. The following are possible approaches, listed in order of increasing sophistication: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Abort all deadlocked processes. </a:t>
            </a:r>
            <a:r>
              <a:rPr lang="en-US" sz="1200" b="0" kern="1200" baseline="0" dirty="0">
                <a:solidFill>
                  <a:schemeClr val="tx1"/>
                </a:solidFill>
                <a:latin typeface="+mn-lt"/>
                <a:ea typeface="+mn-ea"/>
                <a:cs typeface="+mn-cs"/>
              </a:rPr>
              <a:t>This is, believe it or not, one of the most </a:t>
            </a:r>
            <a:r>
              <a:rPr lang="en-US" sz="1200" kern="1200" baseline="0" dirty="0">
                <a:solidFill>
                  <a:schemeClr val="tx1"/>
                </a:solidFill>
                <a:latin typeface="+mn-lt"/>
                <a:ea typeface="+mn-ea"/>
                <a:cs typeface="+mn-cs"/>
              </a:rPr>
              <a:t>common, if not the most common, solution adopted in operating systems.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Back up each deadlocked process to some previously defined checkpoint, and restart all processes</a:t>
            </a:r>
            <a:r>
              <a:rPr lang="en-US" sz="1200" kern="1200" baseline="0" dirty="0">
                <a:solidFill>
                  <a:schemeClr val="tx1"/>
                </a:solidFill>
                <a:latin typeface="+mn-lt"/>
                <a:ea typeface="+mn-ea"/>
                <a:cs typeface="+mn-cs"/>
              </a:rPr>
              <a:t>. This requires that rollback and restart mechanisms be built in to the system. The risk in this approach is that the original deadlock may recur. However, the </a:t>
            </a:r>
            <a:r>
              <a:rPr lang="en-US" sz="1200" kern="1200" baseline="0" dirty="0" err="1">
                <a:solidFill>
                  <a:schemeClr val="tx1"/>
                </a:solidFill>
                <a:latin typeface="+mn-lt"/>
                <a:ea typeface="+mn-ea"/>
                <a:cs typeface="+mn-cs"/>
              </a:rPr>
              <a:t>nondeterminancy</a:t>
            </a:r>
            <a:r>
              <a:rPr lang="en-US" sz="1200" kern="1200" baseline="0" dirty="0">
                <a:solidFill>
                  <a:schemeClr val="tx1"/>
                </a:solidFill>
                <a:latin typeface="+mn-lt"/>
                <a:ea typeface="+mn-ea"/>
                <a:cs typeface="+mn-cs"/>
              </a:rPr>
              <a:t> of concurrent processing may ensure that this does not happen.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Successively abort deadlocked processes until deadlock no longer exists. </a:t>
            </a:r>
            <a:r>
              <a:rPr lang="en-US" sz="1200" b="0" kern="1200" baseline="0" dirty="0">
                <a:solidFill>
                  <a:schemeClr val="tx1"/>
                </a:solidFill>
                <a:latin typeface="+mn-lt"/>
                <a:ea typeface="+mn-ea"/>
                <a:cs typeface="+mn-cs"/>
              </a:rPr>
              <a:t>The </a:t>
            </a:r>
            <a:r>
              <a:rPr lang="en-US" sz="1200" kern="1200" baseline="0" dirty="0">
                <a:solidFill>
                  <a:schemeClr val="tx1"/>
                </a:solidFill>
                <a:latin typeface="+mn-lt"/>
                <a:ea typeface="+mn-ea"/>
                <a:cs typeface="+mn-cs"/>
              </a:rPr>
              <a:t>order in which processes are selected for abortion should be on the basis of some criterion of minimum cost. After each abortion, the detection algorithm must be </a:t>
            </a:r>
            <a:r>
              <a:rPr lang="en-US" sz="1200" kern="1200" baseline="0" dirty="0" err="1">
                <a:solidFill>
                  <a:schemeClr val="tx1"/>
                </a:solidFill>
                <a:latin typeface="+mn-lt"/>
                <a:ea typeface="+mn-ea"/>
                <a:cs typeface="+mn-cs"/>
              </a:rPr>
              <a:t>reinvoked</a:t>
            </a:r>
            <a:r>
              <a:rPr lang="en-US" sz="1200" kern="1200" baseline="0" dirty="0">
                <a:solidFill>
                  <a:schemeClr val="tx1"/>
                </a:solidFill>
                <a:latin typeface="+mn-lt"/>
                <a:ea typeface="+mn-ea"/>
                <a:cs typeface="+mn-cs"/>
              </a:rPr>
              <a:t> to see whether deadlock still exists.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4. Successively preempt resources until deadlock no longer exists. </a:t>
            </a:r>
            <a:r>
              <a:rPr lang="en-US" sz="1200" b="0" kern="1200" baseline="0" dirty="0">
                <a:solidFill>
                  <a:schemeClr val="tx1"/>
                </a:solidFill>
                <a:latin typeface="+mn-lt"/>
                <a:ea typeface="+mn-ea"/>
                <a:cs typeface="+mn-cs"/>
              </a:rPr>
              <a:t>As in (3), a </a:t>
            </a:r>
            <a:r>
              <a:rPr lang="en-US" sz="1200" b="0" kern="1200" baseline="0" dirty="0" err="1">
                <a:solidFill>
                  <a:schemeClr val="tx1"/>
                </a:solidFill>
                <a:latin typeface="+mn-lt"/>
                <a:ea typeface="+mn-ea"/>
                <a:cs typeface="+mn-cs"/>
              </a:rPr>
              <a:t>costbased</a:t>
            </a:r>
            <a:r>
              <a:rPr lang="en-US" sz="1200" b="0"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selection should be used, and </a:t>
            </a:r>
            <a:r>
              <a:rPr lang="en-US" sz="1200" kern="1200" baseline="0" dirty="0" err="1">
                <a:solidFill>
                  <a:schemeClr val="tx1"/>
                </a:solidFill>
                <a:latin typeface="+mn-lt"/>
                <a:ea typeface="+mn-ea"/>
                <a:cs typeface="+mn-cs"/>
              </a:rPr>
              <a:t>reinvocation</a:t>
            </a:r>
            <a:r>
              <a:rPr lang="en-US" sz="1200" kern="1200" baseline="0" dirty="0">
                <a:solidFill>
                  <a:schemeClr val="tx1"/>
                </a:solidFill>
                <a:latin typeface="+mn-lt"/>
                <a:ea typeface="+mn-ea"/>
                <a:cs typeface="+mn-cs"/>
              </a:rPr>
              <a:t> of the detection algorithm is required after each preemption. A process that has a resource preempted from it must be rolled back to a point prior to its acquisition of that resource.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(3) and (4), the selection criteria could be one of the following. Choose the process with the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least amount of processor time consumed so far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least amount of output produced so far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most estimated time remaining</a:t>
            </a:r>
          </a:p>
          <a:p>
            <a:pPr>
              <a:buFont typeface="Arial"/>
              <a:buChar char="•"/>
            </a:pPr>
            <a:endParaRPr lang="en-US" sz="1200" kern="1200" baseline="0" dirty="0">
              <a:solidFill>
                <a:schemeClr val="tx1"/>
              </a:solidFill>
              <a:latin typeface="+mn-lt"/>
              <a:ea typeface="+mn-ea"/>
              <a:cs typeface="+mn-cs"/>
            </a:endParaRPr>
          </a:p>
          <a:p>
            <a:pPr>
              <a:buFont typeface="Arial"/>
              <a:buChar char="•"/>
            </a:pPr>
            <a:r>
              <a:rPr lang="en-US" sz="1200" kern="1200" baseline="0" dirty="0">
                <a:solidFill>
                  <a:schemeClr val="tx1"/>
                </a:solidFill>
                <a:latin typeface="+mn-lt"/>
                <a:ea typeface="+mn-ea"/>
                <a:cs typeface="+mn-cs"/>
              </a:rPr>
              <a:t>least total resources allocated so far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lowest priority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Some of these quantities are easier to measure than others. Estimated time remaining is particularly suspect. Also, other than by means of the priority measure, there is no indication of the “cost” to the user, as opposed to the cost to the system as a whole.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Table 6.1 suggests, there are strengths and weaknesses to all of the strategies for dealing with deadlock. Rather than attempting to design an OS facility that employs only one of these strategies, it might be more efficient to use different strategies in different situations.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UNIX provides a variety of mechanisms for </a:t>
            </a:r>
            <a:r>
              <a:rPr lang="en-US" sz="1200" kern="1200" baseline="0" dirty="0" err="1">
                <a:solidFill>
                  <a:schemeClr val="tx1"/>
                </a:solidFill>
                <a:latin typeface="+mn-lt"/>
                <a:ea typeface="+mn-ea"/>
                <a:cs typeface="+mn-cs"/>
              </a:rPr>
              <a:t>interprocessor</a:t>
            </a:r>
            <a:r>
              <a:rPr lang="en-US" sz="1200" kern="1200" baseline="0" dirty="0">
                <a:solidFill>
                  <a:schemeClr val="tx1"/>
                </a:solidFill>
                <a:latin typeface="+mn-lt"/>
                <a:ea typeface="+mn-ea"/>
                <a:cs typeface="+mn-cs"/>
              </a:rPr>
              <a:t> communication and synchronization.</a:t>
            </a:r>
          </a:p>
          <a:p>
            <a:r>
              <a:rPr lang="en-US" sz="1200" kern="1200" baseline="0" dirty="0">
                <a:solidFill>
                  <a:schemeClr val="tx1"/>
                </a:solidFill>
                <a:latin typeface="+mn-lt"/>
                <a:ea typeface="+mn-ea"/>
                <a:cs typeface="+mn-cs"/>
              </a:rPr>
              <a:t>Here, we look at the most important of these:</a:t>
            </a:r>
          </a:p>
          <a:p>
            <a:r>
              <a:rPr lang="en-US" sz="1200" kern="1200" baseline="0" dirty="0">
                <a:solidFill>
                  <a:schemeClr val="tx1"/>
                </a:solidFill>
                <a:latin typeface="+mn-lt"/>
                <a:ea typeface="+mn-ea"/>
                <a:cs typeface="+mn-cs"/>
              </a:rPr>
              <a:t>• Pipes</a:t>
            </a:r>
          </a:p>
          <a:p>
            <a:r>
              <a:rPr lang="en-US" sz="1200" kern="1200" baseline="0" dirty="0">
                <a:solidFill>
                  <a:schemeClr val="tx1"/>
                </a:solidFill>
                <a:latin typeface="+mn-lt"/>
                <a:ea typeface="+mn-ea"/>
                <a:cs typeface="+mn-cs"/>
              </a:rPr>
              <a:t>• Messages</a:t>
            </a:r>
          </a:p>
          <a:p>
            <a:r>
              <a:rPr lang="en-US" sz="1200" kern="1200" baseline="0" dirty="0">
                <a:solidFill>
                  <a:schemeClr val="tx1"/>
                </a:solidFill>
                <a:latin typeface="+mn-lt"/>
                <a:ea typeface="+mn-ea"/>
                <a:cs typeface="+mn-cs"/>
              </a:rPr>
              <a:t>• Shared memory</a:t>
            </a:r>
          </a:p>
          <a:p>
            <a:r>
              <a:rPr lang="en-US" sz="1200" kern="1200" baseline="0" dirty="0">
                <a:solidFill>
                  <a:schemeClr val="tx1"/>
                </a:solidFill>
                <a:latin typeface="+mn-lt"/>
                <a:ea typeface="+mn-ea"/>
                <a:cs typeface="+mn-cs"/>
              </a:rPr>
              <a:t>• Semaphores</a:t>
            </a:r>
          </a:p>
          <a:p>
            <a:r>
              <a:rPr lang="en-US" sz="1200" kern="1200" baseline="0" dirty="0">
                <a:solidFill>
                  <a:schemeClr val="tx1"/>
                </a:solidFill>
                <a:latin typeface="+mn-lt"/>
                <a:ea typeface="+mn-ea"/>
                <a:cs typeface="+mn-cs"/>
              </a:rPr>
              <a:t>• Signals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Pipes, messages, and shared memory can be used to communicate data between</a:t>
            </a:r>
          </a:p>
          <a:p>
            <a:r>
              <a:rPr lang="en-US" sz="1200" kern="1200" baseline="0" dirty="0">
                <a:solidFill>
                  <a:schemeClr val="tx1"/>
                </a:solidFill>
                <a:latin typeface="+mn-lt"/>
                <a:ea typeface="+mn-ea"/>
                <a:cs typeface="+mn-cs"/>
              </a:rPr>
              <a:t>processes, whereas semaphores and signals are used to trigger actions by other</a:t>
            </a:r>
          </a:p>
          <a:p>
            <a:r>
              <a:rPr lang="en-US" sz="1200" kern="1200" baseline="0" dirty="0">
                <a:solidFill>
                  <a:schemeClr val="tx1"/>
                </a:solidFill>
                <a:latin typeface="+mn-lt"/>
                <a:ea typeface="+mn-ea"/>
                <a:cs typeface="+mn-cs"/>
              </a:rPr>
              <a:t>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One of the most significant contributions of UNIX to the development of operating systems is the pipe. Inspired by the concept of </a:t>
            </a:r>
            <a:r>
              <a:rPr lang="en-US" sz="1200" kern="1200" baseline="0" dirty="0" err="1">
                <a:solidFill>
                  <a:schemeClr val="tx1"/>
                </a:solidFill>
                <a:latin typeface="+mn-lt"/>
                <a:ea typeface="+mn-ea"/>
                <a:cs typeface="+mn-cs"/>
              </a:rPr>
              <a:t>coroutines</a:t>
            </a:r>
            <a:r>
              <a:rPr lang="en-US" sz="1200" kern="1200" baseline="0" dirty="0">
                <a:solidFill>
                  <a:schemeClr val="tx1"/>
                </a:solidFill>
                <a:latin typeface="+mn-lt"/>
                <a:ea typeface="+mn-ea"/>
                <a:cs typeface="+mn-cs"/>
              </a:rPr>
              <a:t> [RITC84], a pipe is a circular buffer allowing two processes to communicate on the producer–consumer model. Thus, it is a first-in-first-out queue, written by one process and read by another.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a pipe is created, it is given a fixed size in bytes. When a process attempts to write into the pipe, the write request is immediately executed if there is sufficient room; otherwise the process is blocked. Similarly, a reading process is blocked if it attempts to read more bytes than are currently in the pipe; otherwise the read request is immediately executed. The OS enforces mutual exclusion: that is, only one process can access a pipe at a time.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are two types of pipes: named and unnamed. Only related processes can share unnamed pipes, while either related or unrelated processes can share named pipes.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message is a block of bytes with an accompanying type. UNIX provides </a:t>
            </a:r>
            <a:r>
              <a:rPr lang="en-US" sz="1200" kern="1200" baseline="0" dirty="0" err="1">
                <a:solidFill>
                  <a:schemeClr val="tx1"/>
                </a:solidFill>
                <a:latin typeface="+mn-lt"/>
                <a:ea typeface="+mn-ea"/>
                <a:cs typeface="+mn-cs"/>
              </a:rPr>
              <a:t>msgsnd</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msgrcv</a:t>
            </a:r>
            <a:r>
              <a:rPr lang="en-US" sz="1200" kern="1200" baseline="0" dirty="0">
                <a:solidFill>
                  <a:schemeClr val="tx1"/>
                </a:solidFill>
                <a:latin typeface="+mn-lt"/>
                <a:ea typeface="+mn-ea"/>
                <a:cs typeface="+mn-cs"/>
              </a:rPr>
              <a:t> system calls for processes to engage in message passing. Associated with each process is a message queue, which functions like a mailbox.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message sender specifies the type of message with each message sent, and this can be used as a selection criterion by the receiver. The receiver can either retrieve messages in first-in-first-out order or by type. A process will block when trying to send a message to a full queue. A process will also block when trying to read from an empty queue. If a process attempts to read a message of a certain type and fails because no message of that type is present, the process is not blocked.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fastest form of </a:t>
            </a:r>
            <a:r>
              <a:rPr lang="en-US" sz="1200" kern="1200" baseline="0" dirty="0" err="1">
                <a:solidFill>
                  <a:schemeClr val="tx1"/>
                </a:solidFill>
                <a:latin typeface="+mn-lt"/>
                <a:ea typeface="+mn-ea"/>
                <a:cs typeface="+mn-cs"/>
              </a:rPr>
              <a:t>interprocess</a:t>
            </a:r>
            <a:r>
              <a:rPr lang="en-US" sz="1200" kern="1200" baseline="0" dirty="0">
                <a:solidFill>
                  <a:schemeClr val="tx1"/>
                </a:solidFill>
                <a:latin typeface="+mn-lt"/>
                <a:ea typeface="+mn-ea"/>
                <a:cs typeface="+mn-cs"/>
              </a:rPr>
              <a:t> communication provided in UNIX is shared memory. This is a common block of virtual memory shared by multiple processes. Processes read and write shared memory using the same machine instructions they use to read and write other portions of their virtual memory space. Permission is read-only or read-write for a process, determined on a per-process basis. Mutual exclusion constraints are not part of the shared-memory facility but must be provided by the processes using the shared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The semaphore system calls in UNIX System V are a generalization of the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primitives defined in Chapter 5 ; several operations can be performed simultaneously and the increment and decrement operations can be values greater than 1. The kernel does all of the requested operations atomically; no other process may access the semaphore until all operations have completed.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semaphore consists of the following elements:</a:t>
            </a:r>
          </a:p>
          <a:p>
            <a:r>
              <a:rPr lang="en-US" sz="1200" kern="1200" baseline="0" dirty="0">
                <a:solidFill>
                  <a:schemeClr val="tx1"/>
                </a:solidFill>
                <a:latin typeface="+mn-lt"/>
                <a:ea typeface="+mn-ea"/>
                <a:cs typeface="+mn-cs"/>
              </a:rPr>
              <a:t>• Current value of the semaphore</a:t>
            </a:r>
          </a:p>
          <a:p>
            <a:r>
              <a:rPr lang="en-US" sz="1200" kern="1200" baseline="0" dirty="0">
                <a:solidFill>
                  <a:schemeClr val="tx1"/>
                </a:solidFill>
                <a:latin typeface="+mn-lt"/>
                <a:ea typeface="+mn-ea"/>
                <a:cs typeface="+mn-cs"/>
              </a:rPr>
              <a:t>• Process ID of the last process to operate on the semaphore</a:t>
            </a:r>
          </a:p>
          <a:p>
            <a:r>
              <a:rPr lang="en-US" sz="1200" kern="1200" baseline="0" dirty="0">
                <a:solidFill>
                  <a:schemeClr val="tx1"/>
                </a:solidFill>
                <a:latin typeface="+mn-lt"/>
                <a:ea typeface="+mn-ea"/>
                <a:cs typeface="+mn-cs"/>
              </a:rPr>
              <a:t>• Number of processes waiting for the semaphore value to be greater than its current value</a:t>
            </a:r>
          </a:p>
          <a:p>
            <a:r>
              <a:rPr lang="en-US" sz="1200" kern="1200" baseline="0" dirty="0">
                <a:solidFill>
                  <a:schemeClr val="tx1"/>
                </a:solidFill>
                <a:latin typeface="+mn-lt"/>
                <a:ea typeface="+mn-ea"/>
                <a:cs typeface="+mn-cs"/>
              </a:rPr>
              <a:t>• Number of processes waiting for the semaphore value to be zero</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Associated with the semaphore are queues of processes blocked on that semaphore.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Semaphores are actually created in sets, with a semaphore set consisting of one or more semaphores. There is a </a:t>
            </a:r>
            <a:r>
              <a:rPr lang="en-US" sz="1200" kern="1200" baseline="0" dirty="0" err="1">
                <a:solidFill>
                  <a:schemeClr val="tx1"/>
                </a:solidFill>
                <a:latin typeface="+mn-lt"/>
                <a:ea typeface="+mn-ea"/>
                <a:cs typeface="+mn-cs"/>
              </a:rPr>
              <a:t>semctl</a:t>
            </a:r>
            <a:r>
              <a:rPr lang="en-US" sz="1200" kern="1200" baseline="0" dirty="0">
                <a:solidFill>
                  <a:schemeClr val="tx1"/>
                </a:solidFill>
                <a:latin typeface="+mn-lt"/>
                <a:ea typeface="+mn-ea"/>
                <a:cs typeface="+mn-cs"/>
              </a:rPr>
              <a:t> system call that allows all of the semaphore values in the set to be set at the same time. In addition, there is a </a:t>
            </a:r>
            <a:r>
              <a:rPr lang="en-US" sz="1200" kern="1200" baseline="0" dirty="0" err="1">
                <a:solidFill>
                  <a:schemeClr val="tx1"/>
                </a:solidFill>
                <a:latin typeface="+mn-lt"/>
                <a:ea typeface="+mn-ea"/>
                <a:cs typeface="+mn-cs"/>
              </a:rPr>
              <a:t>sem_op</a:t>
            </a:r>
            <a:r>
              <a:rPr lang="en-US" sz="1200" kern="1200" baseline="0" dirty="0">
                <a:solidFill>
                  <a:schemeClr val="tx1"/>
                </a:solidFill>
                <a:latin typeface="+mn-lt"/>
                <a:ea typeface="+mn-ea"/>
                <a:cs typeface="+mn-cs"/>
              </a:rPr>
              <a:t> system call that takes as an argument a list of semaphore operations, each defined on one of the semaphores in a set. When this call is made, the kernel performs the indicated operations one at a time. For each operation, the actual function is specified by the value </a:t>
            </a:r>
            <a:r>
              <a:rPr lang="en-US" sz="1200" kern="1200" baseline="0" dirty="0" err="1">
                <a:solidFill>
                  <a:schemeClr val="tx1"/>
                </a:solidFill>
                <a:latin typeface="+mn-lt"/>
                <a:ea typeface="+mn-ea"/>
                <a:cs typeface="+mn-cs"/>
              </a:rPr>
              <a:t>sem_op</a:t>
            </a:r>
            <a:r>
              <a:rPr lang="en-US" sz="1200" kern="1200" baseline="0" dirty="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signal is a software mechanism that informs a process of the occurrence of asynchronous events. A signal is similar to a hardware interrupt but does not employ priorities. That is, all signals are treated equally; signals that occur at the same time are presented to a process one at a time, with no particular ordering.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Processes may send each other signals, or the kernel may send signals internally. A signal is delivered by updating a field in the process table for the process to which the signal is being sent. Because each signal is maintained as a single bit, signals of a given type cannot be queued. A signal is processed just after a process wakes up to run or whenever the process is preparing to return from a system call. A process may respond to a signal by performing some default action (e.g., termination), executing a signal-handler function, or ignoring the signal.</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6.2 lists signals defined for UNIX SVR4.</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Chapter 6 summary.</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3/26/24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3/26/24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3/26/24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3/26/24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3/26/24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3/26/24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3/26/24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3/26/24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3/26/24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3/26/24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3/26/24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3/26/24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3/26/24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EF5D2D3F-B0F1-446B-B7CC-19B90EB0017B}" type="datetimeFigureOut">
              <a:rPr lang="en-US" smtClean="0"/>
              <a:pPr>
                <a:defRPr/>
              </a:pPr>
              <a:t>3/26/24</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Tree>
    <p:extLst>
      <p:ext uri="{BB962C8B-B14F-4D97-AF65-F5344CB8AC3E}">
        <p14:creationId xmlns:p14="http://schemas.microsoft.com/office/powerpoint/2010/main" val="39265073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120D744-A176-4DCB-9147-2AE7B7E87481}" type="datetimeFigureOut">
              <a:rPr lang="en-US" smtClean="0"/>
              <a:pPr/>
              <a:t>3/26/24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FF1679-83E0-4571-98D7-4BB535B5F505}" type="slidenum">
              <a:rPr lang="en-US" smtClean="0"/>
              <a:pPr/>
              <a:t>‹#›</a:t>
            </a:fld>
            <a:endParaRPr lang="en-US"/>
          </a:p>
        </p:txBody>
      </p:sp>
      <p:pic>
        <p:nvPicPr>
          <p:cNvPr id="10" name="Picture 9" descr="top.gif"/>
          <p:cNvPicPr>
            <a:picLocks noChangeAspect="1"/>
          </p:cNvPicPr>
          <p:nvPr/>
        </p:nvPicPr>
        <p:blipFill>
          <a:blip r:embed="rId2" cstate="print"/>
          <a:srcRect/>
          <a:stretch>
            <a:fillRect/>
          </a:stretch>
        </p:blipFill>
        <p:spPr bwMode="auto">
          <a:xfrm rot="18850181">
            <a:off x="-155575" y="330200"/>
            <a:ext cx="2000250" cy="1047750"/>
          </a:xfrm>
          <a:prstGeom prst="rect">
            <a:avLst/>
          </a:prstGeom>
          <a:noFill/>
          <a:ln w="9525">
            <a:noFill/>
            <a:miter lim="800000"/>
            <a:headEnd/>
            <a:tailEnd/>
          </a:ln>
        </p:spPr>
      </p:pic>
      <p:pic>
        <p:nvPicPr>
          <p:cNvPr id="8" name="Picture 7" descr="green.gif">
            <a:extLst>
              <a:ext uri="{FF2B5EF4-FFF2-40B4-BE49-F238E27FC236}">
                <a16:creationId xmlns:a16="http://schemas.microsoft.com/office/drawing/2014/main" id="{B73038E9-3AAC-4F31-8752-AB4BEAA3CF50}"/>
              </a:ext>
            </a:extLst>
          </p:cNvPr>
          <p:cNvPicPr>
            <a:picLocks noChangeAspect="1"/>
          </p:cNvPicPr>
          <p:nvPr userDrawn="1"/>
        </p:nvPicPr>
        <p:blipFill>
          <a:blip r:embed="rId3"/>
          <a:srcRect/>
          <a:stretch>
            <a:fillRect/>
          </a:stretch>
        </p:blipFill>
        <p:spPr bwMode="auto">
          <a:xfrm>
            <a:off x="8429625" y="5562600"/>
            <a:ext cx="714375" cy="838200"/>
          </a:xfrm>
          <a:prstGeom prst="rect">
            <a:avLst/>
          </a:prstGeom>
          <a:noFill/>
          <a:ln w="9525">
            <a:noFill/>
            <a:miter lim="800000"/>
            <a:headEnd/>
            <a:tailEnd/>
          </a:ln>
        </p:spPr>
      </p:pic>
      <p:pic>
        <p:nvPicPr>
          <p:cNvPr id="9" name="Picture 8" descr="hand.gif">
            <a:extLst>
              <a:ext uri="{FF2B5EF4-FFF2-40B4-BE49-F238E27FC236}">
                <a16:creationId xmlns:a16="http://schemas.microsoft.com/office/drawing/2014/main" id="{FD1D0D1C-DF32-4CF4-844C-0FEE5CC30419}"/>
              </a:ext>
            </a:extLst>
          </p:cNvPr>
          <p:cNvPicPr>
            <a:picLocks noChangeAspect="1"/>
          </p:cNvPicPr>
          <p:nvPr userDrawn="1"/>
        </p:nvPicPr>
        <p:blipFill>
          <a:blip r:embed="rId4"/>
          <a:srcRect/>
          <a:stretch>
            <a:fillRect/>
          </a:stretch>
        </p:blipFill>
        <p:spPr bwMode="auto">
          <a:xfrm>
            <a:off x="0" y="6115050"/>
            <a:ext cx="1190625" cy="742950"/>
          </a:xfrm>
          <a:prstGeom prst="rect">
            <a:avLst/>
          </a:prstGeom>
          <a:noFill/>
          <a:ln w="9525">
            <a:noFill/>
            <a:miter lim="800000"/>
            <a:headEnd/>
            <a:tailEnd/>
          </a:ln>
        </p:spPr>
      </p:pic>
      <p:sp>
        <p:nvSpPr>
          <p:cNvPr id="11" name="Freeform 8">
            <a:extLst>
              <a:ext uri="{FF2B5EF4-FFF2-40B4-BE49-F238E27FC236}">
                <a16:creationId xmlns:a16="http://schemas.microsoft.com/office/drawing/2014/main" id="{634D9ED4-C3A6-40FA-AAEE-E4B09CDCA93B}"/>
              </a:ext>
            </a:extLst>
          </p:cNvPr>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2" name="Picture 11" descr="top.gif">
            <a:extLst>
              <a:ext uri="{FF2B5EF4-FFF2-40B4-BE49-F238E27FC236}">
                <a16:creationId xmlns:a16="http://schemas.microsoft.com/office/drawing/2014/main" id="{63263D9F-FCDF-4361-90E7-A49E566F5FF4}"/>
              </a:ext>
            </a:extLst>
          </p:cNvPr>
          <p:cNvPicPr>
            <a:picLocks noChangeAspect="1"/>
          </p:cNvPicPr>
          <p:nvPr userDrawn="1"/>
        </p:nvPicPr>
        <p:blipFill>
          <a:blip r:embed="rId2"/>
          <a:srcRect/>
          <a:stretch>
            <a:fillRect/>
          </a:stretch>
        </p:blipFill>
        <p:spPr bwMode="auto">
          <a:xfrm rot="18850181">
            <a:off x="-155575" y="330200"/>
            <a:ext cx="2000250" cy="1047750"/>
          </a:xfrm>
          <a:prstGeom prst="rect">
            <a:avLst/>
          </a:prstGeom>
          <a:noFill/>
          <a:ln w="9525">
            <a:noFill/>
            <a:miter lim="800000"/>
            <a:headEnd/>
            <a:tailEnd/>
          </a:ln>
        </p:spPr>
      </p:pic>
    </p:spTree>
    <p:extLst>
      <p:ext uri="{BB962C8B-B14F-4D97-AF65-F5344CB8AC3E}">
        <p14:creationId xmlns:p14="http://schemas.microsoft.com/office/powerpoint/2010/main" val="7470121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F29AB0-274B-47BE-985F-46164E2F9B8D}" type="datetimeFigureOut">
              <a:rPr lang="en-US" smtClean="0"/>
              <a:pPr>
                <a:defRPr/>
              </a:pPr>
              <a:t>3/26/24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4009355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extLst>
      <p:ext uri="{BB962C8B-B14F-4D97-AF65-F5344CB8AC3E}">
        <p14:creationId xmlns:p14="http://schemas.microsoft.com/office/powerpoint/2010/main" val="37832433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3/26/24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9009035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3829873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4375536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40526325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3/26/24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a:xfrm>
            <a:off x="0" y="6525115"/>
            <a:ext cx="457200" cy="332885"/>
          </a:xfrm>
        </p:spPr>
        <p:txBody>
          <a:bodyPr/>
          <a:lstStyle/>
          <a:p>
            <a:pPr>
              <a:defRPr/>
            </a:pPr>
            <a:fld id="{97012834-41A2-49E3-8762-B14EE3F5CFB1}" type="slidenum">
              <a:rPr lang="en-US" smtClean="0"/>
              <a:pPr>
                <a:defRPr/>
              </a:pPr>
              <a:t>‹#›</a:t>
            </a:fld>
            <a:endParaRPr lang="en-US" dirty="0"/>
          </a:p>
        </p:txBody>
      </p:sp>
    </p:spTree>
    <p:extLst>
      <p:ext uri="{BB962C8B-B14F-4D97-AF65-F5344CB8AC3E}">
        <p14:creationId xmlns:p14="http://schemas.microsoft.com/office/powerpoint/2010/main" val="25687632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3/26/24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extLst>
      <p:ext uri="{BB962C8B-B14F-4D97-AF65-F5344CB8AC3E}">
        <p14:creationId xmlns:p14="http://schemas.microsoft.com/office/powerpoint/2010/main" val="35009352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extLst>
      <p:ext uri="{BB962C8B-B14F-4D97-AF65-F5344CB8AC3E}">
        <p14:creationId xmlns:p14="http://schemas.microsoft.com/office/powerpoint/2010/main" val="24505550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3/26/24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a:t>Click icon to add picture</a:t>
            </a:r>
            <a:endParaRPr dirty="0"/>
          </a:p>
        </p:txBody>
      </p:sp>
    </p:spTree>
    <p:extLst>
      <p:ext uri="{BB962C8B-B14F-4D97-AF65-F5344CB8AC3E}">
        <p14:creationId xmlns:p14="http://schemas.microsoft.com/office/powerpoint/2010/main" val="23109255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3/26/24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extLst>
      <p:ext uri="{BB962C8B-B14F-4D97-AF65-F5344CB8AC3E}">
        <p14:creationId xmlns:p14="http://schemas.microsoft.com/office/powerpoint/2010/main" val="3647327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3/26/24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Tree>
    <p:extLst>
      <p:ext uri="{BB962C8B-B14F-4D97-AF65-F5344CB8AC3E}">
        <p14:creationId xmlns:p14="http://schemas.microsoft.com/office/powerpoint/2010/main" val="3608149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3.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3/26/24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3/26/24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201CF5B1-68BC-4F44-89BE-2F24F67B5729}" type="datetimeFigureOut">
              <a:rPr lang="en-US" smtClean="0"/>
              <a:pPr>
                <a:defRPr/>
              </a:pPr>
              <a:t>3/26/24</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0" y="6492876"/>
            <a:ext cx="457200" cy="365124"/>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69DAB5F-4C32-47E8-A254-E438E2D0D3F6}" type="slidenum">
              <a:rPr lang="en-US" smtClean="0"/>
              <a:pPr>
                <a:defRPr/>
              </a:pPr>
              <a:t>‹#›</a:t>
            </a:fld>
            <a:endParaRPr lang="en-US" dirty="0"/>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29728184"/>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Lst>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32.x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3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3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3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2.xml"/><Relationship Id="rId1" Type="http://schemas.openxmlformats.org/officeDocument/2006/relationships/slideLayout" Target="../slideLayouts/slideLayout31.xml"/><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3.xml"/><Relationship Id="rId1" Type="http://schemas.openxmlformats.org/officeDocument/2006/relationships/slideLayout" Target="../slideLayouts/slideLayout3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4.xml"/><Relationship Id="rId1" Type="http://schemas.openxmlformats.org/officeDocument/2006/relationships/slideLayout" Target="../slideLayouts/slideLayout31.xml"/><Relationship Id="rId4" Type="http://schemas.openxmlformats.org/officeDocument/2006/relationships/image" Target="../media/image17.wmf"/></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5.xml"/><Relationship Id="rId1" Type="http://schemas.openxmlformats.org/officeDocument/2006/relationships/slideLayout" Target="../slideLayouts/slideLayout3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6.xml"/><Relationship Id="rId1" Type="http://schemas.openxmlformats.org/officeDocument/2006/relationships/slideLayout" Target="../slideLayouts/slideLayout3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7.xml"/><Relationship Id="rId1" Type="http://schemas.openxmlformats.org/officeDocument/2006/relationships/slideLayout" Target="../slideLayouts/slideLayout3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4.xml"/><Relationship Id="rId1" Type="http://schemas.openxmlformats.org/officeDocument/2006/relationships/slideLayout" Target="../slideLayouts/slideLayout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5.xml"/><Relationship Id="rId1" Type="http://schemas.openxmlformats.org/officeDocument/2006/relationships/slideLayout" Target="../slideLayouts/slideLayout3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6.xml"/><Relationship Id="rId1" Type="http://schemas.openxmlformats.org/officeDocument/2006/relationships/slideLayout" Target="../slideLayouts/slideLayout3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9.xml"/><Relationship Id="rId1" Type="http://schemas.openxmlformats.org/officeDocument/2006/relationships/slideLayout" Target="../slideLayouts/slideLayout3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51.xml"/><Relationship Id="rId1" Type="http://schemas.openxmlformats.org/officeDocument/2006/relationships/slideLayout" Target="../slideLayouts/slideLayout3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r>
              <a:rPr lang="en-US" dirty="0"/>
              <a:t>Chapter 6</a:t>
            </a:r>
            <a:br>
              <a:rPr lang="en-US" dirty="0"/>
            </a:br>
            <a:r>
              <a:rPr lang="en-US" dirty="0"/>
              <a:t>Concurrency: Deadlock and Starvation</a:t>
            </a:r>
          </a:p>
        </p:txBody>
      </p:sp>
      <p:sp>
        <p:nvSpPr>
          <p:cNvPr id="3" name="Subtitle 2"/>
          <p:cNvSpPr>
            <a:spLocks noGrp="1"/>
          </p:cNvSpPr>
          <p:nvPr>
            <p:ph type="body" idx="1"/>
          </p:nvPr>
        </p:nvSpPr>
        <p:spPr>
          <a:xfrm>
            <a:off x="381000" y="1371600"/>
            <a:ext cx="2057400" cy="3173104"/>
          </a:xfrm>
        </p:spPr>
        <p:txBody>
          <a:bodyPr rtlCol="0">
            <a:normAutofit/>
          </a:bodyPr>
          <a:lstStyle/>
          <a:p>
            <a:pPr lvl="0">
              <a:defRPr/>
            </a:pPr>
            <a:r>
              <a:rPr lang="en-US" sz="3200" i="1" dirty="0">
                <a:solidFill>
                  <a:schemeClr val="bg2">
                    <a:lumMod val="25000"/>
                  </a:schemeClr>
                </a:solidFill>
              </a:rPr>
              <a:t>Operating Systems:</a:t>
            </a:r>
            <a:br>
              <a:rPr lang="en-US" sz="3200" i="1" dirty="0">
                <a:solidFill>
                  <a:schemeClr val="bg2">
                    <a:lumMod val="25000"/>
                  </a:schemeClr>
                </a:solidFill>
              </a:rPr>
            </a:br>
            <a:r>
              <a:rPr lang="en-US" sz="3200" i="1" dirty="0">
                <a:solidFill>
                  <a:schemeClr val="bg2">
                    <a:lumMod val="25000"/>
                  </a:schemeClr>
                </a:solidFill>
              </a:rPr>
              <a:t>Internals and Design Principles</a:t>
            </a:r>
          </a:p>
          <a:p>
            <a:pPr eaLnBrk="1" fontAlgn="auto" hangingPunct="1">
              <a:spcAft>
                <a:spcPts val="0"/>
              </a:spcAft>
              <a:buFont typeface="Arial" pitchFamily="34" charset="0"/>
              <a:buNone/>
              <a:defRPr/>
            </a:pPr>
            <a:endParaRPr lang="en-US" i="1" dirty="0"/>
          </a:p>
        </p:txBody>
      </p:sp>
      <p:sp>
        <p:nvSpPr>
          <p:cNvPr id="4" name="Footer Placeholder 3"/>
          <p:cNvSpPr>
            <a:spLocks noGrp="1"/>
          </p:cNvSpPr>
          <p:nvPr>
            <p:ph type="ftr" sz="quarter" idx="11"/>
          </p:nvPr>
        </p:nvSpPr>
        <p:spPr>
          <a:xfrm>
            <a:off x="5410200" y="4953000"/>
            <a:ext cx="3048000" cy="1066800"/>
          </a:xfrm>
        </p:spPr>
        <p:txBody>
          <a:bodyPr/>
          <a:lstStyle/>
          <a:p>
            <a:pPr algn="r"/>
            <a:r>
              <a:rPr lang="en-US" sz="1800" b="0" dirty="0">
                <a:solidFill>
                  <a:schemeClr val="tx2"/>
                </a:solidFill>
                <a:latin typeface="Calisto MT"/>
              </a:rPr>
              <a:t>Eighth Edition</a:t>
            </a:r>
          </a:p>
          <a:p>
            <a:pPr algn="r"/>
            <a:r>
              <a:rPr lang="en-US" sz="1800" b="0" dirty="0">
                <a:solidFill>
                  <a:schemeClr val="tx2"/>
                </a:solidFill>
                <a:latin typeface="Calisto MT"/>
              </a:rPr>
              <a:t>By William Stallings</a:t>
            </a:r>
          </a:p>
          <a:p>
            <a:pPr>
              <a:defRPr/>
            </a:pP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58813" y="456252"/>
            <a:ext cx="7824788" cy="1220147"/>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a:t>
            </a:r>
          </a:p>
        </p:txBody>
      </p:sp>
      <p:sp>
        <p:nvSpPr>
          <p:cNvPr id="4" name="Content Placeholder 3"/>
          <p:cNvSpPr>
            <a:spLocks noGrp="1"/>
          </p:cNvSpPr>
          <p:nvPr>
            <p:ph sz="half" idx="1"/>
          </p:nvPr>
        </p:nvSpPr>
        <p:spPr>
          <a:xfrm>
            <a:off x="658904" y="2286000"/>
            <a:ext cx="7418296" cy="3840163"/>
          </a:xfrm>
        </p:spPr>
        <p:txBody>
          <a:bodyPr>
            <a:normAutofit fontScale="85000" lnSpcReduction="20000"/>
          </a:bodyPr>
          <a:lstStyle/>
          <a:p>
            <a:r>
              <a:rPr lang="en-NZ" sz="3000" dirty="0"/>
              <a:t>The permanent blocking of a set of processes that either compete for system resources or communicate with each other</a:t>
            </a:r>
          </a:p>
          <a:p>
            <a:r>
              <a:rPr lang="en-NZ" sz="3000" dirty="0"/>
              <a:t>A set of processes is deadlocked when each process in the set is blocked awaiting an event that can only be triggered by another blocked process in the set</a:t>
            </a:r>
          </a:p>
          <a:p>
            <a:r>
              <a:rPr lang="en-NZ" sz="3000" dirty="0"/>
              <a:t>Permanent</a:t>
            </a:r>
          </a:p>
          <a:p>
            <a:r>
              <a:rPr lang="en-US" sz="3000" dirty="0"/>
              <a:t>No efficient solution</a:t>
            </a:r>
          </a:p>
        </p:txBody>
      </p:sp>
      <p:pic>
        <p:nvPicPr>
          <p:cNvPr id="5" name="Picture 4"/>
          <p:cNvPicPr>
            <a:picLocks noChangeAspect="1"/>
          </p:cNvPicPr>
          <p:nvPr/>
        </p:nvPicPr>
        <p:blipFill>
          <a:blip r:embed="rId3"/>
          <a:stretch>
            <a:fillRect/>
          </a:stretch>
        </p:blipFill>
        <p:spPr>
          <a:xfrm>
            <a:off x="6934200" y="4824211"/>
            <a:ext cx="1752600" cy="16168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f1.pdf"/>
          <p:cNvPicPr>
            <a:picLocks noChangeAspect="1"/>
          </p:cNvPicPr>
          <p:nvPr/>
        </p:nvPicPr>
        <p:blipFill>
          <a:blip r:embed="rId3"/>
          <a:srcRect l="5455" t="11765" r="4545" b="11765"/>
          <a:stretch>
            <a:fillRect/>
          </a:stretch>
        </p:blipFill>
        <p:spPr>
          <a:xfrm>
            <a:off x="172036" y="777543"/>
            <a:ext cx="8743364" cy="57405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7824788" cy="1143948"/>
          </a:xfrm>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Resource Categories</a:t>
            </a:r>
          </a:p>
        </p:txBody>
      </p:sp>
      <p:graphicFrame>
        <p:nvGraphicFramePr>
          <p:cNvPr id="6" name="Diagram 5"/>
          <p:cNvGraphicFramePr/>
          <p:nvPr>
            <p:extLst>
              <p:ext uri="{D42A27DB-BD31-4B8C-83A1-F6EECF244321}">
                <p14:modId xmlns:p14="http://schemas.microsoft.com/office/powerpoint/2010/main" val="1167861760"/>
              </p:ext>
            </p:extLst>
          </p:nvPr>
        </p:nvGraphicFramePr>
        <p:xfrm>
          <a:off x="609600" y="2057400"/>
          <a:ext cx="76962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390820" y="1067954"/>
            <a:ext cx="9724748" cy="4191000"/>
          </a:xfrm>
          <a:prstGeom prst="rect">
            <a:avLst/>
          </a:prstGeom>
        </p:spPr>
      </p:pic>
      <p:sp>
        <p:nvSpPr>
          <p:cNvPr id="6" name="TextBox 5"/>
          <p:cNvSpPr txBox="1"/>
          <p:nvPr/>
        </p:nvSpPr>
        <p:spPr>
          <a:xfrm>
            <a:off x="381000" y="5638800"/>
            <a:ext cx="8458200" cy="646331"/>
          </a:xfrm>
          <a:prstGeom prst="rect">
            <a:avLst/>
          </a:prstGeom>
          <a:noFill/>
        </p:spPr>
        <p:txBody>
          <a:bodyPr wrap="square" rtlCol="0">
            <a:spAutoFit/>
          </a:bodyPr>
          <a:lstStyle/>
          <a:p>
            <a:pPr algn="ctr"/>
            <a:r>
              <a:rPr lang="en-US" b="1" dirty="0">
                <a:latin typeface="+mn-lt"/>
              </a:rPr>
              <a:t>Figure 6.4  </a:t>
            </a:r>
          </a:p>
          <a:p>
            <a:pPr algn="ctr"/>
            <a:r>
              <a:rPr lang="en-US" b="1" dirty="0">
                <a:latin typeface="+mn-lt"/>
              </a:rPr>
              <a:t>Example of Two Processes Competing for Reusable Resources </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09600"/>
            <a:ext cx="8534400" cy="1323975"/>
          </a:xfrm>
        </p:spPr>
        <p:txBody>
          <a:bodyPr/>
          <a:lstStyle/>
          <a:p>
            <a:pPr algn="ctr"/>
            <a:r>
              <a:rPr lang="en-US" b="1" dirty="0">
                <a:solidFill>
                  <a:schemeClr val="accent6">
                    <a:lumMod val="75000"/>
                  </a:schemeClr>
                </a:solidFill>
              </a:rPr>
              <a:t>Example 2:</a:t>
            </a:r>
            <a:br>
              <a:rPr lang="en-US" b="1" dirty="0">
                <a:solidFill>
                  <a:schemeClr val="accent6">
                    <a:lumMod val="75000"/>
                  </a:schemeClr>
                </a:solidFill>
              </a:rPr>
            </a:br>
            <a:r>
              <a:rPr lang="en-US" b="1" dirty="0">
                <a:solidFill>
                  <a:schemeClr val="accent6">
                    <a:lumMod val="75000"/>
                  </a:schemeClr>
                </a:solidFill>
              </a:rPr>
              <a:t>Memory Request</a:t>
            </a:r>
          </a:p>
        </p:txBody>
      </p:sp>
      <p:sp>
        <p:nvSpPr>
          <p:cNvPr id="3" name="Content Placeholder 2"/>
          <p:cNvSpPr>
            <a:spLocks noGrp="1"/>
          </p:cNvSpPr>
          <p:nvPr>
            <p:ph idx="4294967295"/>
          </p:nvPr>
        </p:nvSpPr>
        <p:spPr>
          <a:xfrm>
            <a:off x="685800" y="2133600"/>
            <a:ext cx="8458200" cy="4953000"/>
          </a:xfrm>
        </p:spPr>
        <p:txBody>
          <a:bodyPr/>
          <a:lstStyle/>
          <a:p>
            <a:r>
              <a:rPr lang="en-US" sz="2800" dirty="0"/>
              <a:t>Space is available for allocation of 200Kbytes, and the following sequence of events occur:</a:t>
            </a:r>
          </a:p>
          <a:p>
            <a:endParaRPr lang="en-US" dirty="0"/>
          </a:p>
          <a:p>
            <a:endParaRPr lang="en-US" dirty="0"/>
          </a:p>
          <a:p>
            <a:pPr>
              <a:buNone/>
            </a:pPr>
            <a:endParaRPr lang="en-US" dirty="0"/>
          </a:p>
          <a:p>
            <a:endParaRPr lang="en-US" dirty="0"/>
          </a:p>
          <a:p>
            <a:r>
              <a:rPr lang="en-US" sz="2800" dirty="0"/>
              <a:t>Deadlock occurs if both processes progress to their second request</a:t>
            </a:r>
          </a:p>
          <a:p>
            <a:endParaRPr lang="en-US" dirty="0"/>
          </a:p>
        </p:txBody>
      </p:sp>
      <p:sp>
        <p:nvSpPr>
          <p:cNvPr id="6" name="Rectangle 4"/>
          <p:cNvSpPr>
            <a:spLocks noChangeArrowheads="1"/>
          </p:cNvSpPr>
          <p:nvPr/>
        </p:nvSpPr>
        <p:spPr bwMode="auto">
          <a:xfrm>
            <a:off x="1981200" y="3276600"/>
            <a:ext cx="2438400" cy="1524000"/>
          </a:xfrm>
          <a:prstGeom prst="rect">
            <a:avLst/>
          </a:prstGeom>
          <a:solidFill>
            <a:schemeClr val="tx2">
              <a:lumMod val="40000"/>
              <a:lumOff val="60000"/>
            </a:schemeClr>
          </a:solidFill>
          <a:ln w="12700">
            <a:solidFill>
              <a:schemeClr val="tx1"/>
            </a:solidFill>
            <a:miter lim="800000"/>
            <a:headEnd/>
            <a:tailEnd/>
          </a:ln>
          <a:effectLst/>
        </p:spPr>
        <p:txBody>
          <a:bodyPr wrap="none" anchor="ctr"/>
          <a:lstStyle/>
          <a:p>
            <a:endParaRPr lang="en-US" dirty="0"/>
          </a:p>
        </p:txBody>
      </p:sp>
      <p:sp>
        <p:nvSpPr>
          <p:cNvPr id="7" name="Rectangle 5"/>
          <p:cNvSpPr>
            <a:spLocks noChangeArrowheads="1"/>
          </p:cNvSpPr>
          <p:nvPr/>
        </p:nvSpPr>
        <p:spPr bwMode="auto">
          <a:xfrm>
            <a:off x="2209800" y="3276600"/>
            <a:ext cx="470857"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2000" b="1" dirty="0">
                <a:latin typeface="Times New Roman" pitchFamily="18" charset="0"/>
              </a:rPr>
              <a:t>P1</a:t>
            </a:r>
          </a:p>
        </p:txBody>
      </p:sp>
      <p:sp>
        <p:nvSpPr>
          <p:cNvPr id="8" name="Rectangle 6"/>
          <p:cNvSpPr>
            <a:spLocks noChangeArrowheads="1"/>
          </p:cNvSpPr>
          <p:nvPr/>
        </p:nvSpPr>
        <p:spPr bwMode="auto">
          <a:xfrm>
            <a:off x="2133600" y="3581400"/>
            <a:ext cx="438150" cy="336550"/>
          </a:xfrm>
          <a:prstGeom prst="rect">
            <a:avLst/>
          </a:prstGeom>
          <a:noFill/>
          <a:ln w="9525">
            <a:noFill/>
            <a:miter lim="800000"/>
            <a:headEnd/>
            <a:tailEnd/>
          </a:ln>
          <a:effectLst/>
        </p:spPr>
        <p:txBody>
          <a:bodyPr wrap="none" lIns="92075" tIns="46038" rIns="92075" bIns="46038">
            <a:spAutoFit/>
          </a:bodyPr>
          <a:lstStyle/>
          <a:p>
            <a:pPr algn="ctr" eaLnBrk="0" hangingPunct="0"/>
            <a:r>
              <a:rPr lang="en-US" sz="1600" b="1" dirty="0">
                <a:latin typeface="Times New Roman" pitchFamily="18" charset="0"/>
              </a:rPr>
              <a:t>. . .</a:t>
            </a:r>
          </a:p>
        </p:txBody>
      </p:sp>
      <p:sp>
        <p:nvSpPr>
          <p:cNvPr id="9" name="Rectangle 7"/>
          <p:cNvSpPr>
            <a:spLocks noChangeArrowheads="1"/>
          </p:cNvSpPr>
          <p:nvPr/>
        </p:nvSpPr>
        <p:spPr bwMode="auto">
          <a:xfrm>
            <a:off x="2133600" y="4038600"/>
            <a:ext cx="438150" cy="336550"/>
          </a:xfrm>
          <a:prstGeom prst="rect">
            <a:avLst/>
          </a:prstGeom>
          <a:noFill/>
          <a:ln w="9525">
            <a:noFill/>
            <a:miter lim="800000"/>
            <a:headEnd/>
            <a:tailEnd/>
          </a:ln>
          <a:effectLst/>
        </p:spPr>
        <p:txBody>
          <a:bodyPr wrap="square" lIns="92075" tIns="46038" rIns="92075" bIns="46038">
            <a:spAutoFit/>
          </a:bodyPr>
          <a:lstStyle/>
          <a:p>
            <a:pPr algn="ctr" eaLnBrk="0" hangingPunct="0"/>
            <a:r>
              <a:rPr lang="en-US" sz="1600" b="1" dirty="0">
                <a:latin typeface="Times New Roman" pitchFamily="18" charset="0"/>
              </a:rPr>
              <a:t>. . .</a:t>
            </a:r>
          </a:p>
        </p:txBody>
      </p:sp>
      <p:sp>
        <p:nvSpPr>
          <p:cNvPr id="10" name="Rectangle 8"/>
          <p:cNvSpPr>
            <a:spLocks noChangeArrowheads="1"/>
          </p:cNvSpPr>
          <p:nvPr/>
        </p:nvSpPr>
        <p:spPr bwMode="auto">
          <a:xfrm>
            <a:off x="2057400" y="3810000"/>
            <a:ext cx="2274761"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2000" b="1" dirty="0">
                <a:latin typeface="Times New Roman" pitchFamily="18" charset="0"/>
              </a:rPr>
              <a:t>Request 80 Kbytes</a:t>
            </a:r>
            <a:r>
              <a:rPr lang="en-US" sz="1200" b="1" dirty="0">
                <a:latin typeface="Times New Roman" pitchFamily="18" charset="0"/>
              </a:rPr>
              <a:t>;</a:t>
            </a:r>
          </a:p>
        </p:txBody>
      </p:sp>
      <p:sp>
        <p:nvSpPr>
          <p:cNvPr id="11" name="Rectangle 9"/>
          <p:cNvSpPr>
            <a:spLocks noChangeArrowheads="1"/>
          </p:cNvSpPr>
          <p:nvPr/>
        </p:nvSpPr>
        <p:spPr bwMode="auto">
          <a:xfrm>
            <a:off x="1981200" y="4267200"/>
            <a:ext cx="2360221"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1200" b="1" dirty="0">
                <a:latin typeface="Times New Roman" pitchFamily="18" charset="0"/>
              </a:rPr>
              <a:t>  </a:t>
            </a:r>
            <a:r>
              <a:rPr lang="en-US" sz="2000" b="1" dirty="0">
                <a:latin typeface="Times New Roman" pitchFamily="18" charset="0"/>
              </a:rPr>
              <a:t>Request</a:t>
            </a:r>
            <a:r>
              <a:rPr lang="en-US" sz="1200" b="1" dirty="0">
                <a:latin typeface="Times New Roman" pitchFamily="18" charset="0"/>
              </a:rPr>
              <a:t> </a:t>
            </a:r>
            <a:r>
              <a:rPr lang="en-US" sz="2000" b="1" dirty="0">
                <a:latin typeface="Times New Roman" pitchFamily="18" charset="0"/>
              </a:rPr>
              <a:t>60 Kbytes;</a:t>
            </a:r>
          </a:p>
        </p:txBody>
      </p:sp>
      <p:sp>
        <p:nvSpPr>
          <p:cNvPr id="12" name="Rectangle 10"/>
          <p:cNvSpPr>
            <a:spLocks noChangeArrowheads="1"/>
          </p:cNvSpPr>
          <p:nvPr/>
        </p:nvSpPr>
        <p:spPr bwMode="auto">
          <a:xfrm>
            <a:off x="5029200" y="3276600"/>
            <a:ext cx="2438400" cy="1524000"/>
          </a:xfrm>
          <a:prstGeom prst="rect">
            <a:avLst/>
          </a:prstGeom>
          <a:solidFill>
            <a:schemeClr val="tx2">
              <a:lumMod val="40000"/>
              <a:lumOff val="60000"/>
            </a:schemeClr>
          </a:solidFill>
          <a:ln w="12700">
            <a:solidFill>
              <a:schemeClr val="tx1"/>
            </a:solidFill>
            <a:miter lim="800000"/>
            <a:headEnd/>
            <a:tailEnd/>
          </a:ln>
          <a:effectLst/>
        </p:spPr>
        <p:txBody>
          <a:bodyPr wrap="none" anchor="ctr"/>
          <a:lstStyle/>
          <a:p>
            <a:endParaRPr lang="en-US" dirty="0"/>
          </a:p>
        </p:txBody>
      </p:sp>
      <p:sp>
        <p:nvSpPr>
          <p:cNvPr id="13" name="Rectangle 11"/>
          <p:cNvSpPr>
            <a:spLocks noChangeArrowheads="1"/>
          </p:cNvSpPr>
          <p:nvPr/>
        </p:nvSpPr>
        <p:spPr bwMode="auto">
          <a:xfrm>
            <a:off x="5334000" y="3276600"/>
            <a:ext cx="470857"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2000" b="1" dirty="0">
                <a:latin typeface="Times New Roman" pitchFamily="18" charset="0"/>
              </a:rPr>
              <a:t>P2</a:t>
            </a:r>
          </a:p>
        </p:txBody>
      </p:sp>
      <p:sp>
        <p:nvSpPr>
          <p:cNvPr id="14" name="Rectangle 12"/>
          <p:cNvSpPr>
            <a:spLocks noChangeArrowheads="1"/>
          </p:cNvSpPr>
          <p:nvPr/>
        </p:nvSpPr>
        <p:spPr bwMode="auto">
          <a:xfrm>
            <a:off x="4796973" y="3581400"/>
            <a:ext cx="750205" cy="339196"/>
          </a:xfrm>
          <a:prstGeom prst="rect">
            <a:avLst/>
          </a:prstGeom>
          <a:noFill/>
          <a:ln w="9525">
            <a:noFill/>
            <a:miter lim="800000"/>
            <a:headEnd/>
            <a:tailEnd/>
          </a:ln>
          <a:effectLst/>
        </p:spPr>
        <p:txBody>
          <a:bodyPr wrap="none" lIns="92075" tIns="46038" rIns="92075" bIns="46038">
            <a:spAutoFit/>
          </a:bodyPr>
          <a:lstStyle/>
          <a:p>
            <a:pPr algn="ctr" eaLnBrk="0" hangingPunct="0"/>
            <a:r>
              <a:rPr lang="en-US" sz="1600" b="1" dirty="0">
                <a:latin typeface="Times New Roman" pitchFamily="18" charset="0"/>
              </a:rPr>
              <a:t>      . . .</a:t>
            </a:r>
          </a:p>
        </p:txBody>
      </p:sp>
      <p:sp>
        <p:nvSpPr>
          <p:cNvPr id="15" name="Rectangle 13"/>
          <p:cNvSpPr>
            <a:spLocks noChangeArrowheads="1"/>
          </p:cNvSpPr>
          <p:nvPr/>
        </p:nvSpPr>
        <p:spPr bwMode="auto">
          <a:xfrm>
            <a:off x="4796973" y="4006850"/>
            <a:ext cx="750205" cy="339196"/>
          </a:xfrm>
          <a:prstGeom prst="rect">
            <a:avLst/>
          </a:prstGeom>
          <a:noFill/>
          <a:ln w="9525">
            <a:noFill/>
            <a:miter lim="800000"/>
            <a:headEnd/>
            <a:tailEnd/>
          </a:ln>
          <a:effectLst/>
        </p:spPr>
        <p:txBody>
          <a:bodyPr wrap="none" lIns="92075" tIns="46038" rIns="92075" bIns="46038">
            <a:spAutoFit/>
          </a:bodyPr>
          <a:lstStyle/>
          <a:p>
            <a:pPr algn="ctr" eaLnBrk="0" hangingPunct="0"/>
            <a:r>
              <a:rPr lang="en-US" sz="1600" b="1" dirty="0">
                <a:latin typeface="Times New Roman" pitchFamily="18" charset="0"/>
              </a:rPr>
              <a:t>      . . .</a:t>
            </a:r>
          </a:p>
        </p:txBody>
      </p:sp>
      <p:sp>
        <p:nvSpPr>
          <p:cNvPr id="16" name="Rectangle 14"/>
          <p:cNvSpPr>
            <a:spLocks noChangeArrowheads="1"/>
          </p:cNvSpPr>
          <p:nvPr/>
        </p:nvSpPr>
        <p:spPr bwMode="auto">
          <a:xfrm>
            <a:off x="5029200" y="3810000"/>
            <a:ext cx="2390178" cy="400752"/>
          </a:xfrm>
          <a:prstGeom prst="rect">
            <a:avLst/>
          </a:prstGeom>
          <a:noFill/>
          <a:ln w="9525">
            <a:noFill/>
            <a:miter lim="800000"/>
            <a:headEnd/>
            <a:tailEnd/>
          </a:ln>
          <a:effectLst/>
        </p:spPr>
        <p:txBody>
          <a:bodyPr wrap="square" lIns="92075" tIns="46038" rIns="92075" bIns="46038">
            <a:spAutoFit/>
          </a:bodyPr>
          <a:lstStyle/>
          <a:p>
            <a:pPr algn="ctr" eaLnBrk="0" hangingPunct="0"/>
            <a:r>
              <a:rPr lang="en-US" sz="2000" b="1" dirty="0">
                <a:latin typeface="Times New Roman" pitchFamily="18" charset="0"/>
              </a:rPr>
              <a:t>Request 70 Kbytes</a:t>
            </a:r>
            <a:r>
              <a:rPr lang="en-US" sz="1200" b="1" dirty="0">
                <a:latin typeface="Times New Roman" pitchFamily="18" charset="0"/>
              </a:rPr>
              <a:t>;</a:t>
            </a:r>
          </a:p>
        </p:txBody>
      </p:sp>
      <p:sp>
        <p:nvSpPr>
          <p:cNvPr id="17" name="Rectangle 15"/>
          <p:cNvSpPr>
            <a:spLocks noChangeArrowheads="1"/>
          </p:cNvSpPr>
          <p:nvPr/>
        </p:nvSpPr>
        <p:spPr bwMode="auto">
          <a:xfrm>
            <a:off x="4953000" y="4267200"/>
            <a:ext cx="2385869"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1200" b="1" dirty="0">
                <a:latin typeface="Times New Roman" pitchFamily="18" charset="0"/>
              </a:rPr>
              <a:t>  </a:t>
            </a:r>
            <a:r>
              <a:rPr lang="en-US" sz="2000" b="1" dirty="0">
                <a:latin typeface="Times New Roman" pitchFamily="18" charset="0"/>
              </a:rPr>
              <a:t>Request 80 Kbytes;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762000"/>
            <a:ext cx="8534400" cy="1323975"/>
          </a:xfrm>
        </p:spPr>
        <p:txBody>
          <a:bodyPr/>
          <a:lstStyle/>
          <a:p>
            <a:pPr algn="ctr"/>
            <a:r>
              <a:rPr lang="en-US" b="1" dirty="0">
                <a:ln w="1905"/>
                <a:solidFill>
                  <a:schemeClr val="accent6">
                    <a:lumMod val="75000"/>
                  </a:schemeClr>
                </a:solidFill>
                <a:effectLst>
                  <a:innerShdw blurRad="69850" dist="43180" dir="5400000">
                    <a:srgbClr val="000000">
                      <a:alpha val="65000"/>
                    </a:srgbClr>
                  </a:innerShdw>
                </a:effectLst>
              </a:rPr>
              <a:t>Consumable Resources Deadlock</a:t>
            </a:r>
          </a:p>
        </p:txBody>
      </p:sp>
      <p:sp>
        <p:nvSpPr>
          <p:cNvPr id="3" name="Content Placeholder 2"/>
          <p:cNvSpPr>
            <a:spLocks noGrp="1"/>
          </p:cNvSpPr>
          <p:nvPr>
            <p:ph idx="4294967295"/>
          </p:nvPr>
        </p:nvSpPr>
        <p:spPr>
          <a:xfrm>
            <a:off x="381000" y="2405130"/>
            <a:ext cx="8382000" cy="4419600"/>
          </a:xfrm>
        </p:spPr>
        <p:txBody>
          <a:bodyPr>
            <a:noAutofit/>
          </a:bodyPr>
          <a:lstStyle/>
          <a:p>
            <a:r>
              <a:rPr lang="en-NZ" dirty="0"/>
              <a:t>Consider a pair of processes, in which each process attempts to receive a message from the other process and then send a message to the other process:</a:t>
            </a:r>
          </a:p>
          <a:p>
            <a:endParaRPr lang="en-NZ" dirty="0"/>
          </a:p>
          <a:p>
            <a:endParaRPr lang="en-NZ" dirty="0"/>
          </a:p>
          <a:p>
            <a:endParaRPr lang="en-NZ" dirty="0"/>
          </a:p>
          <a:p>
            <a:pPr>
              <a:buNone/>
            </a:pPr>
            <a:endParaRPr lang="en-NZ" dirty="0"/>
          </a:p>
          <a:p>
            <a:r>
              <a:rPr lang="en-NZ" dirty="0"/>
              <a:t>Deadlock occurs if the Receive is blocking</a:t>
            </a:r>
            <a:endParaRPr lang="en-US" dirty="0"/>
          </a:p>
        </p:txBody>
      </p:sp>
      <p:pic>
        <p:nvPicPr>
          <p:cNvPr id="5122" name="Picture 2"/>
          <p:cNvPicPr>
            <a:picLocks noChangeAspect="1" noChangeArrowheads="1"/>
          </p:cNvPicPr>
          <p:nvPr/>
        </p:nvPicPr>
        <p:blipFill>
          <a:blip r:embed="rId3"/>
          <a:srcRect/>
          <a:stretch>
            <a:fillRect/>
          </a:stretch>
        </p:blipFill>
        <p:spPr bwMode="auto">
          <a:xfrm>
            <a:off x="1981200" y="3657600"/>
            <a:ext cx="5429250" cy="1724025"/>
          </a:xfrm>
          <a:prstGeom prst="rect">
            <a:avLst/>
          </a:prstGeom>
          <a:solidFill>
            <a:schemeClr val="bg1">
              <a:lumMod val="75000"/>
            </a:schemeClr>
          </a:solid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b="3110"/>
          <a:stretch>
            <a:fillRect/>
          </a:stretch>
        </p:blipFill>
        <p:spPr>
          <a:xfrm>
            <a:off x="457200" y="762000"/>
            <a:ext cx="6057900" cy="5697217"/>
          </a:xfrm>
          <a:prstGeom prst="rect">
            <a:avLst/>
          </a:prstGeom>
          <a:ln>
            <a:solidFill>
              <a:schemeClr val="tx1"/>
            </a:solidFill>
          </a:ln>
        </p:spPr>
      </p:pic>
      <p:sp>
        <p:nvSpPr>
          <p:cNvPr id="6" name="TextBox 5"/>
          <p:cNvSpPr txBox="1"/>
          <p:nvPr/>
        </p:nvSpPr>
        <p:spPr>
          <a:xfrm>
            <a:off x="6781801" y="762001"/>
            <a:ext cx="1981200" cy="4847481"/>
          </a:xfrm>
          <a:prstGeom prst="rect">
            <a:avLst/>
          </a:prstGeom>
          <a:noFill/>
        </p:spPr>
        <p:txBody>
          <a:bodyPr wrap="square" rtlCol="0">
            <a:spAutoFit/>
          </a:bodyPr>
          <a:lstStyle/>
          <a:p>
            <a:endParaRPr lang="en-US" sz="2400" b="1" dirty="0">
              <a:latin typeface="+mn-lt"/>
            </a:endParaRPr>
          </a:p>
          <a:p>
            <a:pPr algn="ctr"/>
            <a:r>
              <a:rPr lang="en-US" sz="2800" b="1" dirty="0">
                <a:latin typeface="+mn-lt"/>
              </a:rPr>
              <a:t>Table 6.1  </a:t>
            </a:r>
          </a:p>
          <a:p>
            <a:pPr algn="ctr"/>
            <a:endParaRPr lang="en-US" sz="2400" b="1" dirty="0">
              <a:latin typeface="+mn-lt"/>
            </a:endParaRPr>
          </a:p>
          <a:p>
            <a:pPr algn="ctr">
              <a:lnSpc>
                <a:spcPct val="130000"/>
              </a:lnSpc>
              <a:spcBef>
                <a:spcPts val="0"/>
              </a:spcBef>
              <a:spcAft>
                <a:spcPts val="0"/>
              </a:spcAft>
            </a:pPr>
            <a:r>
              <a:rPr lang="en-US" sz="2000" b="1" dirty="0">
                <a:latin typeface="+mn-lt"/>
              </a:rPr>
              <a:t>Summary of Deadlock Detection, Prevention, and Avoidance</a:t>
            </a:r>
          </a:p>
          <a:p>
            <a:pPr algn="ctr">
              <a:lnSpc>
                <a:spcPct val="130000"/>
              </a:lnSpc>
              <a:spcBef>
                <a:spcPts val="0"/>
              </a:spcBef>
              <a:spcAft>
                <a:spcPts val="0"/>
              </a:spcAft>
            </a:pPr>
            <a:r>
              <a:rPr lang="en-US" sz="2000" b="1" dirty="0">
                <a:latin typeface="+mn-lt"/>
              </a:rPr>
              <a:t>Approaches for Operating Systems [ISLO80] </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F7777-ABBF-41AB-8C28-87289A583B07}"/>
              </a:ext>
            </a:extLst>
          </p:cNvPr>
          <p:cNvSpPr>
            <a:spLocks noGrp="1"/>
          </p:cNvSpPr>
          <p:nvPr>
            <p:ph type="title"/>
          </p:nvPr>
        </p:nvSpPr>
        <p:spPr>
          <a:xfrm>
            <a:off x="658368" y="772825"/>
            <a:ext cx="6105550" cy="674975"/>
          </a:xfrm>
        </p:spPr>
        <p:txBody>
          <a:bodyPr/>
          <a:lstStyle/>
          <a:p>
            <a:r>
              <a:rPr lang="en-US" dirty="0"/>
              <a:t>Resource Allocation Graphs</a:t>
            </a:r>
          </a:p>
        </p:txBody>
      </p:sp>
      <p:sp>
        <p:nvSpPr>
          <p:cNvPr id="4" name="Text Placeholder 3">
            <a:extLst>
              <a:ext uri="{FF2B5EF4-FFF2-40B4-BE49-F238E27FC236}">
                <a16:creationId xmlns:a16="http://schemas.microsoft.com/office/drawing/2014/main" id="{7504BDA5-DE1D-4B74-B4A2-3ED44DB4B7FE}"/>
              </a:ext>
            </a:extLst>
          </p:cNvPr>
          <p:cNvSpPr>
            <a:spLocks noGrp="1"/>
          </p:cNvSpPr>
          <p:nvPr>
            <p:ph type="body" sz="half" idx="2"/>
          </p:nvPr>
        </p:nvSpPr>
        <p:spPr>
          <a:xfrm>
            <a:off x="533401" y="3124200"/>
            <a:ext cx="4137613" cy="2819400"/>
          </a:xfrm>
        </p:spPr>
        <p:txBody>
          <a:bodyPr vert="horz" lIns="91440" tIns="45720" rIns="91440" bIns="45720" rtlCol="0" anchor="t">
            <a:normAutofit/>
          </a:bodyPr>
          <a:lstStyle/>
          <a:p>
            <a:pPr marL="285750" indent="-285750">
              <a:buFont typeface="Arial" pitchFamily="2" charset="2"/>
              <a:buChar char="•"/>
            </a:pPr>
            <a:r>
              <a:rPr lang="en-US" dirty="0"/>
              <a:t>Held resources are connected to a dot on the inside of the square and the arrow points to the process which holds the resource.</a:t>
            </a:r>
            <a:endParaRPr lang="en-US"/>
          </a:p>
          <a:p>
            <a:pPr marL="285750" indent="-285750">
              <a:buFont typeface="Arial" pitchFamily="2" charset="2"/>
              <a:buChar char="•"/>
            </a:pPr>
            <a:r>
              <a:rPr lang="en-US" dirty="0"/>
              <a:t>Requested resources point from the process to the resource, but do not connect to the dot inside the square.</a:t>
            </a:r>
          </a:p>
          <a:p>
            <a:pPr marL="285750" indent="-285750">
              <a:buFont typeface="Arial" pitchFamily="2" charset="2"/>
              <a:buChar char="•"/>
            </a:pPr>
            <a:endParaRPr lang="en-US" dirty="0"/>
          </a:p>
        </p:txBody>
      </p:sp>
      <p:pic>
        <p:nvPicPr>
          <p:cNvPr id="6" name="Picture 5" descr="f5.pdf">
            <a:extLst>
              <a:ext uri="{FF2B5EF4-FFF2-40B4-BE49-F238E27FC236}">
                <a16:creationId xmlns:a16="http://schemas.microsoft.com/office/drawing/2014/main" id="{8E586046-FB1A-4DCA-9E0E-2BB7D819CB7A}"/>
              </a:ext>
            </a:extLst>
          </p:cNvPr>
          <p:cNvPicPr>
            <a:picLocks noChangeAspect="1"/>
          </p:cNvPicPr>
          <p:nvPr/>
        </p:nvPicPr>
        <p:blipFill rotWithShape="1">
          <a:blip r:embed="rId2"/>
          <a:srcRect t="11769" r="50833" b="76018"/>
          <a:stretch/>
        </p:blipFill>
        <p:spPr>
          <a:xfrm>
            <a:off x="5096472" y="4435588"/>
            <a:ext cx="3200347" cy="1028789"/>
          </a:xfrm>
          <a:prstGeom prst="rect">
            <a:avLst/>
          </a:prstGeom>
        </p:spPr>
      </p:pic>
      <p:pic>
        <p:nvPicPr>
          <p:cNvPr id="8" name="Picture 7" descr="f5.pdf">
            <a:extLst>
              <a:ext uri="{FF2B5EF4-FFF2-40B4-BE49-F238E27FC236}">
                <a16:creationId xmlns:a16="http://schemas.microsoft.com/office/drawing/2014/main" id="{2C7958B6-2E10-4BEC-8463-FFAA5BAAB499}"/>
              </a:ext>
            </a:extLst>
          </p:cNvPr>
          <p:cNvPicPr>
            <a:picLocks noChangeAspect="1"/>
          </p:cNvPicPr>
          <p:nvPr/>
        </p:nvPicPr>
        <p:blipFill rotWithShape="1">
          <a:blip r:embed="rId2"/>
          <a:srcRect l="51579" t="13323" r="8517" b="76181"/>
          <a:stretch/>
        </p:blipFill>
        <p:spPr>
          <a:xfrm>
            <a:off x="5401687" y="3407822"/>
            <a:ext cx="2597406" cy="884133"/>
          </a:xfrm>
          <a:prstGeom prst="rect">
            <a:avLst/>
          </a:prstGeom>
        </p:spPr>
      </p:pic>
      <p:sp>
        <p:nvSpPr>
          <p:cNvPr id="10" name="Text Placeholder 3">
            <a:extLst>
              <a:ext uri="{FF2B5EF4-FFF2-40B4-BE49-F238E27FC236}">
                <a16:creationId xmlns:a16="http://schemas.microsoft.com/office/drawing/2014/main" id="{3BC05C2F-00C2-42E5-AF85-46715B957EDF}"/>
              </a:ext>
            </a:extLst>
          </p:cNvPr>
          <p:cNvSpPr txBox="1">
            <a:spLocks/>
          </p:cNvSpPr>
          <p:nvPr/>
        </p:nvSpPr>
        <p:spPr>
          <a:xfrm>
            <a:off x="533401" y="1676400"/>
            <a:ext cx="8008656" cy="1685121"/>
          </a:xfrm>
          <a:prstGeom prst="rect">
            <a:avLst/>
          </a:prstGeom>
        </p:spPr>
        <p:txBody>
          <a:bodyPr vert="horz" lIns="91440" tIns="45720" rIns="91440" bIns="45720" rtlCol="0" anchor="t">
            <a:normAutofit/>
          </a:bodyPr>
          <a:lstStyle>
            <a:lvl1pPr marL="0" indent="0" algn="l" defTabSz="914400" rtl="0" eaLnBrk="1" latinLnBrk="0" hangingPunct="1">
              <a:spcBef>
                <a:spcPts val="1800"/>
              </a:spcBef>
              <a:buClr>
                <a:schemeClr val="accent1"/>
              </a:buClr>
              <a:buSzPct val="75000"/>
              <a:buFont typeface="Wingdings" pitchFamily="2" charset="2"/>
              <a:buNone/>
              <a:defRPr sz="1800" kern="1200">
                <a:solidFill>
                  <a:schemeClr val="tx1">
                    <a:lumMod val="85000"/>
                    <a:lumOff val="15000"/>
                  </a:schemeClr>
                </a:solidFill>
                <a:latin typeface="+mn-lt"/>
                <a:ea typeface="+mn-ea"/>
                <a:cs typeface="+mn-cs"/>
              </a:defRPr>
            </a:lvl1pPr>
            <a:lvl2pPr marL="457200" indent="0" algn="l" defTabSz="914400" rtl="0" eaLnBrk="1" latinLnBrk="0" hangingPunct="1">
              <a:spcBef>
                <a:spcPts val="600"/>
              </a:spcBef>
              <a:buClr>
                <a:schemeClr val="accent1"/>
              </a:buClr>
              <a:buSzPct val="75000"/>
              <a:buFont typeface="Wingdings" pitchFamily="2"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spcBef>
                <a:spcPts val="600"/>
              </a:spcBef>
              <a:buClr>
                <a:schemeClr val="accent1"/>
              </a:buClr>
              <a:buSzPct val="75000"/>
              <a:buFont typeface="Wingdings" pitchFamily="2"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spcBef>
                <a:spcPts val="600"/>
              </a:spcBef>
              <a:buClr>
                <a:schemeClr val="accent1"/>
              </a:buClr>
              <a:buSzPct val="75000"/>
              <a:buFont typeface="Wingdings" pitchFamily="2"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spcBef>
                <a:spcPts val="600"/>
              </a:spcBef>
              <a:buClr>
                <a:schemeClr val="accent1"/>
              </a:buClr>
              <a:buSzPct val="75000"/>
              <a:buFont typeface="Wingdings" pitchFamily="2"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9pPr>
          </a:lstStyle>
          <a:p>
            <a:pPr marL="285750" indent="-285750" fontAlgn="auto">
              <a:spcAft>
                <a:spcPts val="0"/>
              </a:spcAft>
              <a:buFont typeface="Arial" pitchFamily="2" charset="2"/>
              <a:buChar char="•"/>
            </a:pPr>
            <a:r>
              <a:rPr lang="en-US" dirty="0"/>
              <a:t>A way to indicate which processes currently </a:t>
            </a:r>
            <a:r>
              <a:rPr lang="en-US" b="1" dirty="0"/>
              <a:t>hold</a:t>
            </a:r>
            <a:r>
              <a:rPr lang="en-US" dirty="0"/>
              <a:t> or are </a:t>
            </a:r>
            <a:r>
              <a:rPr lang="en-US" b="1" dirty="0"/>
              <a:t>requesting</a:t>
            </a:r>
            <a:r>
              <a:rPr lang="en-US" dirty="0"/>
              <a:t> a reusable resource.</a:t>
            </a:r>
          </a:p>
          <a:p>
            <a:pPr marL="285750" indent="-285750" fontAlgn="auto">
              <a:spcAft>
                <a:spcPts val="0"/>
              </a:spcAft>
              <a:buFont typeface="Arial" pitchFamily="2" charset="2"/>
              <a:buChar char="•"/>
            </a:pPr>
            <a:r>
              <a:rPr lang="en-US" dirty="0"/>
              <a:t>Processes are drawn in circles, and resources in squares.</a:t>
            </a:r>
          </a:p>
        </p:txBody>
      </p:sp>
    </p:spTree>
    <p:extLst>
      <p:ext uri="{BB962C8B-B14F-4D97-AF65-F5344CB8AC3E}">
        <p14:creationId xmlns:p14="http://schemas.microsoft.com/office/powerpoint/2010/main" val="473398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5.pdf"/>
          <p:cNvPicPr>
            <a:picLocks noChangeAspect="1"/>
          </p:cNvPicPr>
          <p:nvPr/>
        </p:nvPicPr>
        <p:blipFill>
          <a:blip r:embed="rId3"/>
          <a:srcRect t="11818" b="18182"/>
          <a:stretch>
            <a:fillRect/>
          </a:stretch>
        </p:blipFill>
        <p:spPr>
          <a:xfrm>
            <a:off x="1371600" y="685800"/>
            <a:ext cx="6509070" cy="58964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xmlns:p14="http://schemas.microsoft.com/office/powerpoint/2010/mai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6.pdf"/>
          <p:cNvPicPr>
            <a:picLocks noChangeAspect="1"/>
          </p:cNvPicPr>
          <p:nvPr/>
        </p:nvPicPr>
        <p:blipFill rotWithShape="1">
          <a:blip r:embed="rId3"/>
          <a:srcRect l="9443" t="30882" r="6977" b="33170"/>
          <a:stretch/>
        </p:blipFill>
        <p:spPr>
          <a:xfrm>
            <a:off x="152401" y="399098"/>
            <a:ext cx="6629400" cy="3690068"/>
          </a:xfrm>
          <a:prstGeom prst="rect">
            <a:avLst/>
          </a:prstGeom>
        </p:spPr>
      </p:pic>
      <p:pic>
        <p:nvPicPr>
          <p:cNvPr id="2" name="Picture 1" descr="f1.pdf">
            <a:extLst>
              <a:ext uri="{FF2B5EF4-FFF2-40B4-BE49-F238E27FC236}">
                <a16:creationId xmlns:a16="http://schemas.microsoft.com/office/drawing/2014/main" id="{BB2858CC-CDEB-681B-0890-BCA0D260DC05}"/>
              </a:ext>
            </a:extLst>
          </p:cNvPr>
          <p:cNvPicPr>
            <a:picLocks noChangeAspect="1"/>
          </p:cNvPicPr>
          <p:nvPr/>
        </p:nvPicPr>
        <p:blipFill rotWithShape="1">
          <a:blip r:embed="rId4"/>
          <a:srcRect l="54224" t="20827" r="2635" b="31092"/>
          <a:stretch/>
        </p:blipFill>
        <p:spPr>
          <a:xfrm>
            <a:off x="6400800" y="4191000"/>
            <a:ext cx="2565808" cy="22097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824788" cy="1220148"/>
          </a:xfrm>
        </p:spPr>
        <p:txBody>
          <a:bodyPr/>
          <a:lstStyle/>
          <a:p>
            <a:r>
              <a:rPr lang="en-US" b="1" dirty="0">
                <a:solidFill>
                  <a:schemeClr val="accent1">
                    <a:lumMod val="50000"/>
                  </a:schemeClr>
                </a:solidFill>
              </a:rPr>
              <a:t>Conditions for Deadlock</a:t>
            </a:r>
          </a:p>
        </p:txBody>
      </p:sp>
      <p:sp>
        <p:nvSpPr>
          <p:cNvPr id="3" name="Content Placeholder 2"/>
          <p:cNvSpPr>
            <a:spLocks noGrp="1"/>
          </p:cNvSpPr>
          <p:nvPr>
            <p:ph idx="4294967295"/>
          </p:nvPr>
        </p:nvSpPr>
        <p:spPr>
          <a:xfrm>
            <a:off x="838200" y="1295400"/>
            <a:ext cx="8305800" cy="5257800"/>
          </a:xfrm>
        </p:spPr>
        <p:txBody>
          <a:bodyPr/>
          <a:lstStyle/>
          <a:p>
            <a:pPr lvl="1"/>
            <a:endParaRPr lang="en-US" dirty="0"/>
          </a:p>
          <a:p>
            <a:endParaRPr lang="en-US" dirty="0"/>
          </a:p>
        </p:txBody>
      </p:sp>
      <p:graphicFrame>
        <p:nvGraphicFramePr>
          <p:cNvPr id="5" name="Diagram 4"/>
          <p:cNvGraphicFramePr/>
          <p:nvPr>
            <p:extLst>
              <p:ext uri="{D42A27DB-BD31-4B8C-83A1-F6EECF244321}">
                <p14:modId xmlns:p14="http://schemas.microsoft.com/office/powerpoint/2010/main" val="3421816917"/>
              </p:ext>
            </p:extLst>
          </p:nvPr>
        </p:nvGraphicFramePr>
        <p:xfrm>
          <a:off x="457200" y="2209800"/>
          <a:ext cx="81534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49155" y="122709"/>
            <a:ext cx="9687223" cy="1055931"/>
          </a:xfrm>
        </p:spPr>
        <p:txBody>
          <a:bodyPr/>
          <a:lstStyle/>
          <a:p>
            <a:pPr algn="ctr"/>
            <a:r>
              <a:rPr lang="en-US" sz="4000" b="1" dirty="0">
                <a:solidFill>
                  <a:schemeClr val="accent1">
                    <a:lumMod val="75000"/>
                  </a:schemeClr>
                </a:solidFill>
              </a:rPr>
              <a:t>Example: Dining Philosophers Problem</a:t>
            </a:r>
          </a:p>
        </p:txBody>
      </p:sp>
      <p:sp>
        <p:nvSpPr>
          <p:cNvPr id="6" name="TextBox 5"/>
          <p:cNvSpPr txBox="1"/>
          <p:nvPr/>
        </p:nvSpPr>
        <p:spPr>
          <a:xfrm>
            <a:off x="152400" y="1676400"/>
            <a:ext cx="4233354" cy="4154984"/>
          </a:xfrm>
          <a:prstGeom prst="rect">
            <a:avLst/>
          </a:prstGeom>
          <a:noFill/>
        </p:spPr>
        <p:txBody>
          <a:bodyPr wrap="square" rtlCol="0" anchor="t">
            <a:spAutoFit/>
          </a:bodyPr>
          <a:lstStyle/>
          <a:p>
            <a:pPr marL="800100" lvl="1" indent="-342900">
              <a:buClr>
                <a:schemeClr val="accent1"/>
              </a:buClr>
              <a:buFont typeface="Arial" charset="2"/>
              <a:buChar char="•"/>
            </a:pPr>
            <a:r>
              <a:rPr lang="en-NZ" sz="2400" dirty="0">
                <a:latin typeface="Arial"/>
                <a:cs typeface="Arial"/>
              </a:rPr>
              <a:t>Each philosopher needs access to two forks to eat.</a:t>
            </a:r>
            <a:endParaRPr lang="en-US" dirty="0"/>
          </a:p>
          <a:p>
            <a:pPr marL="800100" lvl="1" indent="-342900">
              <a:buClr>
                <a:schemeClr val="accent1"/>
              </a:buClr>
              <a:buFont typeface="Arial" charset="2"/>
              <a:buChar char="•"/>
            </a:pPr>
            <a:r>
              <a:rPr lang="en-NZ" sz="2400" dirty="0">
                <a:latin typeface="Arial"/>
                <a:cs typeface="Arial"/>
              </a:rPr>
              <a:t>Each philosopher may only pick up or release one fork at a time.</a:t>
            </a:r>
            <a:endParaRPr lang="en-NZ"/>
          </a:p>
          <a:p>
            <a:pPr marL="800100" lvl="1" indent="-342900">
              <a:buClr>
                <a:schemeClr val="accent1"/>
              </a:buClr>
              <a:buFont typeface="Arial" charset="2"/>
              <a:buChar char="•"/>
            </a:pPr>
            <a:r>
              <a:rPr lang="en-NZ" sz="2400" dirty="0">
                <a:latin typeface="Arial"/>
                <a:cs typeface="Arial"/>
              </a:rPr>
              <a:t>The philosophers cannot talk to each other.</a:t>
            </a:r>
          </a:p>
          <a:p>
            <a:pPr marL="800100" lvl="1" indent="-342900">
              <a:buClr>
                <a:schemeClr val="accent1"/>
              </a:buClr>
              <a:buFont typeface="Arial" charset="2"/>
              <a:buChar char="•"/>
            </a:pPr>
            <a:endParaRPr lang="en-NZ" sz="2400" dirty="0">
              <a:cs typeface="Arial" charset="0"/>
            </a:endParaRPr>
          </a:p>
        </p:txBody>
      </p:sp>
      <p:pic>
        <p:nvPicPr>
          <p:cNvPr id="3" name="Picture 3" descr="A picture containing table, man, gong, clock&#10;&#10;Description generated with very high confidence">
            <a:extLst>
              <a:ext uri="{FF2B5EF4-FFF2-40B4-BE49-F238E27FC236}">
                <a16:creationId xmlns:a16="http://schemas.microsoft.com/office/drawing/2014/main" id="{66AA8674-AEC9-4407-A718-A390869BD335}"/>
              </a:ext>
            </a:extLst>
          </p:cNvPr>
          <p:cNvPicPr>
            <a:picLocks noChangeAspect="1"/>
          </p:cNvPicPr>
          <p:nvPr/>
        </p:nvPicPr>
        <p:blipFill>
          <a:blip r:embed="rId3"/>
          <a:stretch>
            <a:fillRect/>
          </a:stretch>
        </p:blipFill>
        <p:spPr>
          <a:xfrm>
            <a:off x="4545839" y="1620229"/>
            <a:ext cx="4287962" cy="44522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49155" y="122709"/>
            <a:ext cx="9687223" cy="1055931"/>
          </a:xfrm>
        </p:spPr>
        <p:txBody>
          <a:bodyPr/>
          <a:lstStyle/>
          <a:p>
            <a:pPr algn="ctr"/>
            <a:r>
              <a:rPr lang="en-US" sz="4000" b="1" dirty="0">
                <a:solidFill>
                  <a:schemeClr val="accent1">
                    <a:lumMod val="75000"/>
                  </a:schemeClr>
                </a:solidFill>
              </a:rPr>
              <a:t>Dining Philosophers: Naïve Solution</a:t>
            </a:r>
          </a:p>
        </p:txBody>
      </p:sp>
      <p:sp>
        <p:nvSpPr>
          <p:cNvPr id="6" name="TextBox 5"/>
          <p:cNvSpPr txBox="1"/>
          <p:nvPr/>
        </p:nvSpPr>
        <p:spPr>
          <a:xfrm>
            <a:off x="152400" y="1676400"/>
            <a:ext cx="4233354" cy="4893647"/>
          </a:xfrm>
          <a:prstGeom prst="rect">
            <a:avLst/>
          </a:prstGeom>
          <a:noFill/>
        </p:spPr>
        <p:txBody>
          <a:bodyPr wrap="square" rtlCol="0" anchor="t">
            <a:spAutoFit/>
          </a:bodyPr>
          <a:lstStyle/>
          <a:p>
            <a:pPr lvl="1">
              <a:buClr>
                <a:schemeClr val="accent1"/>
              </a:buClr>
            </a:pPr>
            <a:r>
              <a:rPr lang="en-NZ" sz="2400" dirty="0">
                <a:latin typeface="Arial"/>
                <a:cs typeface="Arial"/>
              </a:rPr>
              <a:t>Each philosopher will:</a:t>
            </a:r>
            <a:endParaRPr lang="en-US" dirty="0"/>
          </a:p>
          <a:p>
            <a:pPr marL="914400" lvl="1" indent="-457200">
              <a:buClr>
                <a:schemeClr val="accent1"/>
              </a:buClr>
              <a:buAutoNum type="arabicPeriod"/>
            </a:pPr>
            <a:r>
              <a:rPr lang="en-NZ" sz="2400" dirty="0">
                <a:latin typeface="Arial"/>
                <a:cs typeface="Arial"/>
              </a:rPr>
              <a:t>Think until the left fork is available, then pick it up.</a:t>
            </a:r>
            <a:endParaRPr lang="en-NZ" sz="2400" dirty="0">
              <a:cs typeface="Arial" charset="0"/>
            </a:endParaRPr>
          </a:p>
          <a:p>
            <a:pPr marL="914400" lvl="1" indent="-457200">
              <a:buClr>
                <a:schemeClr val="accent1"/>
              </a:buClr>
              <a:buAutoNum type="arabicPeriod"/>
            </a:pPr>
            <a:r>
              <a:rPr lang="en-NZ" sz="2400" dirty="0">
                <a:latin typeface="Arial"/>
                <a:cs typeface="Arial"/>
              </a:rPr>
              <a:t>Think until the right fork is available, then pick it up.</a:t>
            </a:r>
            <a:endParaRPr lang="en-NZ" sz="2400" dirty="0">
              <a:cs typeface="Arial" charset="0"/>
            </a:endParaRPr>
          </a:p>
          <a:p>
            <a:pPr marL="914400" lvl="1" indent="-457200">
              <a:buClr>
                <a:schemeClr val="accent1"/>
              </a:buClr>
              <a:buFontTx/>
              <a:buAutoNum type="arabicPeriod"/>
            </a:pPr>
            <a:r>
              <a:rPr lang="en-NZ" sz="2400" dirty="0">
                <a:latin typeface="Arial"/>
                <a:cs typeface="Arial"/>
              </a:rPr>
              <a:t>Eat for some amount of time.</a:t>
            </a:r>
            <a:endParaRPr lang="en-NZ" sz="2400" dirty="0">
              <a:cs typeface="Arial" charset="0"/>
            </a:endParaRPr>
          </a:p>
          <a:p>
            <a:pPr marL="914400" lvl="1" indent="-457200">
              <a:buClr>
                <a:schemeClr val="accent1"/>
              </a:buClr>
              <a:buFontTx/>
              <a:buAutoNum type="arabicPeriod"/>
            </a:pPr>
            <a:r>
              <a:rPr lang="en-NZ" sz="2400" dirty="0">
                <a:latin typeface="Arial"/>
                <a:cs typeface="Arial"/>
              </a:rPr>
              <a:t>Put down the right fork.</a:t>
            </a:r>
            <a:endParaRPr lang="en-NZ" sz="2400" dirty="0">
              <a:cs typeface="Arial" charset="0"/>
            </a:endParaRPr>
          </a:p>
          <a:p>
            <a:pPr marL="914400" lvl="1" indent="-457200">
              <a:buClr>
                <a:schemeClr val="accent1"/>
              </a:buClr>
              <a:buFontTx/>
              <a:buAutoNum type="arabicPeriod"/>
            </a:pPr>
            <a:r>
              <a:rPr lang="en-NZ" sz="2400" dirty="0">
                <a:latin typeface="Arial"/>
                <a:cs typeface="Arial"/>
              </a:rPr>
              <a:t>Put down the left fork.</a:t>
            </a:r>
            <a:endParaRPr lang="en-NZ" sz="2400" dirty="0">
              <a:cs typeface="Arial" charset="0"/>
            </a:endParaRPr>
          </a:p>
          <a:p>
            <a:pPr marL="914400" lvl="1" indent="-457200">
              <a:buClr>
                <a:schemeClr val="accent1"/>
              </a:buClr>
              <a:buFontTx/>
              <a:buAutoNum type="arabicPeriod"/>
            </a:pPr>
            <a:r>
              <a:rPr lang="en-NZ" sz="2400" dirty="0">
                <a:latin typeface="Arial"/>
                <a:cs typeface="Arial"/>
              </a:rPr>
              <a:t>Repeat.</a:t>
            </a:r>
            <a:endParaRPr lang="en-NZ" sz="2400" dirty="0">
              <a:cs typeface="Arial" charset="0"/>
            </a:endParaRPr>
          </a:p>
          <a:p>
            <a:pPr marL="800100" lvl="1" indent="-342900">
              <a:buClr>
                <a:schemeClr val="accent1"/>
              </a:buClr>
              <a:buFont typeface="Arial" charset="2"/>
              <a:buChar char="•"/>
            </a:pPr>
            <a:endParaRPr lang="en-NZ" sz="2400" dirty="0">
              <a:cs typeface="Arial" charset="0"/>
            </a:endParaRPr>
          </a:p>
        </p:txBody>
      </p:sp>
      <p:pic>
        <p:nvPicPr>
          <p:cNvPr id="3" name="Picture 3" descr="A picture containing table, man, gong, clock&#10;&#10;Description generated with very high confidence">
            <a:extLst>
              <a:ext uri="{FF2B5EF4-FFF2-40B4-BE49-F238E27FC236}">
                <a16:creationId xmlns:a16="http://schemas.microsoft.com/office/drawing/2014/main" id="{66AA8674-AEC9-4407-A718-A390869BD335}"/>
              </a:ext>
            </a:extLst>
          </p:cNvPr>
          <p:cNvPicPr>
            <a:picLocks noChangeAspect="1"/>
          </p:cNvPicPr>
          <p:nvPr/>
        </p:nvPicPr>
        <p:blipFill>
          <a:blip r:embed="rId3"/>
          <a:stretch>
            <a:fillRect/>
          </a:stretch>
        </p:blipFill>
        <p:spPr>
          <a:xfrm>
            <a:off x="4545839" y="1620229"/>
            <a:ext cx="4287962" cy="4452211"/>
          </a:xfrm>
          <a:prstGeom prst="rect">
            <a:avLst/>
          </a:prstGeom>
        </p:spPr>
      </p:pic>
    </p:spTree>
    <p:extLst>
      <p:ext uri="{BB962C8B-B14F-4D97-AF65-F5344CB8AC3E}">
        <p14:creationId xmlns:p14="http://schemas.microsoft.com/office/powerpoint/2010/main" val="3753682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A picture containing table, man, gong, clock&#10;&#10;Description generated with very high confidence">
            <a:extLst>
              <a:ext uri="{FF2B5EF4-FFF2-40B4-BE49-F238E27FC236}">
                <a16:creationId xmlns:a16="http://schemas.microsoft.com/office/drawing/2014/main" id="{66AA8674-AEC9-4407-A718-A390869BD335}"/>
              </a:ext>
            </a:extLst>
          </p:cNvPr>
          <p:cNvPicPr>
            <a:picLocks noChangeAspect="1"/>
          </p:cNvPicPr>
          <p:nvPr/>
        </p:nvPicPr>
        <p:blipFill>
          <a:blip r:embed="rId3"/>
          <a:stretch>
            <a:fillRect/>
          </a:stretch>
        </p:blipFill>
        <p:spPr>
          <a:xfrm>
            <a:off x="4545839" y="1620229"/>
            <a:ext cx="4287962" cy="4452211"/>
          </a:xfrm>
          <a:prstGeom prst="rect">
            <a:avLst/>
          </a:prstGeom>
        </p:spPr>
      </p:pic>
      <p:sp>
        <p:nvSpPr>
          <p:cNvPr id="2" name="Title 1"/>
          <p:cNvSpPr>
            <a:spLocks noGrp="1"/>
          </p:cNvSpPr>
          <p:nvPr>
            <p:ph type="title" idx="4294967295"/>
          </p:nvPr>
        </p:nvSpPr>
        <p:spPr>
          <a:xfrm>
            <a:off x="-249155" y="122709"/>
            <a:ext cx="9687223" cy="1055931"/>
          </a:xfrm>
        </p:spPr>
        <p:txBody>
          <a:bodyPr/>
          <a:lstStyle/>
          <a:p>
            <a:pPr algn="ctr"/>
            <a:r>
              <a:rPr lang="en-US" sz="4000" b="1" dirty="0">
                <a:solidFill>
                  <a:schemeClr val="accent1">
                    <a:lumMod val="75000"/>
                  </a:schemeClr>
                </a:solidFill>
              </a:rPr>
              <a:t>Conditions for Deadlock</a:t>
            </a:r>
            <a:endParaRPr lang="en-US" dirty="0"/>
          </a:p>
        </p:txBody>
      </p:sp>
      <p:sp>
        <p:nvSpPr>
          <p:cNvPr id="6" name="TextBox 5"/>
          <p:cNvSpPr txBox="1"/>
          <p:nvPr/>
        </p:nvSpPr>
        <p:spPr>
          <a:xfrm>
            <a:off x="152400" y="1676400"/>
            <a:ext cx="8817811" cy="4524315"/>
          </a:xfrm>
          <a:prstGeom prst="rect">
            <a:avLst/>
          </a:prstGeom>
          <a:solidFill>
            <a:srgbClr val="FFFFFF">
              <a:alpha val="85000"/>
            </a:srgbClr>
          </a:solidFill>
        </p:spPr>
        <p:txBody>
          <a:bodyPr wrap="square" rtlCol="0" anchor="t">
            <a:spAutoFit/>
          </a:bodyPr>
          <a:lstStyle/>
          <a:p>
            <a:pPr marL="800100" lvl="1" indent="-342900">
              <a:buClr>
                <a:schemeClr val="accent1"/>
              </a:buClr>
              <a:buFont typeface="Arial" charset="2"/>
              <a:buChar char="•"/>
            </a:pPr>
            <a:r>
              <a:rPr lang="en-NZ" sz="2400" b="1" dirty="0">
                <a:latin typeface="+mn-lt"/>
              </a:rPr>
              <a:t>Mutual exclusion:</a:t>
            </a:r>
            <a:r>
              <a:rPr lang="en-NZ" sz="2400" dirty="0">
                <a:latin typeface="+mn-lt"/>
              </a:rPr>
              <a:t> no two philosophers can use the same fork at the same time.</a:t>
            </a:r>
          </a:p>
          <a:p>
            <a:pPr marL="800100" lvl="1" indent="-342900">
              <a:buClr>
                <a:schemeClr val="accent1"/>
              </a:buClr>
              <a:buFont typeface="Arial" charset="2"/>
              <a:buChar char="•"/>
            </a:pPr>
            <a:endParaRPr lang="en-NZ" sz="2400" dirty="0">
              <a:latin typeface="Calisto MT"/>
              <a:cs typeface="Arial"/>
            </a:endParaRPr>
          </a:p>
          <a:p>
            <a:pPr marL="800100" lvl="1" indent="-342900">
              <a:buClr>
                <a:schemeClr val="accent1"/>
              </a:buClr>
              <a:buFont typeface="Arial" charset="2"/>
              <a:buChar char="•"/>
            </a:pPr>
            <a:r>
              <a:rPr lang="en-NZ" sz="2400" b="1" dirty="0">
                <a:latin typeface="Calisto MT"/>
                <a:cs typeface="Arial"/>
              </a:rPr>
              <a:t>Hold-and-wait:</a:t>
            </a:r>
            <a:r>
              <a:rPr lang="en-NZ" sz="2400" dirty="0">
                <a:latin typeface="Calisto MT"/>
                <a:cs typeface="Arial"/>
              </a:rPr>
              <a:t> we hold the left fork while waiting for the right to become available.</a:t>
            </a:r>
          </a:p>
          <a:p>
            <a:pPr marL="800100" lvl="1" indent="-342900">
              <a:buClr>
                <a:schemeClr val="accent1"/>
              </a:buClr>
              <a:buFont typeface="Arial" charset="2"/>
              <a:buChar char="•"/>
            </a:pPr>
            <a:endParaRPr lang="en-NZ" sz="2400" dirty="0">
              <a:latin typeface="Calisto MT"/>
              <a:cs typeface="Arial"/>
            </a:endParaRPr>
          </a:p>
          <a:p>
            <a:pPr marL="800100" lvl="1" indent="-342900">
              <a:buClr>
                <a:schemeClr val="accent1"/>
              </a:buClr>
              <a:buFont typeface="Arial" charset="2"/>
              <a:buChar char="•"/>
            </a:pPr>
            <a:r>
              <a:rPr lang="en-NZ" sz="2400" b="1" dirty="0">
                <a:latin typeface="Calisto MT"/>
                <a:cs typeface="Arial"/>
              </a:rPr>
              <a:t>No pre-emption:</a:t>
            </a:r>
            <a:r>
              <a:rPr lang="en-NZ" sz="2400" dirty="0">
                <a:latin typeface="Calisto MT"/>
                <a:cs typeface="Arial"/>
              </a:rPr>
              <a:t> the philosophers cannot steal the forks from each other, since they are civilized people.</a:t>
            </a:r>
          </a:p>
          <a:p>
            <a:pPr marL="800100" lvl="1" indent="-342900">
              <a:buClr>
                <a:schemeClr val="accent1"/>
              </a:buClr>
              <a:buFont typeface="Arial" charset="2"/>
              <a:buChar char="•"/>
            </a:pPr>
            <a:endParaRPr lang="en-NZ" sz="2400" dirty="0">
              <a:latin typeface="Calisto MT"/>
              <a:cs typeface="Arial"/>
            </a:endParaRPr>
          </a:p>
          <a:p>
            <a:pPr marL="800100" lvl="1" indent="-342900">
              <a:buClr>
                <a:schemeClr val="accent1"/>
              </a:buClr>
              <a:buFont typeface="Arial" charset="2"/>
              <a:buChar char="•"/>
            </a:pPr>
            <a:r>
              <a:rPr lang="en-NZ" sz="2400" b="1" dirty="0">
                <a:latin typeface="Calisto MT"/>
                <a:cs typeface="Arial"/>
              </a:rPr>
              <a:t>Circular wait:</a:t>
            </a:r>
            <a:r>
              <a:rPr lang="en-NZ" sz="2400" dirty="0">
                <a:latin typeface="Calisto MT"/>
                <a:cs typeface="Arial"/>
              </a:rPr>
              <a:t> one philosopher may be holding the left fork, waiting on the right while the philosopher next to him may be waiting on the held fork.</a:t>
            </a:r>
            <a:endParaRPr lang="en-NZ" sz="2400" dirty="0">
              <a:latin typeface="Calisto MT"/>
              <a:cs typeface="Arial" charset="0"/>
            </a:endParaRPr>
          </a:p>
        </p:txBody>
      </p:sp>
    </p:spTree>
    <p:extLst>
      <p:ext uri="{BB962C8B-B14F-4D97-AF65-F5344CB8AC3E}">
        <p14:creationId xmlns:p14="http://schemas.microsoft.com/office/powerpoint/2010/main" val="2833399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A picture containing table, man, gong, clock&#10;&#10;Description generated with very high confidence">
            <a:extLst>
              <a:ext uri="{FF2B5EF4-FFF2-40B4-BE49-F238E27FC236}">
                <a16:creationId xmlns:a16="http://schemas.microsoft.com/office/drawing/2014/main" id="{66AA8674-AEC9-4407-A718-A390869BD335}"/>
              </a:ext>
            </a:extLst>
          </p:cNvPr>
          <p:cNvPicPr>
            <a:picLocks noChangeAspect="1"/>
          </p:cNvPicPr>
          <p:nvPr/>
        </p:nvPicPr>
        <p:blipFill>
          <a:blip r:embed="rId3"/>
          <a:stretch>
            <a:fillRect/>
          </a:stretch>
        </p:blipFill>
        <p:spPr>
          <a:xfrm>
            <a:off x="4545839" y="1620229"/>
            <a:ext cx="4287962" cy="4452211"/>
          </a:xfrm>
          <a:prstGeom prst="rect">
            <a:avLst/>
          </a:prstGeom>
        </p:spPr>
      </p:pic>
      <p:sp>
        <p:nvSpPr>
          <p:cNvPr id="2" name="Title 1"/>
          <p:cNvSpPr>
            <a:spLocks noGrp="1"/>
          </p:cNvSpPr>
          <p:nvPr>
            <p:ph type="title" idx="4294967295"/>
          </p:nvPr>
        </p:nvSpPr>
        <p:spPr>
          <a:xfrm>
            <a:off x="-249155" y="122709"/>
            <a:ext cx="9687223" cy="1055931"/>
          </a:xfrm>
        </p:spPr>
        <p:txBody>
          <a:bodyPr/>
          <a:lstStyle/>
          <a:p>
            <a:pPr algn="ctr"/>
            <a:r>
              <a:rPr lang="en-US" sz="4000" b="1" dirty="0">
                <a:solidFill>
                  <a:schemeClr val="accent1">
                    <a:lumMod val="75000"/>
                  </a:schemeClr>
                </a:solidFill>
              </a:rPr>
              <a:t>Dining Philosophers: Naïve v2.0</a:t>
            </a:r>
          </a:p>
        </p:txBody>
      </p:sp>
      <p:sp>
        <p:nvSpPr>
          <p:cNvPr id="6" name="TextBox 5"/>
          <p:cNvSpPr txBox="1"/>
          <p:nvPr/>
        </p:nvSpPr>
        <p:spPr>
          <a:xfrm>
            <a:off x="152400" y="1676400"/>
            <a:ext cx="8792896" cy="4431983"/>
          </a:xfrm>
          <a:prstGeom prst="rect">
            <a:avLst/>
          </a:prstGeom>
          <a:solidFill>
            <a:srgbClr val="FFFFFF">
              <a:alpha val="85000"/>
            </a:srgbClr>
          </a:solidFill>
        </p:spPr>
        <p:txBody>
          <a:bodyPr wrap="square" rtlCol="0" anchor="t">
            <a:spAutoFit/>
          </a:bodyPr>
          <a:lstStyle/>
          <a:p>
            <a:pPr lvl="1">
              <a:buClr>
                <a:schemeClr val="accent1"/>
              </a:buClr>
            </a:pPr>
            <a:r>
              <a:rPr lang="en-NZ" dirty="0">
                <a:latin typeface="Arial"/>
                <a:cs typeface="Arial"/>
              </a:rPr>
              <a:t>Each philosopher will:</a:t>
            </a:r>
            <a:endParaRPr lang="en-US" dirty="0">
              <a:cs typeface="Arial"/>
            </a:endParaRPr>
          </a:p>
          <a:p>
            <a:pPr marL="914400" lvl="1" indent="-457200">
              <a:buClr>
                <a:schemeClr val="accent1"/>
              </a:buClr>
              <a:buAutoNum type="arabicPeriod"/>
            </a:pPr>
            <a:r>
              <a:rPr lang="en-NZ" sz="2400" dirty="0">
                <a:latin typeface="Arial"/>
                <a:cs typeface="Arial"/>
              </a:rPr>
              <a:t>Think until the left fork is available, then pick it up.</a:t>
            </a:r>
            <a:endParaRPr lang="en-NZ" sz="2400" dirty="0">
              <a:cs typeface="Arial" charset="0"/>
            </a:endParaRPr>
          </a:p>
          <a:p>
            <a:pPr marL="914400" lvl="1" indent="-457200">
              <a:buClr>
                <a:schemeClr val="accent1"/>
              </a:buClr>
              <a:buAutoNum type="arabicPeriod"/>
            </a:pPr>
            <a:r>
              <a:rPr lang="en-NZ" sz="2400" dirty="0">
                <a:latin typeface="Arial"/>
                <a:cs typeface="Arial"/>
              </a:rPr>
              <a:t>Think until the right fork is available, then pick it up.</a:t>
            </a:r>
            <a:endParaRPr lang="en-NZ" sz="2400" dirty="0">
              <a:cs typeface="Arial" charset="0"/>
            </a:endParaRPr>
          </a:p>
          <a:p>
            <a:pPr marL="1371600" lvl="2" indent="-457200">
              <a:buClr>
                <a:schemeClr val="accent1"/>
              </a:buClr>
              <a:buFont typeface="Arial"/>
              <a:buChar char="•"/>
            </a:pPr>
            <a:r>
              <a:rPr lang="en-NZ" sz="2400" dirty="0">
                <a:latin typeface="Arial"/>
                <a:cs typeface="Arial"/>
              </a:rPr>
              <a:t>If the right fork does not become available </a:t>
            </a:r>
            <a:r>
              <a:rPr lang="en-NZ" sz="2400" dirty="0">
                <a:solidFill>
                  <a:srgbClr val="FF0000"/>
                </a:solidFill>
                <a:highlight>
                  <a:srgbClr val="FFFF00"/>
                </a:highlight>
                <a:latin typeface="Arial"/>
                <a:cs typeface="Arial"/>
              </a:rPr>
              <a:t>after some amount of time</a:t>
            </a:r>
            <a:r>
              <a:rPr lang="en-NZ" sz="2400" dirty="0">
                <a:latin typeface="Arial"/>
                <a:cs typeface="Arial"/>
              </a:rPr>
              <a:t>, put down the left fork and think for some amount of time, then go to step 1.</a:t>
            </a:r>
            <a:endParaRPr lang="en-NZ" sz="2400" dirty="0">
              <a:cs typeface="Arial" charset="0"/>
            </a:endParaRPr>
          </a:p>
          <a:p>
            <a:pPr marL="914400" lvl="1" indent="-457200">
              <a:buClr>
                <a:schemeClr val="accent1"/>
              </a:buClr>
              <a:buFontTx/>
              <a:buAutoNum type="arabicPeriod"/>
            </a:pPr>
            <a:r>
              <a:rPr lang="en-NZ" sz="2400" dirty="0">
                <a:latin typeface="Arial"/>
                <a:cs typeface="Arial"/>
              </a:rPr>
              <a:t>Eat for some amount of time.</a:t>
            </a:r>
            <a:endParaRPr lang="en-NZ" sz="2400" dirty="0">
              <a:cs typeface="Arial" charset="0"/>
            </a:endParaRPr>
          </a:p>
          <a:p>
            <a:pPr marL="914400" lvl="1" indent="-457200">
              <a:buClr>
                <a:schemeClr val="accent1"/>
              </a:buClr>
              <a:buFontTx/>
              <a:buAutoNum type="arabicPeriod"/>
            </a:pPr>
            <a:r>
              <a:rPr lang="en-NZ" sz="2400" dirty="0">
                <a:latin typeface="Arial"/>
                <a:cs typeface="Arial"/>
              </a:rPr>
              <a:t>Put down the right fork.</a:t>
            </a:r>
            <a:endParaRPr lang="en-NZ" sz="2400" dirty="0">
              <a:cs typeface="Arial" charset="0"/>
            </a:endParaRPr>
          </a:p>
          <a:p>
            <a:pPr marL="914400" lvl="1" indent="-457200">
              <a:buClr>
                <a:schemeClr val="accent1"/>
              </a:buClr>
              <a:buFontTx/>
              <a:buAutoNum type="arabicPeriod"/>
            </a:pPr>
            <a:r>
              <a:rPr lang="en-NZ" sz="2400" dirty="0">
                <a:latin typeface="Arial"/>
                <a:cs typeface="Arial"/>
              </a:rPr>
              <a:t>Put down the left fork.</a:t>
            </a:r>
            <a:endParaRPr lang="en-NZ" sz="2400" dirty="0">
              <a:cs typeface="Arial" charset="0"/>
            </a:endParaRPr>
          </a:p>
          <a:p>
            <a:pPr marL="914400" lvl="1" indent="-457200">
              <a:buClr>
                <a:schemeClr val="accent1"/>
              </a:buClr>
              <a:buFontTx/>
              <a:buAutoNum type="arabicPeriod"/>
            </a:pPr>
            <a:r>
              <a:rPr lang="en-NZ" sz="2400" dirty="0">
                <a:latin typeface="Arial"/>
                <a:cs typeface="Arial"/>
              </a:rPr>
              <a:t>Repeat.</a:t>
            </a:r>
            <a:endParaRPr lang="en-NZ" sz="2400" dirty="0">
              <a:cs typeface="Arial" charset="0"/>
            </a:endParaRPr>
          </a:p>
          <a:p>
            <a:pPr marL="800100" lvl="1" indent="-342900">
              <a:buClr>
                <a:schemeClr val="accent1"/>
              </a:buClr>
              <a:buFont typeface="Arial" charset="2"/>
              <a:buChar char="•"/>
            </a:pPr>
            <a:endParaRPr lang="en-NZ" sz="2400" dirty="0">
              <a:cs typeface="Arial" charset="0"/>
            </a:endParaRPr>
          </a:p>
          <a:p>
            <a:pPr marL="800100" lvl="1" indent="-342900">
              <a:buClr>
                <a:schemeClr val="accent1"/>
              </a:buClr>
              <a:buFont typeface="Arial" charset="2"/>
              <a:buChar char="•"/>
            </a:pPr>
            <a:endParaRPr lang="en-NZ" sz="2400" dirty="0">
              <a:cs typeface="Arial" charset="0"/>
            </a:endParaRPr>
          </a:p>
        </p:txBody>
      </p:sp>
    </p:spTree>
    <p:extLst>
      <p:ext uri="{BB962C8B-B14F-4D97-AF65-F5344CB8AC3E}">
        <p14:creationId xmlns:p14="http://schemas.microsoft.com/office/powerpoint/2010/main" val="571886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A picture containing table, man, gong, clock&#10;&#10;Description generated with very high confidence">
            <a:extLst>
              <a:ext uri="{FF2B5EF4-FFF2-40B4-BE49-F238E27FC236}">
                <a16:creationId xmlns:a16="http://schemas.microsoft.com/office/drawing/2014/main" id="{66AA8674-AEC9-4407-A718-A390869BD335}"/>
              </a:ext>
            </a:extLst>
          </p:cNvPr>
          <p:cNvPicPr>
            <a:picLocks noChangeAspect="1"/>
          </p:cNvPicPr>
          <p:nvPr/>
        </p:nvPicPr>
        <p:blipFill>
          <a:blip r:embed="rId3"/>
          <a:stretch>
            <a:fillRect/>
          </a:stretch>
        </p:blipFill>
        <p:spPr>
          <a:xfrm>
            <a:off x="4545839" y="1620229"/>
            <a:ext cx="4287962" cy="4452211"/>
          </a:xfrm>
          <a:prstGeom prst="rect">
            <a:avLst/>
          </a:prstGeom>
        </p:spPr>
      </p:pic>
      <p:sp>
        <p:nvSpPr>
          <p:cNvPr id="2" name="Title 1"/>
          <p:cNvSpPr>
            <a:spLocks noGrp="1"/>
          </p:cNvSpPr>
          <p:nvPr>
            <p:ph type="title" idx="4294967295"/>
          </p:nvPr>
        </p:nvSpPr>
        <p:spPr>
          <a:xfrm>
            <a:off x="-249155" y="122709"/>
            <a:ext cx="9687223" cy="1055931"/>
          </a:xfrm>
        </p:spPr>
        <p:txBody>
          <a:bodyPr/>
          <a:lstStyle/>
          <a:p>
            <a:pPr algn="ctr"/>
            <a:r>
              <a:rPr lang="en-US" sz="4000" b="1" dirty="0">
                <a:solidFill>
                  <a:schemeClr val="accent1">
                    <a:lumMod val="75000"/>
                  </a:schemeClr>
                </a:solidFill>
              </a:rPr>
              <a:t>Dining Philosophers: Waiter Solution</a:t>
            </a:r>
          </a:p>
        </p:txBody>
      </p:sp>
      <p:sp>
        <p:nvSpPr>
          <p:cNvPr id="6" name="TextBox 5"/>
          <p:cNvSpPr txBox="1"/>
          <p:nvPr/>
        </p:nvSpPr>
        <p:spPr>
          <a:xfrm>
            <a:off x="149391" y="1178640"/>
            <a:ext cx="8792896" cy="6278642"/>
          </a:xfrm>
          <a:prstGeom prst="rect">
            <a:avLst/>
          </a:prstGeom>
          <a:solidFill>
            <a:srgbClr val="FFFFFF">
              <a:alpha val="85000"/>
            </a:srgbClr>
          </a:solidFill>
        </p:spPr>
        <p:txBody>
          <a:bodyPr wrap="square" rtlCol="0" anchor="t">
            <a:spAutoFit/>
          </a:bodyPr>
          <a:lstStyle/>
          <a:p>
            <a:pPr lvl="1">
              <a:buClr>
                <a:schemeClr val="accent1"/>
              </a:buClr>
            </a:pPr>
            <a:r>
              <a:rPr lang="en-NZ" dirty="0">
                <a:latin typeface="Arial"/>
                <a:cs typeface="Arial"/>
              </a:rPr>
              <a:t>Each philosopher will:</a:t>
            </a:r>
            <a:endParaRPr lang="en-US" dirty="0">
              <a:cs typeface="Arial"/>
            </a:endParaRPr>
          </a:p>
          <a:p>
            <a:pPr marL="914400" lvl="1" indent="-457200">
              <a:buClr>
                <a:schemeClr val="accent1"/>
              </a:buClr>
              <a:buAutoNum type="arabicPeriod"/>
            </a:pPr>
            <a:r>
              <a:rPr lang="en-NZ" sz="2400" dirty="0">
                <a:latin typeface="Arial"/>
                <a:cs typeface="Arial"/>
              </a:rPr>
              <a:t>Ask a </a:t>
            </a:r>
            <a:r>
              <a:rPr lang="en-NZ" sz="2400" dirty="0">
                <a:highlight>
                  <a:srgbClr val="FFFF00"/>
                </a:highlight>
                <a:latin typeface="Arial"/>
                <a:cs typeface="Arial"/>
              </a:rPr>
              <a:t>waiter</a:t>
            </a:r>
            <a:r>
              <a:rPr lang="en-NZ" sz="2400" dirty="0">
                <a:latin typeface="Arial"/>
                <a:cs typeface="Arial"/>
              </a:rPr>
              <a:t> for permission to pick up the forks.</a:t>
            </a:r>
            <a:endParaRPr lang="en-NZ" sz="2400" dirty="0">
              <a:cs typeface="Arial" charset="0"/>
            </a:endParaRPr>
          </a:p>
          <a:p>
            <a:pPr marL="914400" lvl="1" indent="-457200">
              <a:buClr>
                <a:schemeClr val="accent1"/>
              </a:buClr>
              <a:buAutoNum type="arabicPeriod"/>
            </a:pPr>
            <a:r>
              <a:rPr lang="en-NZ" sz="2400" dirty="0">
                <a:latin typeface="Arial"/>
                <a:cs typeface="Arial"/>
              </a:rPr>
              <a:t>Think until the waiter gives permission.</a:t>
            </a:r>
            <a:endParaRPr lang="en-NZ" sz="2400" dirty="0">
              <a:cs typeface="Arial" charset="0"/>
            </a:endParaRPr>
          </a:p>
          <a:p>
            <a:pPr marL="914400" lvl="1" indent="-457200">
              <a:buClr>
                <a:schemeClr val="accent1"/>
              </a:buClr>
              <a:buAutoNum type="arabicPeriod"/>
            </a:pPr>
            <a:r>
              <a:rPr lang="en-NZ" sz="2400" dirty="0">
                <a:latin typeface="Arial"/>
                <a:cs typeface="Arial"/>
              </a:rPr>
              <a:t>Pick up the left fork.</a:t>
            </a:r>
            <a:endParaRPr lang="en-NZ" sz="2400" dirty="0">
              <a:cs typeface="Arial" charset="0"/>
            </a:endParaRPr>
          </a:p>
          <a:p>
            <a:pPr marL="914400" lvl="1" indent="-457200">
              <a:buClr>
                <a:schemeClr val="accent1"/>
              </a:buClr>
              <a:buFontTx/>
              <a:buAutoNum type="arabicPeriod"/>
            </a:pPr>
            <a:r>
              <a:rPr lang="en-NZ" sz="2400" dirty="0">
                <a:latin typeface="Arial"/>
                <a:cs typeface="Arial"/>
              </a:rPr>
              <a:t>Pick up the right fork.</a:t>
            </a:r>
          </a:p>
          <a:p>
            <a:pPr marL="914400" lvl="1" indent="-457200">
              <a:buClr>
                <a:schemeClr val="accent1"/>
              </a:buClr>
              <a:buFontTx/>
              <a:buAutoNum type="arabicPeriod"/>
            </a:pPr>
            <a:r>
              <a:rPr lang="en-NZ" sz="2400" dirty="0">
                <a:latin typeface="Arial"/>
                <a:cs typeface="Arial"/>
              </a:rPr>
              <a:t>Tell the </a:t>
            </a:r>
            <a:r>
              <a:rPr lang="en-NZ" sz="2400" dirty="0">
                <a:highlight>
                  <a:srgbClr val="FFFF00"/>
                </a:highlight>
                <a:latin typeface="Arial"/>
                <a:cs typeface="Arial"/>
              </a:rPr>
              <a:t>waiter</a:t>
            </a:r>
            <a:r>
              <a:rPr lang="en-NZ" sz="2400" dirty="0">
                <a:latin typeface="Arial"/>
                <a:cs typeface="Arial"/>
              </a:rPr>
              <a:t> they are done picking up their forks (release control of the waiter).</a:t>
            </a:r>
          </a:p>
          <a:p>
            <a:pPr marL="914400" lvl="1" indent="-457200">
              <a:buClr>
                <a:schemeClr val="accent1"/>
              </a:buClr>
              <a:buFontTx/>
              <a:buAutoNum type="arabicPeriod"/>
            </a:pPr>
            <a:r>
              <a:rPr lang="en-NZ" sz="2400" dirty="0">
                <a:latin typeface="Arial"/>
                <a:cs typeface="Arial"/>
              </a:rPr>
              <a:t>Eat for some amount of time.</a:t>
            </a:r>
            <a:endParaRPr lang="en-NZ" sz="2400" dirty="0">
              <a:cs typeface="Arial" charset="0"/>
            </a:endParaRPr>
          </a:p>
          <a:p>
            <a:pPr marL="914400" lvl="1" indent="-457200">
              <a:buClr>
                <a:schemeClr val="accent1"/>
              </a:buClr>
              <a:buFontTx/>
              <a:buAutoNum type="arabicPeriod"/>
            </a:pPr>
            <a:r>
              <a:rPr lang="en-NZ" sz="2400" dirty="0">
                <a:latin typeface="Arial"/>
                <a:cs typeface="Arial"/>
              </a:rPr>
              <a:t>Put down the right fork.</a:t>
            </a:r>
            <a:endParaRPr lang="en-NZ" sz="2400" dirty="0">
              <a:cs typeface="Arial" charset="0"/>
            </a:endParaRPr>
          </a:p>
          <a:p>
            <a:pPr marL="914400" lvl="1" indent="-457200">
              <a:buClr>
                <a:schemeClr val="accent1"/>
              </a:buClr>
              <a:buFontTx/>
              <a:buAutoNum type="arabicPeriod"/>
            </a:pPr>
            <a:r>
              <a:rPr lang="en-NZ" sz="2400" dirty="0">
                <a:latin typeface="Arial"/>
                <a:cs typeface="Arial"/>
              </a:rPr>
              <a:t>Put down the left fork.</a:t>
            </a:r>
            <a:endParaRPr lang="en-NZ" sz="2400" dirty="0">
              <a:cs typeface="Arial" charset="0"/>
            </a:endParaRPr>
          </a:p>
          <a:p>
            <a:pPr marL="914400" lvl="1" indent="-457200">
              <a:buClr>
                <a:schemeClr val="accent1"/>
              </a:buClr>
              <a:buFontTx/>
              <a:buAutoNum type="arabicPeriod"/>
            </a:pPr>
            <a:r>
              <a:rPr lang="en-NZ" sz="2400" dirty="0">
                <a:latin typeface="Arial"/>
                <a:cs typeface="Arial"/>
              </a:rPr>
              <a:t>Repeat.</a:t>
            </a:r>
            <a:endParaRPr lang="en-NZ" sz="2400" dirty="0">
              <a:cs typeface="Arial" charset="0"/>
            </a:endParaRPr>
          </a:p>
          <a:p>
            <a:pPr marL="914400" lvl="1" indent="-457200">
              <a:buClr>
                <a:schemeClr val="accent1"/>
              </a:buClr>
              <a:buFontTx/>
              <a:buAutoNum type="arabicPeriod"/>
            </a:pPr>
            <a:endParaRPr lang="en-NZ" sz="2400" dirty="0">
              <a:cs typeface="Arial" charset="0"/>
            </a:endParaRPr>
          </a:p>
          <a:p>
            <a:pPr lvl="1">
              <a:buClr>
                <a:schemeClr val="accent1"/>
              </a:buClr>
            </a:pPr>
            <a:r>
              <a:rPr lang="en-NZ" sz="2400" dirty="0">
                <a:latin typeface="Arial"/>
                <a:cs typeface="Arial"/>
              </a:rPr>
              <a:t>The waiter is restricted to only giving permission to a single philosopher at a time, and won't give permission unless both of the philosopher's forks are available.</a:t>
            </a:r>
            <a:endParaRPr lang="en-NZ" sz="2400" dirty="0">
              <a:cs typeface="Arial" charset="0"/>
            </a:endParaRPr>
          </a:p>
          <a:p>
            <a:pPr marL="800100" lvl="1" indent="-342900">
              <a:buClr>
                <a:schemeClr val="accent1"/>
              </a:buClr>
              <a:buFont typeface="Arial" charset="2"/>
              <a:buChar char="•"/>
            </a:pPr>
            <a:endParaRPr lang="en-NZ" sz="2400" dirty="0">
              <a:cs typeface="Arial" charset="0"/>
            </a:endParaRPr>
          </a:p>
          <a:p>
            <a:pPr marL="800100" lvl="1" indent="-342900">
              <a:buClr>
                <a:schemeClr val="accent1"/>
              </a:buClr>
              <a:buFont typeface="Arial" charset="2"/>
              <a:buChar char="•"/>
            </a:pPr>
            <a:endParaRPr lang="en-NZ" sz="2400" dirty="0">
              <a:cs typeface="Arial" charset="0"/>
            </a:endParaRPr>
          </a:p>
        </p:txBody>
      </p:sp>
    </p:spTree>
    <p:extLst>
      <p:ext uri="{BB962C8B-B14F-4D97-AF65-F5344CB8AC3E}">
        <p14:creationId xmlns:p14="http://schemas.microsoft.com/office/powerpoint/2010/main" val="1086387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A picture containing table, man, gong, clock&#10;&#10;Description generated with very high confidence">
            <a:extLst>
              <a:ext uri="{FF2B5EF4-FFF2-40B4-BE49-F238E27FC236}">
                <a16:creationId xmlns:a16="http://schemas.microsoft.com/office/drawing/2014/main" id="{66AA8674-AEC9-4407-A718-A390869BD335}"/>
              </a:ext>
            </a:extLst>
          </p:cNvPr>
          <p:cNvPicPr>
            <a:picLocks noChangeAspect="1"/>
          </p:cNvPicPr>
          <p:nvPr/>
        </p:nvPicPr>
        <p:blipFill>
          <a:blip r:embed="rId3"/>
          <a:stretch>
            <a:fillRect/>
          </a:stretch>
        </p:blipFill>
        <p:spPr>
          <a:xfrm>
            <a:off x="4545839" y="1620229"/>
            <a:ext cx="4287962" cy="4452211"/>
          </a:xfrm>
          <a:prstGeom prst="rect">
            <a:avLst/>
          </a:prstGeom>
        </p:spPr>
      </p:pic>
      <p:sp>
        <p:nvSpPr>
          <p:cNvPr id="2" name="Title 1"/>
          <p:cNvSpPr>
            <a:spLocks noGrp="1"/>
          </p:cNvSpPr>
          <p:nvPr>
            <p:ph type="title" idx="4294967295"/>
          </p:nvPr>
        </p:nvSpPr>
        <p:spPr>
          <a:xfrm>
            <a:off x="-249155" y="122709"/>
            <a:ext cx="9687223" cy="1055931"/>
          </a:xfrm>
        </p:spPr>
        <p:txBody>
          <a:bodyPr/>
          <a:lstStyle/>
          <a:p>
            <a:pPr algn="ctr"/>
            <a:r>
              <a:rPr lang="en-US" sz="4000" b="1" dirty="0">
                <a:solidFill>
                  <a:schemeClr val="accent1">
                    <a:lumMod val="75000"/>
                  </a:schemeClr>
                </a:solidFill>
              </a:rPr>
              <a:t>Dining Philosophers: Numbered Forks</a:t>
            </a:r>
          </a:p>
        </p:txBody>
      </p:sp>
      <p:sp>
        <p:nvSpPr>
          <p:cNvPr id="6" name="TextBox 5"/>
          <p:cNvSpPr txBox="1"/>
          <p:nvPr/>
        </p:nvSpPr>
        <p:spPr>
          <a:xfrm>
            <a:off x="152400" y="1676400"/>
            <a:ext cx="8792896" cy="4708981"/>
          </a:xfrm>
          <a:prstGeom prst="rect">
            <a:avLst/>
          </a:prstGeom>
          <a:solidFill>
            <a:srgbClr val="FFFFFF">
              <a:alpha val="85000"/>
            </a:srgbClr>
          </a:solidFill>
        </p:spPr>
        <p:txBody>
          <a:bodyPr wrap="square" rtlCol="0" anchor="t">
            <a:spAutoFit/>
          </a:bodyPr>
          <a:lstStyle/>
          <a:p>
            <a:pPr lvl="1">
              <a:buClr>
                <a:schemeClr val="accent1"/>
              </a:buClr>
            </a:pPr>
            <a:r>
              <a:rPr lang="en-NZ" sz="2400" dirty="0">
                <a:latin typeface="Arial"/>
                <a:cs typeface="Arial"/>
              </a:rPr>
              <a:t>Proposed by EWD. Every fork on the table has arbitrary and unique numbers (e.g., 1-5).</a:t>
            </a:r>
          </a:p>
          <a:p>
            <a:pPr lvl="1">
              <a:buClr>
                <a:schemeClr val="accent1"/>
              </a:buClr>
            </a:pPr>
            <a:endParaRPr lang="en-NZ" dirty="0">
              <a:latin typeface="Arial"/>
              <a:cs typeface="Arial"/>
            </a:endParaRPr>
          </a:p>
          <a:p>
            <a:pPr lvl="1">
              <a:buClr>
                <a:schemeClr val="accent1"/>
              </a:buClr>
            </a:pPr>
            <a:r>
              <a:rPr lang="en-NZ" dirty="0">
                <a:latin typeface="Arial"/>
                <a:cs typeface="Arial"/>
              </a:rPr>
              <a:t>Each philosopher will:</a:t>
            </a:r>
            <a:endParaRPr lang="en-US" dirty="0">
              <a:cs typeface="Arial"/>
            </a:endParaRPr>
          </a:p>
          <a:p>
            <a:pPr marL="914400" lvl="1" indent="-457200">
              <a:buClr>
                <a:schemeClr val="accent1"/>
              </a:buClr>
              <a:buAutoNum type="arabicPeriod"/>
            </a:pPr>
            <a:r>
              <a:rPr lang="en-NZ" sz="2400" dirty="0">
                <a:latin typeface="Arial"/>
                <a:cs typeface="Arial"/>
              </a:rPr>
              <a:t>Think until the lower numbered fork is available, then pick it up.</a:t>
            </a:r>
            <a:endParaRPr lang="en-NZ" sz="2400" dirty="0">
              <a:cs typeface="Arial" charset="0"/>
            </a:endParaRPr>
          </a:p>
          <a:p>
            <a:pPr marL="914400" lvl="1" indent="-457200">
              <a:buClr>
                <a:schemeClr val="accent1"/>
              </a:buClr>
              <a:buAutoNum type="arabicPeriod"/>
            </a:pPr>
            <a:r>
              <a:rPr lang="en-NZ" sz="2400" dirty="0">
                <a:latin typeface="Arial"/>
                <a:cs typeface="Arial"/>
              </a:rPr>
              <a:t>Think until the higher numbered fork is available, then pick it up.</a:t>
            </a:r>
            <a:endParaRPr lang="en-NZ" sz="2400" dirty="0">
              <a:cs typeface="Arial" charset="0"/>
            </a:endParaRPr>
          </a:p>
          <a:p>
            <a:pPr marL="914400" lvl="1" indent="-457200">
              <a:buClr>
                <a:schemeClr val="accent1"/>
              </a:buClr>
              <a:buFontTx/>
              <a:buAutoNum type="arabicPeriod"/>
            </a:pPr>
            <a:r>
              <a:rPr lang="en-NZ" sz="2400" dirty="0">
                <a:latin typeface="Arial"/>
                <a:cs typeface="Arial"/>
              </a:rPr>
              <a:t>Eat for some amount of time.</a:t>
            </a:r>
            <a:endParaRPr lang="en-NZ" sz="2400" dirty="0">
              <a:cs typeface="Arial" charset="0"/>
            </a:endParaRPr>
          </a:p>
          <a:p>
            <a:pPr marL="914400" lvl="1" indent="-457200">
              <a:buClr>
                <a:schemeClr val="accent1"/>
              </a:buClr>
              <a:buFontTx/>
              <a:buAutoNum type="arabicPeriod"/>
            </a:pPr>
            <a:r>
              <a:rPr lang="en-NZ" sz="2400" dirty="0">
                <a:latin typeface="Arial"/>
                <a:cs typeface="Arial"/>
              </a:rPr>
              <a:t>Put down both forks in either order.</a:t>
            </a:r>
            <a:endParaRPr lang="en-NZ" sz="2400" dirty="0">
              <a:cs typeface="Arial" charset="0"/>
            </a:endParaRPr>
          </a:p>
          <a:p>
            <a:pPr marL="914400" lvl="1" indent="-457200">
              <a:buClr>
                <a:schemeClr val="accent1"/>
              </a:buClr>
              <a:buFontTx/>
              <a:buAutoNum type="arabicPeriod"/>
            </a:pPr>
            <a:r>
              <a:rPr lang="en-NZ" sz="2400" dirty="0">
                <a:latin typeface="Arial"/>
                <a:cs typeface="Arial"/>
              </a:rPr>
              <a:t>Repeat.</a:t>
            </a:r>
            <a:endParaRPr lang="en-NZ" sz="2400" dirty="0">
              <a:cs typeface="Arial" charset="0"/>
            </a:endParaRPr>
          </a:p>
          <a:p>
            <a:pPr marL="800100" lvl="1" indent="-342900">
              <a:buClr>
                <a:schemeClr val="accent1"/>
              </a:buClr>
              <a:buFont typeface="Arial" charset="2"/>
              <a:buChar char="•"/>
            </a:pPr>
            <a:endParaRPr lang="en-NZ" sz="2400" dirty="0">
              <a:cs typeface="Arial" charset="0"/>
            </a:endParaRPr>
          </a:p>
          <a:p>
            <a:pPr marL="800100" lvl="1" indent="-342900">
              <a:buClr>
                <a:schemeClr val="accent1"/>
              </a:buClr>
              <a:buFont typeface="Arial" charset="2"/>
              <a:buChar char="•"/>
            </a:pPr>
            <a:endParaRPr lang="en-NZ" sz="2400" dirty="0">
              <a:cs typeface="Arial" charset="0"/>
            </a:endParaRPr>
          </a:p>
        </p:txBody>
      </p:sp>
    </p:spTree>
    <p:extLst>
      <p:ext uri="{BB962C8B-B14F-4D97-AF65-F5344CB8AC3E}">
        <p14:creationId xmlns:p14="http://schemas.microsoft.com/office/powerpoint/2010/main" val="4182971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824788" cy="1323041"/>
          </a:xfrm>
        </p:spPr>
        <p:txBody>
          <a:bodyPr/>
          <a:lstStyle/>
          <a:p>
            <a:r>
              <a:rPr lang="en-NZ" b="1" dirty="0">
                <a:solidFill>
                  <a:schemeClr val="accent6">
                    <a:lumMod val="75000"/>
                  </a:schemeClr>
                </a:solidFill>
              </a:rPr>
              <a:t>Dealing with Deadlock</a:t>
            </a:r>
          </a:p>
        </p:txBody>
      </p:sp>
      <p:sp>
        <p:nvSpPr>
          <p:cNvPr id="3" name="Content Placeholder 2"/>
          <p:cNvSpPr>
            <a:spLocks noGrp="1"/>
          </p:cNvSpPr>
          <p:nvPr>
            <p:ph idx="4294967295"/>
          </p:nvPr>
        </p:nvSpPr>
        <p:spPr>
          <a:xfrm>
            <a:off x="838200" y="1981200"/>
            <a:ext cx="8305800" cy="2057400"/>
          </a:xfrm>
        </p:spPr>
        <p:txBody>
          <a:bodyPr vert="horz" lIns="91440" tIns="45720" rIns="91440" bIns="45720" rtlCol="0" anchor="t">
            <a:normAutofit/>
          </a:bodyPr>
          <a:lstStyle/>
          <a:p>
            <a:pPr marL="0" indent="0">
              <a:buNone/>
            </a:pPr>
            <a:r>
              <a:rPr lang="en-NZ" sz="2200" dirty="0"/>
              <a:t>Three general approaches exist for dealing with deadlock:</a:t>
            </a:r>
            <a:endParaRPr lang="en-US"/>
          </a:p>
        </p:txBody>
      </p:sp>
      <p:graphicFrame>
        <p:nvGraphicFramePr>
          <p:cNvPr id="4" name="Diagram 3"/>
          <p:cNvGraphicFramePr/>
          <p:nvPr>
            <p:extLst>
              <p:ext uri="{D42A27DB-BD31-4B8C-83A1-F6EECF244321}">
                <p14:modId xmlns:p14="http://schemas.microsoft.com/office/powerpoint/2010/main" val="19457229"/>
              </p:ext>
            </p:extLst>
          </p:nvPr>
        </p:nvGraphicFramePr>
        <p:xfrm>
          <a:off x="1143000" y="2743200"/>
          <a:ext cx="7315200" cy="3581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Prevention Strategy</a:t>
            </a:r>
          </a:p>
        </p:txBody>
      </p:sp>
      <p:sp>
        <p:nvSpPr>
          <p:cNvPr id="3" name="Content Placeholder 2"/>
          <p:cNvSpPr>
            <a:spLocks noGrp="1"/>
          </p:cNvSpPr>
          <p:nvPr>
            <p:ph idx="4294967295"/>
          </p:nvPr>
        </p:nvSpPr>
        <p:spPr>
          <a:xfrm>
            <a:off x="609600" y="2286000"/>
            <a:ext cx="8229600" cy="5105400"/>
          </a:xfrm>
        </p:spPr>
        <p:txBody>
          <a:bodyPr>
            <a:normAutofit/>
          </a:bodyPr>
          <a:lstStyle/>
          <a:p>
            <a:r>
              <a:rPr lang="en-NZ" sz="2200" dirty="0"/>
              <a:t>Design a system in such a way that the possibility of deadlock is excluded</a:t>
            </a:r>
          </a:p>
          <a:p>
            <a:r>
              <a:rPr lang="en-NZ" sz="2200" dirty="0"/>
              <a:t>Two main methods:</a:t>
            </a:r>
          </a:p>
          <a:p>
            <a:pPr lvl="1"/>
            <a:r>
              <a:rPr lang="en-NZ" sz="2000" dirty="0"/>
              <a:t>Indirect</a:t>
            </a:r>
          </a:p>
          <a:p>
            <a:pPr lvl="2"/>
            <a:r>
              <a:rPr lang="en-NZ" dirty="0"/>
              <a:t>prevent the occurrence of one of the three necessary conditions</a:t>
            </a:r>
          </a:p>
          <a:p>
            <a:pPr lvl="1"/>
            <a:r>
              <a:rPr lang="en-NZ" sz="2200" dirty="0"/>
              <a:t>Direct</a:t>
            </a:r>
          </a:p>
          <a:p>
            <a:pPr lvl="2"/>
            <a:r>
              <a:rPr lang="en-NZ" sz="2000" dirty="0"/>
              <a:t>prevent the occurrence of a circular wait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43000"/>
            <a:ext cx="7824788" cy="1323041"/>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Condition</a:t>
            </a:r>
            <a:b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Prevention </a:t>
            </a:r>
            <a:br>
              <a:rPr lang="en-US" dirty="0"/>
            </a:br>
            <a:endParaRPr lang="en-US" dirty="0"/>
          </a:p>
        </p:txBody>
      </p:sp>
      <p:graphicFrame>
        <p:nvGraphicFramePr>
          <p:cNvPr id="5" name="Diagram 4"/>
          <p:cNvGraphicFramePr/>
          <p:nvPr/>
        </p:nvGraphicFramePr>
        <p:xfrm>
          <a:off x="914400" y="2057400"/>
          <a:ext cx="70104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14400" y="2209800"/>
            <a:ext cx="8229600" cy="4953000"/>
          </a:xfrm>
        </p:spPr>
        <p:txBody>
          <a:bodyPr/>
          <a:lstStyle/>
          <a:p>
            <a:r>
              <a:rPr lang="en-US" sz="2200" dirty="0"/>
              <a:t>No Preemption</a:t>
            </a:r>
          </a:p>
          <a:p>
            <a:pPr lvl="1"/>
            <a:r>
              <a:rPr lang="en-US" sz="2000" dirty="0"/>
              <a:t>if a process holding certain resources is denied a further request, that process must release its original resources and request them again</a:t>
            </a:r>
          </a:p>
          <a:p>
            <a:pPr lvl="1"/>
            <a:r>
              <a:rPr lang="en-US" sz="2000" dirty="0"/>
              <a:t>OS may preempt the second process and require it to release its resources</a:t>
            </a:r>
          </a:p>
          <a:p>
            <a:r>
              <a:rPr lang="en-US" sz="2200" dirty="0"/>
              <a:t>Circular Wait</a:t>
            </a:r>
          </a:p>
          <a:p>
            <a:pPr lvl="1"/>
            <a:r>
              <a:rPr lang="en-US" sz="2000" dirty="0"/>
              <a:t>define a linear ordering of resource types</a:t>
            </a:r>
          </a:p>
          <a:p>
            <a:endParaRPr lang="en-US" dirty="0"/>
          </a:p>
        </p:txBody>
      </p:sp>
      <p:sp>
        <p:nvSpPr>
          <p:cNvPr id="5" name="TextBox 4"/>
          <p:cNvSpPr txBox="1"/>
          <p:nvPr/>
        </p:nvSpPr>
        <p:spPr>
          <a:xfrm>
            <a:off x="457200" y="381000"/>
            <a:ext cx="8229600" cy="1569660"/>
          </a:xfrm>
          <a:prstGeom prst="rect">
            <a:avLst/>
          </a:prstGeom>
          <a:noFill/>
        </p:spPr>
        <p:txBody>
          <a:bodyPr wrap="square" rtlCol="0">
            <a:spAutoFit/>
          </a:bodyPr>
          <a:lstStyle/>
          <a:p>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rPr>
              <a:t>Deadlock Condition Prevention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a:t>
            </a:r>
          </a:p>
        </p:txBody>
      </p:sp>
      <p:sp>
        <p:nvSpPr>
          <p:cNvPr id="3" name="Content Placeholder 2"/>
          <p:cNvSpPr>
            <a:spLocks noGrp="1"/>
          </p:cNvSpPr>
          <p:nvPr>
            <p:ph idx="4294967295"/>
          </p:nvPr>
        </p:nvSpPr>
        <p:spPr>
          <a:xfrm>
            <a:off x="1447800" y="2514600"/>
            <a:ext cx="7696200" cy="4648200"/>
          </a:xfrm>
        </p:spPr>
        <p:txBody>
          <a:bodyPr/>
          <a:lstStyle/>
          <a:p>
            <a:r>
              <a:rPr lang="en-US" sz="2300" dirty="0"/>
              <a:t>A decision is made dynamically whether the current resource allocation request will, if granted, potentially lead to a deadlock</a:t>
            </a:r>
          </a:p>
          <a:p>
            <a:r>
              <a:rPr lang="en-US" sz="2300" dirty="0"/>
              <a:t>Requires knowledge of future process requests</a:t>
            </a:r>
          </a:p>
          <a:p>
            <a:endParaRPr lang="en-US" dirty="0"/>
          </a:p>
        </p:txBody>
      </p:sp>
      <p:pic>
        <p:nvPicPr>
          <p:cNvPr id="4" name="Picture 3"/>
          <p:cNvPicPr>
            <a:picLocks noChangeAspect="1"/>
          </p:cNvPicPr>
          <p:nvPr/>
        </p:nvPicPr>
        <p:blipFill>
          <a:blip r:embed="rId3"/>
          <a:stretch>
            <a:fillRect/>
          </a:stretch>
        </p:blipFill>
        <p:spPr>
          <a:xfrm>
            <a:off x="4114800" y="4724400"/>
            <a:ext cx="1371600" cy="1496291"/>
          </a:xfrm>
          <a:prstGeom prst="rect">
            <a:avLst/>
          </a:prstGeom>
        </p:spPr>
      </p:pic>
      <p:pic>
        <p:nvPicPr>
          <p:cNvPr id="6" name="Picture 5"/>
          <p:cNvPicPr>
            <a:picLocks noChangeAspect="1"/>
          </p:cNvPicPr>
          <p:nvPr/>
        </p:nvPicPr>
        <p:blipFill>
          <a:blip r:embed="rId4"/>
          <a:stretch>
            <a:fillRect/>
          </a:stretch>
        </p:blipFill>
        <p:spPr>
          <a:xfrm>
            <a:off x="838200" y="0"/>
            <a:ext cx="1676400" cy="165245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Two Approaches to </a:t>
            </a:r>
            <a:b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a:t>
            </a:r>
          </a:p>
        </p:txBody>
      </p:sp>
      <p:graphicFrame>
        <p:nvGraphicFramePr>
          <p:cNvPr id="5" name="Diagram 4"/>
          <p:cNvGraphicFramePr/>
          <p:nvPr>
            <p:extLst>
              <p:ext uri="{D42A27DB-BD31-4B8C-83A1-F6EECF244321}">
                <p14:modId xmlns:p14="http://schemas.microsoft.com/office/powerpoint/2010/main" val="275610918"/>
              </p:ext>
            </p:extLst>
          </p:nvPr>
        </p:nvGraphicFramePr>
        <p:xfrm>
          <a:off x="609600" y="1905000"/>
          <a:ext cx="78486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8"/>
          <p:cNvPicPr>
            <a:picLocks noChangeAspect="1"/>
          </p:cNvPicPr>
          <p:nvPr/>
        </p:nvPicPr>
        <p:blipFill>
          <a:blip r:embed="rId8"/>
          <a:stretch>
            <a:fillRect/>
          </a:stretch>
        </p:blipFill>
        <p:spPr>
          <a:xfrm>
            <a:off x="4114800" y="4635500"/>
            <a:ext cx="1371600" cy="1371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 Advantages</a:t>
            </a:r>
          </a:p>
        </p:txBody>
      </p:sp>
      <p:sp>
        <p:nvSpPr>
          <p:cNvPr id="3" name="Content Placeholder 2"/>
          <p:cNvSpPr>
            <a:spLocks noGrp="1"/>
          </p:cNvSpPr>
          <p:nvPr>
            <p:ph idx="4294967295"/>
          </p:nvPr>
        </p:nvSpPr>
        <p:spPr>
          <a:xfrm>
            <a:off x="838200" y="2133600"/>
            <a:ext cx="8229600" cy="5181600"/>
          </a:xfrm>
        </p:spPr>
        <p:txBody>
          <a:bodyPr>
            <a:normAutofit/>
          </a:bodyPr>
          <a:lstStyle/>
          <a:p>
            <a:r>
              <a:rPr lang="en-NZ" sz="2200" dirty="0"/>
              <a:t>It is not necessary to preempt and rollback processes, as in deadlock detection </a:t>
            </a:r>
          </a:p>
          <a:p>
            <a:r>
              <a:rPr lang="en-NZ" sz="2200" dirty="0"/>
              <a:t>It is less restrictive than deadlock prevention</a:t>
            </a:r>
            <a:endParaRPr lang="en-US" sz="2200" dirty="0"/>
          </a:p>
        </p:txBody>
      </p:sp>
      <p:pic>
        <p:nvPicPr>
          <p:cNvPr id="5" name="Picture 4"/>
          <p:cNvPicPr>
            <a:picLocks noChangeAspect="1"/>
          </p:cNvPicPr>
          <p:nvPr/>
        </p:nvPicPr>
        <p:blipFill>
          <a:blip r:embed="rId3"/>
          <a:stretch>
            <a:fillRect/>
          </a:stretch>
        </p:blipFill>
        <p:spPr>
          <a:xfrm>
            <a:off x="4495800" y="4038600"/>
            <a:ext cx="2667000" cy="1959430"/>
          </a:xfrm>
          <a:prstGeom prst="rect">
            <a:avLst/>
          </a:prstGeom>
        </p:spPr>
      </p:pic>
      <p:pic>
        <p:nvPicPr>
          <p:cNvPr id="9" name="Picture 8"/>
          <p:cNvPicPr>
            <a:picLocks noChangeAspect="1"/>
          </p:cNvPicPr>
          <p:nvPr/>
        </p:nvPicPr>
        <p:blipFill>
          <a:blip r:embed="rId4"/>
          <a:stretch>
            <a:fillRect/>
          </a:stretch>
        </p:blipFill>
        <p:spPr>
          <a:xfrm>
            <a:off x="1905000" y="4191000"/>
            <a:ext cx="1371600" cy="177556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 Restrictions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393590658"/>
              </p:ext>
            </p:extLst>
          </p:nvPr>
        </p:nvGraphicFramePr>
        <p:xfrm>
          <a:off x="635001" y="2209800"/>
          <a:ext cx="78486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b="1" dirty="0">
                <a:solidFill>
                  <a:schemeClr val="accent6">
                    <a:lumMod val="75000"/>
                  </a:schemeClr>
                </a:solidFill>
              </a:rPr>
              <a:t>Deadlock Strategies</a:t>
            </a:r>
          </a:p>
        </p:txBody>
      </p:sp>
      <p:graphicFrame>
        <p:nvGraphicFramePr>
          <p:cNvPr id="4" name="Diagram 3"/>
          <p:cNvGraphicFramePr/>
          <p:nvPr/>
        </p:nvGraphicFramePr>
        <p:xfrm>
          <a:off x="609600" y="2362200"/>
          <a:ext cx="8077200" cy="391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b="1" dirty="0">
                <a:solidFill>
                  <a:schemeClr val="accent1">
                    <a:lumMod val="75000"/>
                  </a:schemeClr>
                </a:solidFill>
              </a:rPr>
              <a:t>Deadlock Detection Algorithms</a:t>
            </a:r>
          </a:p>
        </p:txBody>
      </p:sp>
      <p:sp>
        <p:nvSpPr>
          <p:cNvPr id="3" name="Content Placeholder 2"/>
          <p:cNvSpPr>
            <a:spLocks noGrp="1"/>
          </p:cNvSpPr>
          <p:nvPr>
            <p:ph idx="4294967295"/>
          </p:nvPr>
        </p:nvSpPr>
        <p:spPr>
          <a:xfrm>
            <a:off x="0" y="2209800"/>
            <a:ext cx="3505200" cy="5943600"/>
          </a:xfrm>
        </p:spPr>
        <p:txBody>
          <a:bodyPr/>
          <a:lstStyle/>
          <a:p>
            <a:pPr>
              <a:buNone/>
            </a:pPr>
            <a:endParaRPr lang="en-NZ" dirty="0"/>
          </a:p>
          <a:p>
            <a:pPr>
              <a:buSzPct val="135000"/>
              <a:buFont typeface="Wingdings" charset="2"/>
              <a:buChar char="§"/>
            </a:pPr>
            <a:r>
              <a:rPr lang="en-NZ" sz="2200" dirty="0"/>
              <a:t>A check for deadlock can be made as frequently as each resource request or, less frequently, depending on how likely it is for a deadlock to occur</a:t>
            </a:r>
          </a:p>
        </p:txBody>
      </p:sp>
      <p:graphicFrame>
        <p:nvGraphicFramePr>
          <p:cNvPr id="4" name="Diagram 3"/>
          <p:cNvGraphicFramePr/>
          <p:nvPr>
            <p:extLst>
              <p:ext uri="{D42A27DB-BD31-4B8C-83A1-F6EECF244321}">
                <p14:modId xmlns:p14="http://schemas.microsoft.com/office/powerpoint/2010/main" val="4116526767"/>
              </p:ext>
            </p:extLst>
          </p:nvPr>
        </p:nvGraphicFramePr>
        <p:xfrm>
          <a:off x="4191000" y="2133600"/>
          <a:ext cx="5215022"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A66E364-72FB-C94D-9A1C-5C527CEB531D}"/>
              </a:ext>
            </a:extLst>
          </p:cNvPr>
          <p:cNvSpPr>
            <a:spLocks noGrp="1" noChangeArrowheads="1"/>
          </p:cNvSpPr>
          <p:nvPr>
            <p:ph type="title"/>
          </p:nvPr>
        </p:nvSpPr>
        <p:spPr>
          <a:xfrm>
            <a:off x="1000125" y="1102519"/>
            <a:ext cx="6938963" cy="323850"/>
          </a:xfrm>
        </p:spPr>
        <p:txBody>
          <a:bodyPr>
            <a:normAutofit fontScale="90000"/>
          </a:bodyPr>
          <a:lstStyle/>
          <a:p>
            <a:pPr>
              <a:defRPr/>
            </a:pPr>
            <a:r>
              <a:rPr lang="en-US" altLang="en-US" dirty="0"/>
              <a:t>Banker’</a:t>
            </a:r>
            <a:r>
              <a:rPr lang="en-US" altLang="ja-JP" dirty="0"/>
              <a:t>s Algorithm </a:t>
            </a:r>
            <a:endParaRPr lang="en-US" altLang="en-US" dirty="0"/>
          </a:p>
        </p:txBody>
      </p:sp>
      <p:sp>
        <p:nvSpPr>
          <p:cNvPr id="76802" name="Rectangle 3">
            <a:extLst>
              <a:ext uri="{FF2B5EF4-FFF2-40B4-BE49-F238E27FC236}">
                <a16:creationId xmlns:a16="http://schemas.microsoft.com/office/drawing/2014/main" id="{BF5AE2C3-35E8-7048-A7F9-B989C2B1659F}"/>
              </a:ext>
            </a:extLst>
          </p:cNvPr>
          <p:cNvSpPr>
            <a:spLocks noGrp="1" noChangeArrowheads="1"/>
          </p:cNvSpPr>
          <p:nvPr>
            <p:ph idx="1"/>
          </p:nvPr>
        </p:nvSpPr>
        <p:spPr>
          <a:xfrm>
            <a:off x="914400" y="2438400"/>
            <a:ext cx="7955756" cy="3532585"/>
          </a:xfrm>
        </p:spPr>
        <p:txBody>
          <a:bodyPr>
            <a:normAutofit fontScale="70000" lnSpcReduction="20000"/>
          </a:bodyPr>
          <a:lstStyle/>
          <a:p>
            <a:pPr eaLnBrk="1" hangingPunct="1"/>
            <a:r>
              <a:rPr lang="en-US" altLang="en-US" b="1" dirty="0"/>
              <a:t>Available</a:t>
            </a:r>
            <a:r>
              <a:rPr lang="en-US" altLang="en-US" i="1" dirty="0"/>
              <a:t>:</a:t>
            </a:r>
            <a:r>
              <a:rPr lang="en-US" altLang="en-US" dirty="0"/>
              <a:t>  Vector of length </a:t>
            </a:r>
            <a:r>
              <a:rPr lang="en-US" altLang="en-US" i="1" dirty="0"/>
              <a:t>m</a:t>
            </a:r>
            <a:r>
              <a:rPr lang="en-US" altLang="en-US" dirty="0"/>
              <a:t>. If  </a:t>
            </a:r>
            <a:r>
              <a:rPr lang="en-US" altLang="en-US" dirty="0">
                <a:solidFill>
                  <a:srgbClr val="FF0000"/>
                </a:solidFill>
              </a:rPr>
              <a:t>available[</a:t>
            </a:r>
            <a:r>
              <a:rPr lang="en-US" altLang="en-US" i="1" dirty="0">
                <a:solidFill>
                  <a:srgbClr val="FF0000"/>
                </a:solidFill>
              </a:rPr>
              <a:t>j</a:t>
            </a:r>
            <a:r>
              <a:rPr lang="en-US" altLang="en-US" dirty="0">
                <a:solidFill>
                  <a:srgbClr val="FF0000"/>
                </a:solidFill>
              </a:rPr>
              <a:t>] = </a:t>
            </a:r>
            <a:r>
              <a:rPr lang="en-US" altLang="en-US" i="1" dirty="0">
                <a:solidFill>
                  <a:srgbClr val="FF0000"/>
                </a:solidFill>
              </a:rPr>
              <a:t>k</a:t>
            </a:r>
            <a:r>
              <a:rPr lang="en-US" altLang="en-US" dirty="0"/>
              <a:t>, there are</a:t>
            </a:r>
            <a:r>
              <a:rPr lang="en-US" altLang="en-US" i="1" dirty="0"/>
              <a:t> k</a:t>
            </a:r>
            <a:r>
              <a:rPr lang="en-US" altLang="en-US" dirty="0"/>
              <a:t> instances of resource type </a:t>
            </a:r>
            <a:r>
              <a:rPr lang="en-US" altLang="en-US" i="1" dirty="0" err="1"/>
              <a:t>R</a:t>
            </a:r>
            <a:r>
              <a:rPr lang="en-US" altLang="en-US" i="1" baseline="-25000" dirty="0" err="1"/>
              <a:t>j</a:t>
            </a:r>
            <a:r>
              <a:rPr lang="en-US" altLang="en-US" baseline="-25000" dirty="0"/>
              <a:t>  </a:t>
            </a:r>
            <a:r>
              <a:rPr lang="en-US" altLang="en-US" dirty="0"/>
              <a:t>available</a:t>
            </a:r>
          </a:p>
          <a:p>
            <a:pPr eaLnBrk="1" hangingPunct="1"/>
            <a:endParaRPr lang="en-US" altLang="en-US" sz="600" dirty="0"/>
          </a:p>
          <a:p>
            <a:pPr eaLnBrk="1" hangingPunct="1"/>
            <a:r>
              <a:rPr lang="en-US" altLang="en-US" b="1" dirty="0">
                <a:solidFill>
                  <a:srgbClr val="000000"/>
                </a:solidFill>
              </a:rPr>
              <a:t>Max</a:t>
            </a:r>
            <a:r>
              <a:rPr lang="en-US" altLang="en-US" i="1" dirty="0"/>
              <a:t>: n x m</a:t>
            </a:r>
            <a:r>
              <a:rPr lang="en-US" altLang="en-US" dirty="0"/>
              <a:t> matrix.  </a:t>
            </a:r>
            <a:r>
              <a:rPr lang="en-US" altLang="en-US" dirty="0">
                <a:solidFill>
                  <a:srgbClr val="FF0000"/>
                </a:solidFill>
              </a:rPr>
              <a:t>If </a:t>
            </a:r>
            <a:r>
              <a:rPr lang="en-US" altLang="en-US" i="1" dirty="0">
                <a:solidFill>
                  <a:srgbClr val="FF0000"/>
                </a:solidFill>
              </a:rPr>
              <a:t>Max </a:t>
            </a:r>
            <a:r>
              <a:rPr lang="en-US" altLang="en-US" dirty="0">
                <a:solidFill>
                  <a:srgbClr val="FF0000"/>
                </a:solidFill>
              </a:rPr>
              <a:t>[</a:t>
            </a:r>
            <a:r>
              <a:rPr lang="en-US" altLang="en-US" i="1" dirty="0" err="1">
                <a:solidFill>
                  <a:srgbClr val="FF0000"/>
                </a:solidFill>
              </a:rPr>
              <a:t>i,j</a:t>
            </a:r>
            <a:r>
              <a:rPr lang="en-US" altLang="en-US" dirty="0">
                <a:solidFill>
                  <a:srgbClr val="FF0000"/>
                </a:solidFill>
              </a:rPr>
              <a:t>] = </a:t>
            </a:r>
            <a:r>
              <a:rPr lang="en-US" altLang="en-US" i="1" dirty="0">
                <a:solidFill>
                  <a:srgbClr val="FF0000"/>
                </a:solidFill>
              </a:rPr>
              <a:t>k</a:t>
            </a:r>
            <a:r>
              <a:rPr lang="en-US" altLang="en-US" dirty="0"/>
              <a:t>, then process </a:t>
            </a:r>
            <a:r>
              <a:rPr lang="en-US" altLang="en-US" i="1" dirty="0"/>
              <a:t>P</a:t>
            </a:r>
            <a:r>
              <a:rPr lang="en-US" altLang="en-US" i="1" baseline="-25000" dirty="0"/>
              <a:t>i</a:t>
            </a:r>
            <a:r>
              <a:rPr lang="en-US" altLang="en-US" i="1" dirty="0"/>
              <a:t> </a:t>
            </a:r>
            <a:r>
              <a:rPr lang="en-US" altLang="en-US" dirty="0"/>
              <a:t>may request at most</a:t>
            </a:r>
            <a:r>
              <a:rPr lang="en-US" altLang="en-US" i="1" dirty="0"/>
              <a:t> k </a:t>
            </a:r>
            <a:r>
              <a:rPr lang="en-US" altLang="en-US" dirty="0"/>
              <a:t>instances of resource type </a:t>
            </a:r>
            <a:r>
              <a:rPr lang="en-US" altLang="en-US" i="1" dirty="0" err="1"/>
              <a:t>R</a:t>
            </a:r>
            <a:r>
              <a:rPr lang="en-US" altLang="en-US" i="1" baseline="-25000" dirty="0" err="1"/>
              <a:t>j</a:t>
            </a:r>
            <a:endParaRPr lang="en-US" altLang="en-US" i="1" baseline="-25000" dirty="0"/>
          </a:p>
          <a:p>
            <a:pPr eaLnBrk="1" hangingPunct="1"/>
            <a:endParaRPr lang="en-US" altLang="en-US" sz="600" i="1" baseline="-25000" dirty="0"/>
          </a:p>
          <a:p>
            <a:pPr eaLnBrk="1" hangingPunct="1"/>
            <a:r>
              <a:rPr lang="en-US" altLang="en-US" b="1" dirty="0">
                <a:solidFill>
                  <a:srgbClr val="000000"/>
                </a:solidFill>
              </a:rPr>
              <a:t>Allocation</a:t>
            </a:r>
            <a:r>
              <a:rPr lang="en-US" altLang="en-US" i="1" dirty="0"/>
              <a:t>:  n </a:t>
            </a:r>
            <a:r>
              <a:rPr lang="en-US" altLang="en-US" dirty="0"/>
              <a:t>x</a:t>
            </a:r>
            <a:r>
              <a:rPr lang="en-US" altLang="en-US" i="1" dirty="0"/>
              <a:t> m</a:t>
            </a:r>
            <a:r>
              <a:rPr lang="en-US" altLang="en-US" dirty="0"/>
              <a:t> matrix.  </a:t>
            </a:r>
            <a:r>
              <a:rPr lang="en-US" altLang="en-US" dirty="0">
                <a:solidFill>
                  <a:srgbClr val="FF0000"/>
                </a:solidFill>
              </a:rPr>
              <a:t>If Allocation[</a:t>
            </a:r>
            <a:r>
              <a:rPr lang="en-US" altLang="en-US" i="1" dirty="0" err="1">
                <a:solidFill>
                  <a:srgbClr val="FF0000"/>
                </a:solidFill>
              </a:rPr>
              <a:t>i,j</a:t>
            </a:r>
            <a:r>
              <a:rPr lang="en-US" altLang="en-US" dirty="0">
                <a:solidFill>
                  <a:srgbClr val="FF0000"/>
                </a:solidFill>
              </a:rPr>
              <a:t>] = </a:t>
            </a:r>
            <a:r>
              <a:rPr lang="en-US" altLang="en-US" i="1" dirty="0">
                <a:solidFill>
                  <a:srgbClr val="FF0000"/>
                </a:solidFill>
              </a:rPr>
              <a:t>k</a:t>
            </a:r>
            <a:r>
              <a:rPr lang="en-US" altLang="en-US" dirty="0">
                <a:solidFill>
                  <a:srgbClr val="FF0000"/>
                </a:solidFill>
              </a:rPr>
              <a:t> </a:t>
            </a:r>
            <a:r>
              <a:rPr lang="en-US" altLang="en-US" dirty="0"/>
              <a:t>then</a:t>
            </a:r>
            <a:r>
              <a:rPr lang="en-US" altLang="en-US" i="1" dirty="0"/>
              <a:t> P</a:t>
            </a:r>
            <a:r>
              <a:rPr lang="en-US" altLang="en-US" i="1" baseline="-25000" dirty="0"/>
              <a:t>i</a:t>
            </a:r>
            <a:r>
              <a:rPr lang="en-US" altLang="en-US" dirty="0"/>
              <a:t> is currently allocated </a:t>
            </a:r>
            <a:r>
              <a:rPr lang="en-US" altLang="en-US" i="1" dirty="0"/>
              <a:t>k</a:t>
            </a:r>
            <a:r>
              <a:rPr lang="en-US" altLang="en-US" dirty="0"/>
              <a:t> instances of </a:t>
            </a:r>
            <a:r>
              <a:rPr lang="en-US" altLang="en-US" i="1" dirty="0" err="1"/>
              <a:t>R</a:t>
            </a:r>
            <a:r>
              <a:rPr lang="en-US" altLang="en-US" i="1" baseline="-25000" dirty="0" err="1"/>
              <a:t>j</a:t>
            </a:r>
            <a:endParaRPr lang="en-US" altLang="en-US" i="1" baseline="-25000" dirty="0"/>
          </a:p>
          <a:p>
            <a:pPr eaLnBrk="1" hangingPunct="1"/>
            <a:endParaRPr lang="en-US" altLang="en-US" sz="600" i="1" baseline="-25000" dirty="0"/>
          </a:p>
          <a:p>
            <a:pPr eaLnBrk="1" hangingPunct="1"/>
            <a:r>
              <a:rPr lang="en-US" altLang="en-US" b="1" dirty="0">
                <a:solidFill>
                  <a:srgbClr val="000000"/>
                </a:solidFill>
              </a:rPr>
              <a:t>Need</a:t>
            </a:r>
            <a:r>
              <a:rPr lang="en-US" altLang="en-US" i="1" dirty="0"/>
              <a:t>:  n </a:t>
            </a:r>
            <a:r>
              <a:rPr lang="en-US" altLang="en-US" dirty="0"/>
              <a:t>x</a:t>
            </a:r>
            <a:r>
              <a:rPr lang="en-US" altLang="en-US" i="1" dirty="0"/>
              <a:t> m</a:t>
            </a:r>
            <a:r>
              <a:rPr lang="en-US" altLang="en-US" dirty="0"/>
              <a:t> matrix. </a:t>
            </a:r>
            <a:r>
              <a:rPr lang="en-US" altLang="en-US" dirty="0">
                <a:solidFill>
                  <a:srgbClr val="FF0000"/>
                </a:solidFill>
              </a:rPr>
              <a:t>If </a:t>
            </a:r>
            <a:r>
              <a:rPr lang="en-US" altLang="en-US" i="1" dirty="0">
                <a:solidFill>
                  <a:srgbClr val="FF0000"/>
                </a:solidFill>
              </a:rPr>
              <a:t>Need</a:t>
            </a:r>
            <a:r>
              <a:rPr lang="en-US" altLang="en-US" dirty="0">
                <a:solidFill>
                  <a:srgbClr val="FF0000"/>
                </a:solidFill>
              </a:rPr>
              <a:t>[</a:t>
            </a:r>
            <a:r>
              <a:rPr lang="en-US" altLang="en-US" i="1" dirty="0" err="1">
                <a:solidFill>
                  <a:srgbClr val="FF0000"/>
                </a:solidFill>
              </a:rPr>
              <a:t>i,j</a:t>
            </a:r>
            <a:r>
              <a:rPr lang="en-US" altLang="en-US" dirty="0">
                <a:solidFill>
                  <a:srgbClr val="FF0000"/>
                </a:solidFill>
              </a:rPr>
              <a:t>] =</a:t>
            </a:r>
            <a:r>
              <a:rPr lang="en-US" altLang="en-US" i="1" dirty="0">
                <a:solidFill>
                  <a:srgbClr val="FF0000"/>
                </a:solidFill>
              </a:rPr>
              <a:t> k</a:t>
            </a:r>
            <a:r>
              <a:rPr lang="en-US" altLang="en-US" dirty="0"/>
              <a:t>, then</a:t>
            </a:r>
            <a:r>
              <a:rPr lang="en-US" altLang="en-US" i="1" dirty="0"/>
              <a:t> P</a:t>
            </a:r>
            <a:r>
              <a:rPr lang="en-US" altLang="en-US" i="1" baseline="-25000" dirty="0"/>
              <a:t>i</a:t>
            </a:r>
            <a:r>
              <a:rPr lang="en-US" altLang="en-US" dirty="0"/>
              <a:t> may need </a:t>
            </a:r>
            <a:r>
              <a:rPr lang="en-US" altLang="en-US" i="1" dirty="0"/>
              <a:t>k</a:t>
            </a:r>
            <a:r>
              <a:rPr lang="en-US" altLang="en-US" dirty="0"/>
              <a:t> more instances of </a:t>
            </a:r>
            <a:r>
              <a:rPr lang="en-US" altLang="en-US" i="1" dirty="0" err="1"/>
              <a:t>R</a:t>
            </a:r>
            <a:r>
              <a:rPr lang="en-US" altLang="en-US" i="1" baseline="-25000" dirty="0" err="1"/>
              <a:t>j</a:t>
            </a:r>
            <a:r>
              <a:rPr lang="en-US" altLang="en-US" baseline="-25000" dirty="0"/>
              <a:t> </a:t>
            </a:r>
            <a:r>
              <a:rPr lang="en-US" altLang="en-US" dirty="0"/>
              <a:t>to complete its task</a:t>
            </a:r>
          </a:p>
          <a:p>
            <a:pPr lvl="2" eaLnBrk="1" hangingPunct="1">
              <a:buFont typeface="Webdings" pitchFamily="2" charset="2"/>
              <a:buNone/>
            </a:pPr>
            <a:br>
              <a:rPr lang="en-US" altLang="en-US" dirty="0"/>
            </a:br>
            <a:r>
              <a:rPr lang="en-US" altLang="en-US" i="1" dirty="0"/>
              <a:t>Need</a:t>
            </a:r>
            <a:r>
              <a:rPr lang="en-US" altLang="en-US" dirty="0"/>
              <a:t> [</a:t>
            </a:r>
            <a:r>
              <a:rPr lang="en-US" altLang="en-US" i="1" dirty="0" err="1"/>
              <a:t>i,j</a:t>
            </a:r>
            <a:r>
              <a:rPr lang="en-US" altLang="en-US" i="1" dirty="0"/>
              <a:t>]</a:t>
            </a:r>
            <a:r>
              <a:rPr lang="en-US" altLang="en-US" dirty="0"/>
              <a:t> = </a:t>
            </a:r>
            <a:r>
              <a:rPr lang="en-US" altLang="en-US" i="1" dirty="0"/>
              <a:t>Max</a:t>
            </a:r>
            <a:r>
              <a:rPr lang="en-US" altLang="en-US" dirty="0"/>
              <a:t>[</a:t>
            </a:r>
            <a:r>
              <a:rPr lang="en-US" altLang="en-US" i="1" dirty="0" err="1"/>
              <a:t>i,j</a:t>
            </a:r>
            <a:r>
              <a:rPr lang="en-US" altLang="en-US" dirty="0"/>
              <a:t>] – </a:t>
            </a:r>
            <a:r>
              <a:rPr lang="en-US" altLang="en-US" i="1" dirty="0"/>
              <a:t>Allocation</a:t>
            </a:r>
            <a:r>
              <a:rPr lang="en-US" altLang="en-US" dirty="0"/>
              <a:t> [</a:t>
            </a:r>
            <a:r>
              <a:rPr lang="en-US" altLang="en-US" i="1" dirty="0" err="1"/>
              <a:t>i,j</a:t>
            </a:r>
            <a:r>
              <a:rPr lang="en-US" altLang="en-US" dirty="0"/>
              <a:t>]</a:t>
            </a:r>
          </a:p>
        </p:txBody>
      </p:sp>
      <p:sp>
        <p:nvSpPr>
          <p:cNvPr id="76803" name="Text Box 4">
            <a:extLst>
              <a:ext uri="{FF2B5EF4-FFF2-40B4-BE49-F238E27FC236}">
                <a16:creationId xmlns:a16="http://schemas.microsoft.com/office/drawing/2014/main" id="{78A43921-E38B-F44A-A632-601F9CB72233}"/>
              </a:ext>
            </a:extLst>
          </p:cNvPr>
          <p:cNvSpPr txBox="1">
            <a:spLocks noChangeArrowheads="1"/>
          </p:cNvSpPr>
          <p:nvPr/>
        </p:nvSpPr>
        <p:spPr bwMode="auto">
          <a:xfrm>
            <a:off x="932042" y="1981200"/>
            <a:ext cx="70070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50000"/>
              </a:spcBef>
              <a:buClrTx/>
              <a:buSzTx/>
              <a:buFontTx/>
              <a:buNone/>
            </a:pPr>
            <a:r>
              <a:rPr kumimoji="0" lang="en-US" altLang="en-US" dirty="0"/>
              <a:t>Let </a:t>
            </a:r>
            <a:r>
              <a:rPr kumimoji="0" lang="en-US" altLang="en-US" i="1" dirty="0"/>
              <a:t>n</a:t>
            </a:r>
            <a:r>
              <a:rPr kumimoji="0" lang="en-US" altLang="en-US" dirty="0"/>
              <a:t> = number of processes, and </a:t>
            </a:r>
            <a:r>
              <a:rPr kumimoji="0" lang="en-US" altLang="en-US" i="1" dirty="0"/>
              <a:t>m </a:t>
            </a:r>
            <a:r>
              <a:rPr kumimoji="0" lang="en-US" altLang="en-US" dirty="0"/>
              <a:t>= number of resources types.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5F753FC-3697-114B-A54C-C3FB73E3ADD2}"/>
              </a:ext>
            </a:extLst>
          </p:cNvPr>
          <p:cNvSpPr>
            <a:spLocks noGrp="1" noChangeArrowheads="1"/>
          </p:cNvSpPr>
          <p:nvPr>
            <p:ph type="title"/>
          </p:nvPr>
        </p:nvSpPr>
        <p:spPr>
          <a:xfrm>
            <a:off x="1485900" y="982266"/>
            <a:ext cx="6172200" cy="432197"/>
          </a:xfrm>
        </p:spPr>
        <p:txBody>
          <a:bodyPr>
            <a:normAutofit fontScale="90000"/>
          </a:bodyPr>
          <a:lstStyle/>
          <a:p>
            <a:pPr>
              <a:defRPr/>
            </a:pPr>
            <a:r>
              <a:rPr lang="en-US" altLang="en-US"/>
              <a:t>Safety Algorithm</a:t>
            </a:r>
          </a:p>
        </p:txBody>
      </p:sp>
      <p:sp>
        <p:nvSpPr>
          <p:cNvPr id="78850" name="Rectangle 3">
            <a:extLst>
              <a:ext uri="{FF2B5EF4-FFF2-40B4-BE49-F238E27FC236}">
                <a16:creationId xmlns:a16="http://schemas.microsoft.com/office/drawing/2014/main" id="{041D2E7E-42AC-0341-8F87-C4F38467E0C2}"/>
              </a:ext>
            </a:extLst>
          </p:cNvPr>
          <p:cNvSpPr>
            <a:spLocks noGrp="1" noChangeArrowheads="1"/>
          </p:cNvSpPr>
          <p:nvPr>
            <p:ph idx="1"/>
          </p:nvPr>
        </p:nvSpPr>
        <p:spPr>
          <a:xfrm>
            <a:off x="533400" y="2057400"/>
            <a:ext cx="8297465" cy="3707606"/>
          </a:xfrm>
        </p:spPr>
        <p:txBody>
          <a:bodyPr>
            <a:normAutofit fontScale="85000" lnSpcReduction="20000"/>
          </a:bodyPr>
          <a:lstStyle/>
          <a:p>
            <a:pPr eaLnBrk="1" hangingPunct="1">
              <a:lnSpc>
                <a:spcPct val="90000"/>
              </a:lnSpc>
              <a:buFont typeface="Monotype Sorts" pitchFamily="2" charset="2"/>
              <a:buNone/>
            </a:pPr>
            <a:r>
              <a:rPr lang="en-US" altLang="en-US" dirty="0"/>
              <a:t>1.  Let </a:t>
            </a:r>
            <a:r>
              <a:rPr lang="en-US" altLang="en-US" b="1" i="1" dirty="0">
                <a:solidFill>
                  <a:srgbClr val="000000"/>
                </a:solidFill>
              </a:rPr>
              <a:t>Work</a:t>
            </a:r>
            <a:r>
              <a:rPr lang="en-US" altLang="en-US" i="1" dirty="0">
                <a:solidFill>
                  <a:srgbClr val="000000"/>
                </a:solidFill>
              </a:rPr>
              <a:t> </a:t>
            </a:r>
            <a:r>
              <a:rPr lang="en-US" altLang="en-US" dirty="0"/>
              <a:t>and </a:t>
            </a:r>
            <a:r>
              <a:rPr lang="en-US" altLang="en-US" b="1" i="1" dirty="0">
                <a:solidFill>
                  <a:srgbClr val="000000"/>
                </a:solidFill>
              </a:rPr>
              <a:t>Finish</a:t>
            </a:r>
            <a:r>
              <a:rPr lang="en-US" altLang="en-US" dirty="0">
                <a:solidFill>
                  <a:srgbClr val="000000"/>
                </a:solidFill>
              </a:rPr>
              <a:t> </a:t>
            </a:r>
            <a:r>
              <a:rPr lang="en-US" altLang="en-US" dirty="0"/>
              <a:t>be vectors of length</a:t>
            </a:r>
            <a:r>
              <a:rPr lang="en-US" altLang="en-US" i="1" dirty="0"/>
              <a:t> m</a:t>
            </a:r>
            <a:r>
              <a:rPr lang="en-US" altLang="en-US" dirty="0"/>
              <a:t> and</a:t>
            </a:r>
            <a:r>
              <a:rPr lang="en-US" altLang="en-US" i="1" dirty="0"/>
              <a:t> n</a:t>
            </a:r>
            <a:r>
              <a:rPr lang="en-US" altLang="en-US" dirty="0"/>
              <a:t>, respectively.  Initialize:</a:t>
            </a:r>
          </a:p>
          <a:p>
            <a:pPr marL="1157288" lvl="3" indent="-257175">
              <a:lnSpc>
                <a:spcPct val="90000"/>
              </a:lnSpc>
              <a:buNone/>
            </a:pPr>
            <a:r>
              <a:rPr lang="en-US" altLang="en-US" b="1" i="1" dirty="0"/>
              <a:t>Work </a:t>
            </a:r>
            <a:r>
              <a:rPr lang="en-US" altLang="en-US" b="1" dirty="0"/>
              <a:t>= </a:t>
            </a:r>
            <a:r>
              <a:rPr lang="en-US" altLang="en-US" b="1" i="1" dirty="0"/>
              <a:t>Available</a:t>
            </a:r>
          </a:p>
          <a:p>
            <a:pPr marL="1157288" lvl="3" indent="-257175">
              <a:lnSpc>
                <a:spcPct val="90000"/>
              </a:lnSpc>
              <a:buNone/>
            </a:pPr>
            <a:r>
              <a:rPr lang="en-US" altLang="en-US" b="1" i="1" dirty="0"/>
              <a:t>Finish </a:t>
            </a:r>
            <a:r>
              <a:rPr lang="en-US" altLang="en-US" b="1" dirty="0"/>
              <a:t>[</a:t>
            </a:r>
            <a:r>
              <a:rPr lang="en-US" altLang="en-US" b="1" i="1" dirty="0" err="1"/>
              <a:t>i</a:t>
            </a:r>
            <a:r>
              <a:rPr lang="en-US" altLang="en-US" b="1" dirty="0"/>
              <a:t>] =</a:t>
            </a:r>
            <a:r>
              <a:rPr lang="en-US" altLang="en-US" b="1" i="1" dirty="0"/>
              <a:t> false </a:t>
            </a:r>
            <a:r>
              <a:rPr lang="en-US" altLang="en-US" b="1" dirty="0"/>
              <a:t>for</a:t>
            </a:r>
            <a:r>
              <a:rPr lang="en-US" altLang="en-US" b="1" i="1" dirty="0"/>
              <a:t> </a:t>
            </a:r>
            <a:r>
              <a:rPr lang="en-US" altLang="en-US" b="1" i="1" dirty="0" err="1"/>
              <a:t>i</a:t>
            </a:r>
            <a:r>
              <a:rPr lang="en-US" altLang="en-US" b="1" dirty="0"/>
              <a:t> = 0, 1, …, </a:t>
            </a:r>
            <a:r>
              <a:rPr lang="en-US" altLang="en-US" b="1" i="1" dirty="0"/>
              <a:t>n- </a:t>
            </a:r>
            <a:r>
              <a:rPr lang="en-US" altLang="en-US" b="1" dirty="0"/>
              <a:t>1</a:t>
            </a:r>
          </a:p>
          <a:p>
            <a:pPr marL="1157288" lvl="3" indent="-257175">
              <a:lnSpc>
                <a:spcPct val="90000"/>
              </a:lnSpc>
              <a:buNone/>
            </a:pPr>
            <a:endParaRPr lang="en-US" altLang="en-US" sz="600" dirty="0"/>
          </a:p>
          <a:p>
            <a:pPr eaLnBrk="1" hangingPunct="1">
              <a:lnSpc>
                <a:spcPct val="90000"/>
              </a:lnSpc>
              <a:buFont typeface="Monotype Sorts" pitchFamily="2" charset="2"/>
              <a:buNone/>
            </a:pPr>
            <a:r>
              <a:rPr lang="en-US" altLang="en-US" dirty="0"/>
              <a:t>2.  Find an </a:t>
            </a:r>
            <a:r>
              <a:rPr lang="en-US" altLang="en-US" b="1" i="1" dirty="0" err="1"/>
              <a:t>i</a:t>
            </a:r>
            <a:r>
              <a:rPr lang="en-US" altLang="en-US" i="1" dirty="0"/>
              <a:t> </a:t>
            </a:r>
            <a:r>
              <a:rPr lang="en-US" altLang="en-US" dirty="0"/>
              <a:t>such that both: </a:t>
            </a:r>
          </a:p>
          <a:p>
            <a:pPr marL="600075" lvl="1" indent="-257175">
              <a:lnSpc>
                <a:spcPct val="90000"/>
              </a:lnSpc>
              <a:buNone/>
            </a:pPr>
            <a:r>
              <a:rPr lang="en-US" altLang="en-US" dirty="0"/>
              <a:t>(a) </a:t>
            </a:r>
            <a:r>
              <a:rPr lang="en-US" altLang="en-US" b="1" i="1" dirty="0"/>
              <a:t>Finish</a:t>
            </a:r>
            <a:r>
              <a:rPr lang="en-US" altLang="en-US" b="1" dirty="0"/>
              <a:t> [</a:t>
            </a:r>
            <a:r>
              <a:rPr lang="en-US" altLang="en-US" b="1" i="1" dirty="0" err="1"/>
              <a:t>i</a:t>
            </a:r>
            <a:r>
              <a:rPr lang="en-US" altLang="en-US" b="1" dirty="0"/>
              <a:t>] = </a:t>
            </a:r>
            <a:r>
              <a:rPr lang="en-US" altLang="en-US" b="1" i="1" dirty="0"/>
              <a:t>false</a:t>
            </a:r>
            <a:endParaRPr lang="en-US" altLang="en-US" b="1" dirty="0"/>
          </a:p>
          <a:p>
            <a:pPr marL="600075" lvl="1" indent="-257175">
              <a:lnSpc>
                <a:spcPct val="90000"/>
              </a:lnSpc>
              <a:buNone/>
            </a:pPr>
            <a:r>
              <a:rPr lang="en-US" altLang="en-US" dirty="0"/>
              <a:t>(b) </a:t>
            </a:r>
            <a:r>
              <a:rPr lang="en-US" altLang="en-US" b="1" i="1" dirty="0" err="1"/>
              <a:t>Need</a:t>
            </a:r>
            <a:r>
              <a:rPr lang="en-US" altLang="en-US" b="1" i="1" baseline="-25000" dirty="0" err="1"/>
              <a:t>i</a:t>
            </a:r>
            <a:r>
              <a:rPr lang="en-US" altLang="en-US" b="1" dirty="0"/>
              <a:t> </a:t>
            </a:r>
            <a:r>
              <a:rPr lang="en-US" altLang="en-US" b="1" dirty="0">
                <a:sym typeface="Symbol" pitchFamily="2" charset="2"/>
              </a:rPr>
              <a:t> </a:t>
            </a:r>
            <a:r>
              <a:rPr lang="en-US" altLang="en-US" b="1" i="1" dirty="0">
                <a:sym typeface="Symbol" pitchFamily="2" charset="2"/>
              </a:rPr>
              <a:t>Work</a:t>
            </a:r>
          </a:p>
          <a:p>
            <a:pPr marL="600075" lvl="1" indent="-257175">
              <a:lnSpc>
                <a:spcPct val="90000"/>
              </a:lnSpc>
              <a:buNone/>
            </a:pPr>
            <a:r>
              <a:rPr lang="en-US" altLang="en-US" dirty="0">
                <a:sym typeface="Symbol" pitchFamily="2" charset="2"/>
              </a:rPr>
              <a:t>If no such</a:t>
            </a:r>
            <a:r>
              <a:rPr lang="en-US" altLang="en-US" b="1" dirty="0">
                <a:sym typeface="Symbol" pitchFamily="2" charset="2"/>
              </a:rPr>
              <a:t> </a:t>
            </a:r>
            <a:r>
              <a:rPr lang="en-US" altLang="en-US" b="1" i="1" dirty="0" err="1">
                <a:sym typeface="Symbol" pitchFamily="2" charset="2"/>
              </a:rPr>
              <a:t>i</a:t>
            </a:r>
            <a:r>
              <a:rPr lang="en-US" altLang="en-US" b="1" i="1" dirty="0">
                <a:sym typeface="Symbol" pitchFamily="2" charset="2"/>
              </a:rPr>
              <a:t> </a:t>
            </a:r>
            <a:r>
              <a:rPr lang="en-US" altLang="en-US" dirty="0">
                <a:sym typeface="Symbol" pitchFamily="2" charset="2"/>
              </a:rPr>
              <a:t>exists, go to step 4</a:t>
            </a:r>
          </a:p>
          <a:p>
            <a:pPr marL="600075" lvl="1" indent="-257175">
              <a:lnSpc>
                <a:spcPct val="90000"/>
              </a:lnSpc>
              <a:buNone/>
            </a:pPr>
            <a:endParaRPr lang="en-US" altLang="en-US" sz="600" dirty="0">
              <a:sym typeface="Symbol" pitchFamily="2" charset="2"/>
            </a:endParaRPr>
          </a:p>
          <a:p>
            <a:pPr eaLnBrk="1" hangingPunct="1">
              <a:lnSpc>
                <a:spcPct val="90000"/>
              </a:lnSpc>
              <a:buFont typeface="Monotype Sorts" pitchFamily="2" charset="2"/>
              <a:buNone/>
            </a:pPr>
            <a:r>
              <a:rPr lang="en-US" altLang="en-US" i="1" dirty="0"/>
              <a:t>3.  </a:t>
            </a:r>
            <a:r>
              <a:rPr lang="en-US" altLang="en-US" b="1" i="1" dirty="0"/>
              <a:t>Work</a:t>
            </a:r>
            <a:r>
              <a:rPr lang="en-US" altLang="en-US" b="1" dirty="0"/>
              <a:t> = </a:t>
            </a:r>
            <a:r>
              <a:rPr lang="en-US" altLang="en-US" b="1" i="1" dirty="0"/>
              <a:t>Work </a:t>
            </a:r>
            <a:r>
              <a:rPr lang="en-US" altLang="en-US" b="1" dirty="0"/>
              <a:t>+ </a:t>
            </a:r>
            <a:r>
              <a:rPr lang="en-US" altLang="en-US" b="1" i="1" dirty="0" err="1"/>
              <a:t>Allocation</a:t>
            </a:r>
            <a:r>
              <a:rPr lang="en-US" altLang="en-US" b="1" i="1" baseline="-25000" dirty="0" err="1"/>
              <a:t>i</a:t>
            </a:r>
            <a:br>
              <a:rPr lang="en-US" altLang="en-US" b="1" dirty="0"/>
            </a:br>
            <a:r>
              <a:rPr lang="en-US" altLang="en-US" b="1" dirty="0"/>
              <a:t>   </a:t>
            </a:r>
            <a:r>
              <a:rPr lang="en-US" altLang="en-US" b="1" i="1" dirty="0"/>
              <a:t>Finish</a:t>
            </a:r>
            <a:r>
              <a:rPr lang="en-US" altLang="en-US" b="1" dirty="0"/>
              <a:t>[</a:t>
            </a:r>
            <a:r>
              <a:rPr lang="en-US" altLang="en-US" b="1" i="1" dirty="0" err="1"/>
              <a:t>i</a:t>
            </a:r>
            <a:r>
              <a:rPr lang="en-US" altLang="en-US" b="1" dirty="0"/>
              <a:t>] =</a:t>
            </a:r>
            <a:r>
              <a:rPr lang="en-US" altLang="en-US" b="1" i="1" dirty="0"/>
              <a:t> true</a:t>
            </a:r>
            <a:br>
              <a:rPr lang="en-US" altLang="en-US" b="1" dirty="0"/>
            </a:br>
            <a:r>
              <a:rPr lang="en-US" altLang="en-US" b="1" dirty="0"/>
              <a:t>   </a:t>
            </a:r>
            <a:r>
              <a:rPr lang="en-US" altLang="en-US" dirty="0"/>
              <a:t>go to step 2</a:t>
            </a:r>
          </a:p>
          <a:p>
            <a:pPr eaLnBrk="1" hangingPunct="1">
              <a:lnSpc>
                <a:spcPct val="90000"/>
              </a:lnSpc>
            </a:pPr>
            <a:endParaRPr lang="en-US" altLang="en-US" sz="600" dirty="0"/>
          </a:p>
          <a:p>
            <a:pPr eaLnBrk="1" hangingPunct="1">
              <a:lnSpc>
                <a:spcPct val="90000"/>
              </a:lnSpc>
              <a:buFont typeface="Monotype Sorts" pitchFamily="2" charset="2"/>
              <a:buNone/>
            </a:pPr>
            <a:r>
              <a:rPr lang="en-US" altLang="en-US" dirty="0"/>
              <a:t>4.  If </a:t>
            </a:r>
            <a:r>
              <a:rPr lang="en-US" altLang="en-US" b="1" i="1" dirty="0"/>
              <a:t>Finish</a:t>
            </a:r>
            <a:r>
              <a:rPr lang="en-US" altLang="en-US" b="1" dirty="0"/>
              <a:t> [</a:t>
            </a:r>
            <a:r>
              <a:rPr lang="en-US" altLang="en-US" b="1" i="1" dirty="0" err="1"/>
              <a:t>i</a:t>
            </a:r>
            <a:r>
              <a:rPr lang="en-US" altLang="en-US" b="1" dirty="0"/>
              <a:t>] == </a:t>
            </a:r>
            <a:r>
              <a:rPr lang="en-US" altLang="en-US" b="1" i="1" dirty="0"/>
              <a:t>true</a:t>
            </a:r>
            <a:r>
              <a:rPr lang="en-US" altLang="en-US" b="1" dirty="0"/>
              <a:t> </a:t>
            </a:r>
            <a:r>
              <a:rPr lang="en-US" altLang="en-US" dirty="0"/>
              <a:t>for all </a:t>
            </a:r>
            <a:r>
              <a:rPr lang="en-US" altLang="en-US" b="1" i="1" dirty="0" err="1"/>
              <a:t>i</a:t>
            </a:r>
            <a:r>
              <a:rPr lang="en-US" altLang="en-US" dirty="0"/>
              <a:t>, then the system is in a safe state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0103AA3-7F13-314F-913E-07F8E99808F4}"/>
              </a:ext>
            </a:extLst>
          </p:cNvPr>
          <p:cNvSpPr>
            <a:spLocks noGrp="1" noChangeArrowheads="1"/>
          </p:cNvSpPr>
          <p:nvPr>
            <p:ph type="title"/>
          </p:nvPr>
        </p:nvSpPr>
        <p:spPr>
          <a:xfrm>
            <a:off x="1506142" y="1031081"/>
            <a:ext cx="6535340" cy="342900"/>
          </a:xfrm>
        </p:spPr>
        <p:txBody>
          <a:bodyPr>
            <a:normAutofit fontScale="90000"/>
          </a:bodyPr>
          <a:lstStyle/>
          <a:p>
            <a:pPr>
              <a:defRPr/>
            </a:pPr>
            <a:r>
              <a:rPr lang="en-US" altLang="en-US"/>
              <a:t>Resource-Request Algorithm for Process </a:t>
            </a:r>
            <a:r>
              <a:rPr lang="en-US" altLang="en-US" i="1"/>
              <a:t>P</a:t>
            </a:r>
            <a:r>
              <a:rPr lang="en-US" altLang="en-US" i="1" baseline="-25000"/>
              <a:t>i</a:t>
            </a:r>
            <a:endParaRPr lang="en-US" altLang="en-US"/>
          </a:p>
        </p:txBody>
      </p:sp>
      <p:sp>
        <p:nvSpPr>
          <p:cNvPr id="80898" name="Rectangle 3">
            <a:extLst>
              <a:ext uri="{FF2B5EF4-FFF2-40B4-BE49-F238E27FC236}">
                <a16:creationId xmlns:a16="http://schemas.microsoft.com/office/drawing/2014/main" id="{6ADDF207-6FE9-D548-933E-9C4BD8AE8341}"/>
              </a:ext>
            </a:extLst>
          </p:cNvPr>
          <p:cNvSpPr>
            <a:spLocks noGrp="1" noChangeArrowheads="1"/>
          </p:cNvSpPr>
          <p:nvPr>
            <p:ph idx="1"/>
          </p:nvPr>
        </p:nvSpPr>
        <p:spPr>
          <a:xfrm>
            <a:off x="914400" y="2133600"/>
            <a:ext cx="7556897" cy="3514725"/>
          </a:xfrm>
        </p:spPr>
        <p:txBody>
          <a:bodyPr>
            <a:normAutofit fontScale="92500" lnSpcReduction="20000"/>
          </a:bodyPr>
          <a:lstStyle/>
          <a:p>
            <a:pPr eaLnBrk="1" hangingPunct="1">
              <a:lnSpc>
                <a:spcPct val="90000"/>
              </a:lnSpc>
              <a:buFont typeface="Monotype Sorts" pitchFamily="2" charset="2"/>
              <a:buNone/>
            </a:pPr>
            <a:r>
              <a:rPr lang="en-US" altLang="en-US" b="1" i="1"/>
              <a:t>Request</a:t>
            </a:r>
            <a:r>
              <a:rPr lang="en-US" altLang="en-US" b="1" i="1" baseline="-25000"/>
              <a:t>i</a:t>
            </a:r>
            <a:r>
              <a:rPr lang="en-US" altLang="en-US"/>
              <a:t> = request vector for process </a:t>
            </a:r>
            <a:r>
              <a:rPr lang="en-US" altLang="en-US" b="1" i="1"/>
              <a:t>P</a:t>
            </a:r>
            <a:r>
              <a:rPr lang="en-US" altLang="en-US" b="1" i="1" baseline="-25000"/>
              <a:t>i</a:t>
            </a:r>
            <a:r>
              <a:rPr lang="en-US" altLang="en-US"/>
              <a:t>.  </a:t>
            </a:r>
          </a:p>
          <a:p>
            <a:pPr eaLnBrk="1" hangingPunct="1">
              <a:lnSpc>
                <a:spcPct val="90000"/>
              </a:lnSpc>
              <a:buFont typeface="Monotype Sorts" pitchFamily="2" charset="2"/>
              <a:buNone/>
            </a:pPr>
            <a:r>
              <a:rPr lang="en-US" altLang="en-US"/>
              <a:t>If </a:t>
            </a:r>
            <a:r>
              <a:rPr lang="en-US" altLang="en-US" b="1" i="1"/>
              <a:t>Request</a:t>
            </a:r>
            <a:r>
              <a:rPr lang="en-US" altLang="en-US" b="1" i="1" baseline="-25000"/>
              <a:t>i</a:t>
            </a:r>
            <a:r>
              <a:rPr lang="en-US" altLang="en-US" b="1" baseline="-25000"/>
              <a:t> </a:t>
            </a:r>
            <a:r>
              <a:rPr lang="en-US" altLang="en-US" b="1"/>
              <a:t>[</a:t>
            </a:r>
            <a:r>
              <a:rPr lang="en-US" altLang="en-US" b="1" i="1"/>
              <a:t>j</a:t>
            </a:r>
            <a:r>
              <a:rPr lang="en-US" altLang="en-US" b="1"/>
              <a:t>] = </a:t>
            </a:r>
            <a:r>
              <a:rPr lang="en-US" altLang="en-US" b="1" i="1"/>
              <a:t>k</a:t>
            </a:r>
            <a:r>
              <a:rPr lang="en-US" altLang="en-US" b="1"/>
              <a:t> </a:t>
            </a:r>
            <a:r>
              <a:rPr lang="en-US" altLang="en-US"/>
              <a:t>then process </a:t>
            </a:r>
            <a:r>
              <a:rPr lang="en-US" altLang="en-US" b="1" i="1"/>
              <a:t>P</a:t>
            </a:r>
            <a:r>
              <a:rPr lang="en-US" altLang="en-US" b="1" i="1" baseline="-25000"/>
              <a:t>i</a:t>
            </a:r>
            <a:r>
              <a:rPr lang="en-US" altLang="en-US"/>
              <a:t> wants </a:t>
            </a:r>
            <a:r>
              <a:rPr lang="en-US" altLang="en-US" b="1" i="1"/>
              <a:t>k</a:t>
            </a:r>
            <a:r>
              <a:rPr lang="en-US" altLang="en-US"/>
              <a:t> instances of resource type </a:t>
            </a:r>
            <a:r>
              <a:rPr lang="en-US" altLang="en-US" b="1" i="1"/>
              <a:t>R</a:t>
            </a:r>
            <a:r>
              <a:rPr lang="en-US" altLang="en-US" b="1" i="1" baseline="-25000"/>
              <a:t>j</a:t>
            </a:r>
          </a:p>
          <a:p>
            <a:pPr eaLnBrk="1" hangingPunct="1">
              <a:lnSpc>
                <a:spcPct val="90000"/>
              </a:lnSpc>
              <a:buFont typeface="Monotype Sorts" pitchFamily="2" charset="2"/>
              <a:buNone/>
            </a:pPr>
            <a:endParaRPr lang="en-US" altLang="en-US" b="1" baseline="-25000"/>
          </a:p>
          <a:p>
            <a:pPr lvl="1" eaLnBrk="1" hangingPunct="1">
              <a:lnSpc>
                <a:spcPct val="90000"/>
              </a:lnSpc>
              <a:buFont typeface="Monotype Sorts" pitchFamily="2" charset="2"/>
              <a:buNone/>
            </a:pPr>
            <a:r>
              <a:rPr lang="en-US" altLang="en-US" sz="1500"/>
              <a:t>1.	If </a:t>
            </a:r>
            <a:r>
              <a:rPr lang="en-US" altLang="en-US" sz="1500" b="1" i="1"/>
              <a:t>Request</a:t>
            </a:r>
            <a:r>
              <a:rPr lang="en-US" altLang="en-US" sz="1500" b="1" i="1" baseline="-25000"/>
              <a:t>i</a:t>
            </a:r>
            <a:r>
              <a:rPr lang="en-US" altLang="en-US" sz="1500" b="1" i="1"/>
              <a:t> </a:t>
            </a:r>
            <a:r>
              <a:rPr lang="en-US" altLang="en-US" sz="1500" b="1">
                <a:sym typeface="Symbol" pitchFamily="2" charset="2"/>
              </a:rPr>
              <a:t> </a:t>
            </a:r>
            <a:r>
              <a:rPr lang="en-US" altLang="en-US" sz="1500" b="1" i="1">
                <a:sym typeface="Symbol" pitchFamily="2" charset="2"/>
              </a:rPr>
              <a:t>Need</a:t>
            </a:r>
            <a:r>
              <a:rPr lang="en-US" altLang="en-US" sz="1500" b="1" i="1" baseline="-25000">
                <a:sym typeface="Symbol" pitchFamily="2" charset="2"/>
              </a:rPr>
              <a:t>i</a:t>
            </a:r>
            <a:r>
              <a:rPr lang="en-US" altLang="en-US" sz="1500" b="1" i="1">
                <a:sym typeface="Symbol" pitchFamily="2" charset="2"/>
              </a:rPr>
              <a:t> </a:t>
            </a:r>
            <a:r>
              <a:rPr lang="en-US" altLang="en-US" sz="1500">
                <a:sym typeface="Symbol" pitchFamily="2" charset="2"/>
              </a:rPr>
              <a:t>go to step 2.  Otherwise, raise error condition, since process has exceeded its maximum claim</a:t>
            </a:r>
          </a:p>
          <a:p>
            <a:pPr lvl="1" eaLnBrk="1" hangingPunct="1">
              <a:lnSpc>
                <a:spcPct val="90000"/>
              </a:lnSpc>
              <a:buFont typeface="Monotype Sorts" pitchFamily="2" charset="2"/>
              <a:buNone/>
            </a:pPr>
            <a:r>
              <a:rPr lang="en-US" altLang="en-US" sz="1500">
                <a:sym typeface="Symbol" pitchFamily="2" charset="2"/>
              </a:rPr>
              <a:t>2.	If </a:t>
            </a:r>
            <a:r>
              <a:rPr lang="en-US" altLang="en-US" sz="1500" b="1" i="1"/>
              <a:t>Request</a:t>
            </a:r>
            <a:r>
              <a:rPr lang="en-US" altLang="en-US" sz="1500" b="1" i="1" baseline="-25000"/>
              <a:t>i</a:t>
            </a:r>
            <a:r>
              <a:rPr lang="en-US" altLang="en-US" sz="1500" b="1"/>
              <a:t> </a:t>
            </a:r>
            <a:r>
              <a:rPr lang="en-US" altLang="en-US" sz="1500" b="1">
                <a:sym typeface="Symbol" pitchFamily="2" charset="2"/>
              </a:rPr>
              <a:t> </a:t>
            </a:r>
            <a:r>
              <a:rPr lang="en-US" altLang="en-US" sz="1500" b="1" i="1">
                <a:sym typeface="Symbol" pitchFamily="2" charset="2"/>
              </a:rPr>
              <a:t>Available</a:t>
            </a:r>
            <a:r>
              <a:rPr lang="en-US" altLang="en-US" sz="1500">
                <a:sym typeface="Symbol" pitchFamily="2" charset="2"/>
              </a:rPr>
              <a:t>, go to step 3.  Otherwise </a:t>
            </a:r>
            <a:r>
              <a:rPr lang="en-US" altLang="en-US" sz="1500" b="1" i="1">
                <a:sym typeface="Symbol" pitchFamily="2" charset="2"/>
              </a:rPr>
              <a:t>P</a:t>
            </a:r>
            <a:r>
              <a:rPr lang="en-US" altLang="en-US" sz="1500" b="1" i="1" baseline="-25000">
                <a:sym typeface="Symbol" pitchFamily="2" charset="2"/>
              </a:rPr>
              <a:t>i</a:t>
            </a:r>
            <a:r>
              <a:rPr lang="en-US" altLang="en-US" sz="1500">
                <a:sym typeface="Symbol" pitchFamily="2" charset="2"/>
              </a:rPr>
              <a:t>  must wait, since resources are not available</a:t>
            </a:r>
          </a:p>
          <a:p>
            <a:pPr lvl="1" eaLnBrk="1" hangingPunct="1">
              <a:lnSpc>
                <a:spcPct val="90000"/>
              </a:lnSpc>
              <a:buFont typeface="Monotype Sorts" pitchFamily="2" charset="2"/>
              <a:buNone/>
            </a:pPr>
            <a:r>
              <a:rPr lang="en-US" altLang="en-US" sz="1500">
                <a:sym typeface="Symbol" pitchFamily="2" charset="2"/>
              </a:rPr>
              <a:t>3.	Pretend to allocate requested resources to </a:t>
            </a:r>
            <a:r>
              <a:rPr lang="en-US" altLang="en-US" sz="1500" b="1" i="1">
                <a:sym typeface="Symbol" pitchFamily="2" charset="2"/>
              </a:rPr>
              <a:t>P</a:t>
            </a:r>
            <a:r>
              <a:rPr lang="en-US" altLang="en-US" sz="1500" b="1" i="1" baseline="-25000">
                <a:sym typeface="Symbol" pitchFamily="2" charset="2"/>
              </a:rPr>
              <a:t>i</a:t>
            </a:r>
            <a:r>
              <a:rPr lang="en-US" altLang="en-US" sz="1500">
                <a:sym typeface="Symbol" pitchFamily="2" charset="2"/>
              </a:rPr>
              <a:t> by modifying the state as follows:</a:t>
            </a:r>
          </a:p>
          <a:p>
            <a:pPr lvl="3" eaLnBrk="1" hangingPunct="1">
              <a:lnSpc>
                <a:spcPct val="90000"/>
              </a:lnSpc>
              <a:buFontTx/>
              <a:buNone/>
            </a:pPr>
            <a:r>
              <a:rPr lang="en-US" altLang="en-US" sz="1500">
                <a:sym typeface="Symbol" pitchFamily="2" charset="2"/>
              </a:rPr>
              <a:t>		</a:t>
            </a:r>
            <a:r>
              <a:rPr lang="en-US" altLang="en-US" sz="1500" b="1" i="1">
                <a:sym typeface="Symbol" pitchFamily="2" charset="2"/>
              </a:rPr>
              <a:t>Available</a:t>
            </a:r>
            <a:r>
              <a:rPr lang="en-US" altLang="en-US" sz="1500" b="1">
                <a:sym typeface="Symbol" pitchFamily="2" charset="2"/>
              </a:rPr>
              <a:t> = </a:t>
            </a:r>
            <a:r>
              <a:rPr lang="en-US" altLang="en-US" sz="1500" b="1" i="1">
                <a:sym typeface="Symbol" pitchFamily="2" charset="2"/>
              </a:rPr>
              <a:t>Available  </a:t>
            </a:r>
            <a:r>
              <a:rPr lang="en-US" altLang="en-US" sz="1500" b="1">
                <a:sym typeface="Symbol" pitchFamily="2" charset="2"/>
              </a:rPr>
              <a:t>–</a:t>
            </a:r>
            <a:r>
              <a:rPr lang="en-US" altLang="en-US" sz="1500" b="1" i="1">
                <a:sym typeface="Symbol" pitchFamily="2" charset="2"/>
              </a:rPr>
              <a:t> Request</a:t>
            </a:r>
            <a:r>
              <a:rPr lang="en-US" altLang="en-US" sz="1500" b="1" i="1" baseline="-25000">
                <a:sym typeface="Symbol" pitchFamily="2" charset="2"/>
              </a:rPr>
              <a:t>i</a:t>
            </a:r>
            <a:r>
              <a:rPr lang="en-US" altLang="en-US" sz="1500" b="1" i="1">
                <a:sym typeface="Symbol" pitchFamily="2" charset="2"/>
              </a:rPr>
              <a:t>;</a:t>
            </a:r>
          </a:p>
          <a:p>
            <a:pPr lvl="3" eaLnBrk="1" hangingPunct="1">
              <a:lnSpc>
                <a:spcPct val="90000"/>
              </a:lnSpc>
              <a:buFontTx/>
              <a:buNone/>
            </a:pPr>
            <a:r>
              <a:rPr lang="en-US" altLang="en-US" sz="1500" b="1">
                <a:sym typeface="Symbol" pitchFamily="2" charset="2"/>
              </a:rPr>
              <a:t>		</a:t>
            </a:r>
            <a:r>
              <a:rPr lang="en-US" altLang="en-US" sz="1500" b="1" i="1">
                <a:sym typeface="Symbol" pitchFamily="2" charset="2"/>
              </a:rPr>
              <a:t>Allocation</a:t>
            </a:r>
            <a:r>
              <a:rPr lang="en-US" altLang="en-US" sz="1500" b="1" i="1" baseline="-25000">
                <a:sym typeface="Symbol" pitchFamily="2" charset="2"/>
              </a:rPr>
              <a:t>i</a:t>
            </a:r>
            <a:r>
              <a:rPr lang="en-US" altLang="en-US" sz="1500" b="1" baseline="-25000">
                <a:sym typeface="Symbol" pitchFamily="2" charset="2"/>
              </a:rPr>
              <a:t> </a:t>
            </a:r>
            <a:r>
              <a:rPr lang="en-US" altLang="en-US" sz="1500" b="1">
                <a:sym typeface="Symbol" pitchFamily="2" charset="2"/>
              </a:rPr>
              <a:t>= </a:t>
            </a:r>
            <a:r>
              <a:rPr lang="en-US" altLang="en-US" sz="1500" b="1" i="1">
                <a:sym typeface="Symbol" pitchFamily="2" charset="2"/>
              </a:rPr>
              <a:t>Allocation</a:t>
            </a:r>
            <a:r>
              <a:rPr lang="en-US" altLang="en-US" sz="1500" b="1" i="1" baseline="-25000">
                <a:sym typeface="Symbol" pitchFamily="2" charset="2"/>
              </a:rPr>
              <a:t>i</a:t>
            </a:r>
            <a:r>
              <a:rPr lang="en-US" altLang="en-US" sz="1500" b="1">
                <a:sym typeface="Symbol" pitchFamily="2" charset="2"/>
              </a:rPr>
              <a:t> + </a:t>
            </a:r>
            <a:r>
              <a:rPr lang="en-US" altLang="en-US" sz="1500" b="1" i="1">
                <a:sym typeface="Symbol" pitchFamily="2" charset="2"/>
              </a:rPr>
              <a:t>Request</a:t>
            </a:r>
            <a:r>
              <a:rPr lang="en-US" altLang="en-US" sz="1500" b="1" i="1" baseline="-25000">
                <a:sym typeface="Symbol" pitchFamily="2" charset="2"/>
              </a:rPr>
              <a:t>i</a:t>
            </a:r>
            <a:r>
              <a:rPr lang="en-US" altLang="en-US" sz="1500" b="1">
                <a:sym typeface="Symbol" pitchFamily="2" charset="2"/>
              </a:rPr>
              <a:t>;</a:t>
            </a:r>
          </a:p>
          <a:p>
            <a:pPr lvl="3" eaLnBrk="1" hangingPunct="1">
              <a:lnSpc>
                <a:spcPct val="90000"/>
              </a:lnSpc>
              <a:buFontTx/>
              <a:buNone/>
            </a:pPr>
            <a:r>
              <a:rPr lang="en-US" altLang="en-US" sz="1500" b="1">
                <a:sym typeface="Symbol" pitchFamily="2" charset="2"/>
              </a:rPr>
              <a:t>		</a:t>
            </a:r>
            <a:r>
              <a:rPr lang="en-US" altLang="en-US" sz="1500" b="1" i="1">
                <a:sym typeface="Symbol" pitchFamily="2" charset="2"/>
              </a:rPr>
              <a:t>Need</a:t>
            </a:r>
            <a:r>
              <a:rPr lang="en-US" altLang="en-US" sz="1500" b="1" i="1" baseline="-25000">
                <a:sym typeface="Symbol" pitchFamily="2" charset="2"/>
              </a:rPr>
              <a:t>i</a:t>
            </a:r>
            <a:r>
              <a:rPr lang="en-US" altLang="en-US" sz="1500" b="1" i="1">
                <a:sym typeface="Symbol" pitchFamily="2" charset="2"/>
              </a:rPr>
              <a:t> </a:t>
            </a:r>
            <a:r>
              <a:rPr lang="en-US" altLang="en-US" sz="1500" b="1">
                <a:sym typeface="Symbol" pitchFamily="2" charset="2"/>
              </a:rPr>
              <a:t>=</a:t>
            </a:r>
            <a:r>
              <a:rPr lang="en-US" altLang="en-US" sz="1500" b="1" i="1">
                <a:sym typeface="Symbol" pitchFamily="2" charset="2"/>
              </a:rPr>
              <a:t> Need</a:t>
            </a:r>
            <a:r>
              <a:rPr lang="en-US" altLang="en-US" sz="1500" b="1" i="1" baseline="-25000">
                <a:sym typeface="Symbol" pitchFamily="2" charset="2"/>
              </a:rPr>
              <a:t>i</a:t>
            </a:r>
            <a:r>
              <a:rPr lang="en-US" altLang="en-US" sz="1500" b="1">
                <a:sym typeface="Symbol" pitchFamily="2" charset="2"/>
              </a:rPr>
              <a:t> – </a:t>
            </a:r>
            <a:r>
              <a:rPr lang="en-US" altLang="en-US" sz="1500" b="1" i="1">
                <a:sym typeface="Symbol" pitchFamily="2" charset="2"/>
              </a:rPr>
              <a:t>Request</a:t>
            </a:r>
            <a:r>
              <a:rPr lang="en-US" altLang="en-US" sz="1500" b="1" i="1" baseline="-25000">
                <a:sym typeface="Symbol" pitchFamily="2" charset="2"/>
              </a:rPr>
              <a:t>i</a:t>
            </a:r>
            <a:r>
              <a:rPr lang="en-US" altLang="en-US" sz="1500" b="1" i="1">
                <a:sym typeface="Symbol" pitchFamily="2" charset="2"/>
              </a:rPr>
              <a:t>;</a:t>
            </a:r>
          </a:p>
          <a:p>
            <a:pPr lvl="3" eaLnBrk="1" hangingPunct="1">
              <a:lnSpc>
                <a:spcPct val="90000"/>
              </a:lnSpc>
              <a:buFontTx/>
              <a:buNone/>
            </a:pPr>
            <a:endParaRPr lang="en-US" altLang="en-US" sz="1500" b="1" i="1">
              <a:sym typeface="Symbol" pitchFamily="2" charset="2"/>
            </a:endParaRPr>
          </a:p>
          <a:p>
            <a:pPr lvl="2" eaLnBrk="1" hangingPunct="1">
              <a:lnSpc>
                <a:spcPct val="90000"/>
              </a:lnSpc>
              <a:buClr>
                <a:srgbClr val="CC6600"/>
              </a:buClr>
              <a:buSzPct val="80000"/>
              <a:buFont typeface="Monotype Sorts" pitchFamily="2" charset="2"/>
              <a:buChar char="l"/>
            </a:pPr>
            <a:r>
              <a:rPr lang="en-US" altLang="en-US" sz="1500">
                <a:sym typeface="Symbol" pitchFamily="2" charset="2"/>
              </a:rPr>
              <a:t>If safe  the resources are allocated to </a:t>
            </a:r>
            <a:r>
              <a:rPr lang="en-US" altLang="en-US" sz="1500" b="1" i="1">
                <a:sym typeface="Symbol" pitchFamily="2" charset="2"/>
              </a:rPr>
              <a:t>P</a:t>
            </a:r>
            <a:r>
              <a:rPr lang="en-US" altLang="en-US" sz="1500" b="1" i="1" baseline="-25000">
                <a:sym typeface="Symbol" pitchFamily="2" charset="2"/>
              </a:rPr>
              <a:t>i</a:t>
            </a:r>
          </a:p>
          <a:p>
            <a:pPr lvl="2" eaLnBrk="1" hangingPunct="1">
              <a:lnSpc>
                <a:spcPct val="90000"/>
              </a:lnSpc>
              <a:buClr>
                <a:srgbClr val="CC6600"/>
              </a:buClr>
              <a:buSzPct val="80000"/>
              <a:buFont typeface="Monotype Sorts" pitchFamily="2" charset="2"/>
              <a:buChar char="l"/>
            </a:pPr>
            <a:r>
              <a:rPr lang="en-US" altLang="en-US" sz="1500">
                <a:sym typeface="Symbol" pitchFamily="2" charset="2"/>
              </a:rPr>
              <a:t>If unsafe  </a:t>
            </a:r>
            <a:r>
              <a:rPr lang="en-US" altLang="en-US" sz="1500" b="1" i="1">
                <a:sym typeface="Symbol" pitchFamily="2" charset="2"/>
              </a:rPr>
              <a:t>P</a:t>
            </a:r>
            <a:r>
              <a:rPr lang="en-US" altLang="en-US" sz="1500" b="1" i="1" baseline="-25000">
                <a:sym typeface="Symbol" pitchFamily="2" charset="2"/>
              </a:rPr>
              <a:t>i</a:t>
            </a:r>
            <a:r>
              <a:rPr lang="en-US" altLang="en-US" sz="1500">
                <a:sym typeface="Symbol" pitchFamily="2" charset="2"/>
              </a:rPr>
              <a:t> must wait, and the old resource-allocation state is restored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dirty="0"/>
              <a:t>Example of Banker</a:t>
            </a:r>
            <a:r>
              <a:rPr lang="ja-JP" altLang="en-US"/>
              <a:t>’</a:t>
            </a:r>
            <a:r>
              <a:rPr lang="en-US" altLang="ja-JP" dirty="0"/>
              <a:t>s Algorithm</a:t>
            </a:r>
            <a:endParaRPr lang="en-US" altLang="en-US" dirty="0"/>
          </a:p>
        </p:txBody>
      </p:sp>
      <p:sp>
        <p:nvSpPr>
          <p:cNvPr id="84994" name="Rectangle 3">
            <a:extLst>
              <a:ext uri="{FF2B5EF4-FFF2-40B4-BE49-F238E27FC236}">
                <a16:creationId xmlns:a16="http://schemas.microsoft.com/office/drawing/2014/main" id="{C07EA893-3CCB-2E4A-8690-04A254CA1958}"/>
              </a:ext>
            </a:extLst>
          </p:cNvPr>
          <p:cNvSpPr>
            <a:spLocks noGrp="1" noChangeArrowheads="1"/>
          </p:cNvSpPr>
          <p:nvPr>
            <p:ph idx="1"/>
          </p:nvPr>
        </p:nvSpPr>
        <p:spPr>
          <a:xfrm>
            <a:off x="228600" y="2014861"/>
            <a:ext cx="6124575" cy="3861197"/>
          </a:xfrm>
        </p:spPr>
        <p:txBody>
          <a:bodyPr>
            <a:normAutofit fontScale="55000" lnSpcReduction="20000"/>
          </a:bodyPr>
          <a:lstStyle/>
          <a:p>
            <a:pPr>
              <a:tabLst>
                <a:tab pos="1028700" algn="l"/>
                <a:tab pos="1796654" algn="ctr"/>
                <a:tab pos="2695575" algn="ctr"/>
                <a:tab pos="3604022" algn="ctr"/>
              </a:tabLst>
            </a:pPr>
            <a:r>
              <a:rPr lang="en-US" altLang="en-US" dirty="0"/>
              <a:t>5 processes </a:t>
            </a:r>
            <a:r>
              <a:rPr lang="en-US" altLang="en-US" i="1" dirty="0"/>
              <a:t>P</a:t>
            </a:r>
            <a:r>
              <a:rPr lang="en-US" altLang="en-US" baseline="-25000" dirty="0"/>
              <a:t>0  </a:t>
            </a:r>
            <a:r>
              <a:rPr lang="en-US" altLang="en-US" dirty="0"/>
              <a:t>through </a:t>
            </a:r>
            <a:r>
              <a:rPr lang="en-US" altLang="en-US" i="1" dirty="0"/>
              <a:t>P</a:t>
            </a:r>
            <a:r>
              <a:rPr lang="en-US" altLang="en-US" baseline="-25000" dirty="0"/>
              <a:t>4</a:t>
            </a:r>
            <a:r>
              <a:rPr lang="en-US" altLang="en-US" dirty="0"/>
              <a:t>; </a:t>
            </a:r>
          </a:p>
          <a:p>
            <a:pPr>
              <a:tabLst>
                <a:tab pos="1028700" algn="l"/>
                <a:tab pos="1796654" algn="ctr"/>
                <a:tab pos="2695575" algn="ctr"/>
                <a:tab pos="3604022" algn="ctr"/>
              </a:tabLst>
            </a:pPr>
            <a:r>
              <a:rPr lang="en-US" altLang="en-US" dirty="0"/>
              <a:t>3 resource types:</a:t>
            </a:r>
          </a:p>
          <a:p>
            <a:pPr>
              <a:tabLst>
                <a:tab pos="1028700" algn="l"/>
                <a:tab pos="1796654" algn="ctr"/>
                <a:tab pos="2695575" algn="ctr"/>
                <a:tab pos="3604022" algn="ctr"/>
              </a:tabLst>
            </a:pPr>
            <a:r>
              <a:rPr lang="en-US" altLang="en-US" i="1" dirty="0"/>
              <a:t>A</a:t>
            </a:r>
            <a:r>
              <a:rPr lang="en-US" altLang="en-US" dirty="0"/>
              <a:t> (10 instances),  </a:t>
            </a:r>
            <a:r>
              <a:rPr lang="en-US" altLang="en-US" i="1" dirty="0"/>
              <a:t>B</a:t>
            </a:r>
            <a:r>
              <a:rPr lang="en-US" altLang="en-US" dirty="0"/>
              <a:t> ( 5 instances), and </a:t>
            </a:r>
            <a:r>
              <a:rPr lang="en-US" altLang="en-US" i="1" dirty="0"/>
              <a:t>C</a:t>
            </a:r>
            <a:r>
              <a:rPr lang="en-US" altLang="en-US" dirty="0"/>
              <a:t> (7 instances)</a:t>
            </a:r>
          </a:p>
          <a:p>
            <a:pPr>
              <a:tabLst>
                <a:tab pos="1028700" algn="l"/>
                <a:tab pos="1796654" algn="ctr"/>
                <a:tab pos="2695575" algn="ctr"/>
                <a:tab pos="3604022" algn="ctr"/>
              </a:tabLst>
            </a:pPr>
            <a:r>
              <a:rPr lang="en-US" altLang="en-US" dirty="0"/>
              <a:t>Snapshot at time </a:t>
            </a:r>
            <a:r>
              <a:rPr lang="en-US" altLang="en-US" i="1" dirty="0"/>
              <a:t>T</a:t>
            </a:r>
            <a:r>
              <a:rPr lang="en-US" altLang="en-US" baseline="-25000" dirty="0"/>
              <a:t>0</a:t>
            </a:r>
            <a:r>
              <a:rPr lang="en-US" altLang="en-US" dirty="0"/>
              <a:t>:</a:t>
            </a:r>
          </a:p>
          <a:p>
            <a:pPr>
              <a:buNone/>
              <a:tabLst>
                <a:tab pos="1028700" algn="l"/>
                <a:tab pos="1796654" algn="ctr"/>
                <a:tab pos="2695575" algn="ctr"/>
                <a:tab pos="3604022" algn="ctr"/>
              </a:tabLst>
            </a:pPr>
            <a:r>
              <a:rPr lang="en-US" altLang="en-US" dirty="0"/>
              <a:t>			</a:t>
            </a:r>
            <a:r>
              <a:rPr lang="en-US" altLang="en-US" i="1" u="sng" dirty="0"/>
              <a:t>Allocation</a:t>
            </a:r>
            <a:r>
              <a:rPr lang="en-US" altLang="en-US" i="1" dirty="0"/>
              <a:t>	  </a:t>
            </a:r>
            <a:r>
              <a:rPr lang="en-US" altLang="en-US" i="1" u="sng" dirty="0"/>
              <a:t>Max</a:t>
            </a:r>
            <a:r>
              <a:rPr lang="en-US" altLang="en-US" i="1" dirty="0"/>
              <a:t>	</a:t>
            </a:r>
            <a:r>
              <a:rPr lang="en-US" altLang="en-US" i="1" u="sng" dirty="0"/>
              <a:t>Available</a:t>
            </a:r>
            <a:endParaRPr lang="en-US" altLang="en-US" i="1" dirty="0"/>
          </a:p>
          <a:p>
            <a:pPr>
              <a:buNone/>
              <a:tabLst>
                <a:tab pos="1028700" algn="l"/>
                <a:tab pos="1796654" algn="ctr"/>
                <a:tab pos="2695575" algn="ctr"/>
                <a:tab pos="3604022" algn="ctr"/>
              </a:tabLst>
            </a:pPr>
            <a:r>
              <a:rPr lang="en-US" altLang="en-US" i="1" dirty="0"/>
              <a:t>			A B C	       A B C 	A B C</a:t>
            </a:r>
          </a:p>
          <a:p>
            <a:pPr>
              <a:buNone/>
              <a:tabLst>
                <a:tab pos="1028700" algn="l"/>
                <a:tab pos="1796654" algn="ctr"/>
                <a:tab pos="2695575" algn="ctr"/>
                <a:tab pos="3604022" algn="ctr"/>
              </a:tabLst>
            </a:pPr>
            <a:r>
              <a:rPr lang="en-US" altLang="en-US" dirty="0"/>
              <a:t>		 </a:t>
            </a:r>
            <a:r>
              <a:rPr lang="en-US" altLang="en-US" i="1" dirty="0"/>
              <a:t>P</a:t>
            </a:r>
            <a:r>
              <a:rPr lang="en-US" altLang="en-US" baseline="-25000" dirty="0"/>
              <a:t>0	</a:t>
            </a:r>
            <a:r>
              <a:rPr lang="en-US" altLang="en-US" dirty="0"/>
              <a:t>0 1 0	        7 5 3 	3 3 2</a:t>
            </a:r>
          </a:p>
          <a:p>
            <a:pPr>
              <a:buNone/>
              <a:tabLst>
                <a:tab pos="1028700" algn="l"/>
                <a:tab pos="1796654" algn="ctr"/>
                <a:tab pos="2695575" algn="ctr"/>
                <a:tab pos="3604022" algn="ctr"/>
              </a:tabLst>
            </a:pPr>
            <a:r>
              <a:rPr lang="en-US" altLang="en-US" dirty="0"/>
              <a:t>		 </a:t>
            </a:r>
            <a:r>
              <a:rPr lang="en-US" altLang="en-US" i="1" dirty="0"/>
              <a:t>P</a:t>
            </a:r>
            <a:r>
              <a:rPr lang="en-US" altLang="en-US" baseline="-25000" dirty="0"/>
              <a:t>1	</a:t>
            </a:r>
            <a:r>
              <a:rPr lang="en-US" altLang="en-US" dirty="0"/>
              <a:t>2 0 0 	        3 2 2  </a:t>
            </a:r>
          </a:p>
          <a:p>
            <a:pPr>
              <a:buNone/>
              <a:tabLst>
                <a:tab pos="1028700" algn="l"/>
                <a:tab pos="1796654" algn="ctr"/>
                <a:tab pos="2695575" algn="ctr"/>
                <a:tab pos="3604022" algn="ctr"/>
              </a:tabLst>
            </a:pPr>
            <a:r>
              <a:rPr lang="en-US" altLang="en-US" dirty="0"/>
              <a:t>		 </a:t>
            </a:r>
            <a:r>
              <a:rPr lang="en-US" altLang="en-US" i="1" dirty="0"/>
              <a:t>P</a:t>
            </a:r>
            <a:r>
              <a:rPr lang="en-US" altLang="en-US" baseline="-25000" dirty="0"/>
              <a:t>2</a:t>
            </a:r>
            <a:r>
              <a:rPr lang="en-US" altLang="en-US" dirty="0"/>
              <a:t>	3 0 2 	        9 0 2</a:t>
            </a:r>
          </a:p>
          <a:p>
            <a:pPr>
              <a:buNone/>
              <a:tabLst>
                <a:tab pos="1028700" algn="l"/>
                <a:tab pos="1796654" algn="ctr"/>
                <a:tab pos="2695575" algn="ctr"/>
                <a:tab pos="3604022" algn="ctr"/>
              </a:tabLst>
            </a:pPr>
            <a:r>
              <a:rPr lang="en-US" altLang="en-US" dirty="0"/>
              <a:t>		 </a:t>
            </a:r>
            <a:r>
              <a:rPr lang="en-US" altLang="en-US" i="1" dirty="0"/>
              <a:t>P</a:t>
            </a:r>
            <a:r>
              <a:rPr lang="en-US" altLang="en-US" baseline="-25000" dirty="0"/>
              <a:t>3</a:t>
            </a:r>
            <a:r>
              <a:rPr lang="en-US" altLang="en-US" dirty="0"/>
              <a:t>	2 1 1 	        2 2 2</a:t>
            </a:r>
          </a:p>
          <a:p>
            <a:pPr>
              <a:buNone/>
              <a:tabLst>
                <a:tab pos="1028700" algn="l"/>
                <a:tab pos="1796654" algn="ctr"/>
                <a:tab pos="2695575" algn="ctr"/>
                <a:tab pos="3604022" algn="ctr"/>
              </a:tabLst>
            </a:pPr>
            <a:r>
              <a:rPr lang="en-US" altLang="en-US" dirty="0"/>
              <a:t>		 </a:t>
            </a:r>
            <a:r>
              <a:rPr lang="en-US" altLang="en-US" i="1" dirty="0"/>
              <a:t>P</a:t>
            </a:r>
            <a:r>
              <a:rPr lang="en-US" altLang="en-US" baseline="-25000" dirty="0"/>
              <a:t>4</a:t>
            </a:r>
            <a:r>
              <a:rPr lang="en-US" altLang="en-US" dirty="0"/>
              <a:t>	0 0 2	        4 3 3  		</a:t>
            </a:r>
          </a:p>
        </p:txBody>
      </p:sp>
      <p:sp>
        <p:nvSpPr>
          <p:cNvPr id="84995" name="Rectangle 3">
            <a:extLst>
              <a:ext uri="{FF2B5EF4-FFF2-40B4-BE49-F238E27FC236}">
                <a16:creationId xmlns:a16="http://schemas.microsoft.com/office/drawing/2014/main" id="{8DBD1AFB-920A-B745-8E80-639CAEEF1E1C}"/>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dirty="0">
                <a:solidFill>
                  <a:srgbClr val="262626"/>
                </a:solidFill>
                <a:latin typeface="Gill Sans MT" panose="020B0502020104020203" pitchFamily="34" charset="77"/>
              </a:rPr>
              <a:t>Need</a:t>
            </a:r>
            <a:r>
              <a:rPr lang="en-US" altLang="en-US" dirty="0">
                <a:solidFill>
                  <a:srgbClr val="262626"/>
                </a:solidFill>
                <a:latin typeface="Gill Sans MT" panose="020B0502020104020203" pitchFamily="34" charset="77"/>
              </a:rPr>
              <a:t> is </a:t>
            </a:r>
            <a:r>
              <a:rPr lang="en-US" altLang="en-US" b="1" i="1" dirty="0">
                <a:solidFill>
                  <a:srgbClr val="262626"/>
                </a:solidFill>
                <a:latin typeface="Gill Sans MT" panose="020B0502020104020203" pitchFamily="34" charset="77"/>
              </a:rPr>
              <a:t>Max</a:t>
            </a:r>
            <a:r>
              <a:rPr lang="en-US" altLang="en-US" b="1" dirty="0">
                <a:solidFill>
                  <a:srgbClr val="262626"/>
                </a:solidFill>
                <a:latin typeface="Gill Sans MT" panose="020B0502020104020203" pitchFamily="34" charset="77"/>
              </a:rPr>
              <a:t> – </a:t>
            </a:r>
            <a:r>
              <a:rPr lang="en-US" altLang="en-US" b="1" i="1" dirty="0">
                <a:solidFill>
                  <a:srgbClr val="262626"/>
                </a:solidFill>
                <a:latin typeface="Gill Sans MT" panose="020B0502020104020203" pitchFamily="34" charset="77"/>
              </a:rPr>
              <a:t>Allocation</a:t>
            </a:r>
            <a:endParaRPr lang="en-US" altLang="en-US" b="1" dirty="0">
              <a:solidFill>
                <a:srgbClr val="262626"/>
              </a:solidFill>
              <a:latin typeface="Gill Sans MT" panose="020B0502020104020203" pitchFamily="34" charset="77"/>
            </a:endParaRPr>
          </a:p>
          <a:p>
            <a:pPr>
              <a:spcBef>
                <a:spcPts val="563"/>
              </a:spcBef>
              <a:buClr>
                <a:schemeClr val="accent2"/>
              </a:buClr>
            </a:pPr>
            <a:endParaRPr lang="en-US" altLang="en-US" dirty="0">
              <a:solidFill>
                <a:srgbClr val="262626"/>
              </a:solidFill>
              <a:latin typeface="Gill Sans MT" panose="020B0502020104020203" pitchFamily="34" charset="77"/>
            </a:endParaRPr>
          </a:p>
          <a:p>
            <a:pPr>
              <a:spcBef>
                <a:spcPts val="563"/>
              </a:spcBef>
              <a:buClr>
                <a:schemeClr val="accent2"/>
              </a:buClr>
            </a:pPr>
            <a:r>
              <a:rPr lang="en-US" altLang="en-US" dirty="0">
                <a:solidFill>
                  <a:srgbClr val="262626"/>
                </a:solidFill>
                <a:latin typeface="Gill Sans MT" panose="020B0502020104020203" pitchFamily="34" charset="77"/>
              </a:rPr>
              <a:t>			</a:t>
            </a:r>
            <a:r>
              <a:rPr lang="en-US" altLang="en-US" i="1" u="sng" dirty="0">
                <a:solidFill>
                  <a:srgbClr val="262626"/>
                </a:solidFill>
                <a:latin typeface="Gill Sans MT" panose="020B0502020104020203" pitchFamily="34" charset="77"/>
              </a:rPr>
              <a:t>Need</a:t>
            </a:r>
            <a:endParaRPr lang="en-US" altLang="en-US" u="sng" dirty="0">
              <a:solidFill>
                <a:srgbClr val="262626"/>
              </a:solidFill>
              <a:latin typeface="Gill Sans MT" panose="020B0502020104020203" pitchFamily="34" charset="77"/>
            </a:endParaRPr>
          </a:p>
          <a:p>
            <a:pPr>
              <a:spcBef>
                <a:spcPts val="563"/>
              </a:spcBef>
              <a:buClr>
                <a:schemeClr val="accent2"/>
              </a:buClr>
            </a:pPr>
            <a:r>
              <a:rPr lang="en-US" altLang="en-US" dirty="0">
                <a:solidFill>
                  <a:srgbClr val="262626"/>
                </a:solidFill>
                <a:latin typeface="Gill Sans MT" panose="020B0502020104020203" pitchFamily="34" charset="77"/>
              </a:rPr>
              <a:t>			</a:t>
            </a:r>
            <a:r>
              <a:rPr lang="en-US" altLang="en-US" i="1" dirty="0">
                <a:solidFill>
                  <a:srgbClr val="262626"/>
                </a:solidFill>
                <a:latin typeface="Gill Sans MT" panose="020B0502020104020203" pitchFamily="34" charset="77"/>
              </a:rPr>
              <a:t>A B C</a:t>
            </a:r>
          </a:p>
          <a:p>
            <a:pPr>
              <a:spcBef>
                <a:spcPts val="563"/>
              </a:spcBef>
              <a:buClr>
                <a:schemeClr val="accent2"/>
              </a:buClr>
            </a:pPr>
            <a:r>
              <a:rPr lang="en-US" altLang="en-US" dirty="0">
                <a:solidFill>
                  <a:srgbClr val="262626"/>
                </a:solidFill>
                <a:latin typeface="Gill Sans MT" panose="020B0502020104020203" pitchFamily="34" charset="77"/>
              </a:rPr>
              <a:t>		 </a:t>
            </a:r>
            <a:r>
              <a:rPr lang="en-US" altLang="en-US" i="1" dirty="0">
                <a:solidFill>
                  <a:srgbClr val="262626"/>
                </a:solidFill>
                <a:latin typeface="Gill Sans MT" panose="020B0502020104020203" pitchFamily="34" charset="77"/>
              </a:rPr>
              <a:t>P</a:t>
            </a:r>
            <a:r>
              <a:rPr lang="en-US" altLang="en-US" baseline="-25000" dirty="0">
                <a:solidFill>
                  <a:srgbClr val="262626"/>
                </a:solidFill>
                <a:latin typeface="Gill Sans MT" panose="020B0502020104020203" pitchFamily="34" charset="77"/>
              </a:rPr>
              <a:t>0	</a:t>
            </a:r>
            <a:r>
              <a:rPr lang="en-US" altLang="en-US" dirty="0">
                <a:solidFill>
                  <a:srgbClr val="262626"/>
                </a:solidFill>
                <a:latin typeface="Gill Sans MT" panose="020B0502020104020203" pitchFamily="34" charset="77"/>
              </a:rPr>
              <a:t>7 4 3 </a:t>
            </a:r>
          </a:p>
          <a:p>
            <a:pPr>
              <a:spcBef>
                <a:spcPts val="563"/>
              </a:spcBef>
              <a:buClr>
                <a:schemeClr val="accent2"/>
              </a:buClr>
            </a:pPr>
            <a:r>
              <a:rPr lang="en-US" altLang="en-US" dirty="0">
                <a:solidFill>
                  <a:srgbClr val="262626"/>
                </a:solidFill>
                <a:latin typeface="Gill Sans MT" panose="020B0502020104020203" pitchFamily="34" charset="77"/>
              </a:rPr>
              <a:t>		 </a:t>
            </a:r>
            <a:r>
              <a:rPr lang="en-US" altLang="en-US" i="1" dirty="0">
                <a:solidFill>
                  <a:srgbClr val="262626"/>
                </a:solidFill>
                <a:latin typeface="Gill Sans MT" panose="020B0502020104020203" pitchFamily="34" charset="77"/>
              </a:rPr>
              <a:t>P</a:t>
            </a:r>
            <a:r>
              <a:rPr lang="en-US" altLang="en-US" baseline="-25000" dirty="0">
                <a:solidFill>
                  <a:srgbClr val="262626"/>
                </a:solidFill>
                <a:latin typeface="Gill Sans MT" panose="020B0502020104020203" pitchFamily="34" charset="77"/>
              </a:rPr>
              <a:t>1	</a:t>
            </a:r>
            <a:r>
              <a:rPr lang="en-US" altLang="en-US" dirty="0">
                <a:solidFill>
                  <a:srgbClr val="262626"/>
                </a:solidFill>
                <a:latin typeface="Gill Sans MT" panose="020B0502020104020203" pitchFamily="34" charset="77"/>
              </a:rPr>
              <a:t>1 2 2 </a:t>
            </a:r>
          </a:p>
          <a:p>
            <a:pPr>
              <a:spcBef>
                <a:spcPts val="563"/>
              </a:spcBef>
              <a:buClr>
                <a:schemeClr val="accent2"/>
              </a:buClr>
            </a:pPr>
            <a:r>
              <a:rPr lang="en-US" altLang="en-US" dirty="0">
                <a:solidFill>
                  <a:srgbClr val="262626"/>
                </a:solidFill>
                <a:latin typeface="Gill Sans MT" panose="020B0502020104020203" pitchFamily="34" charset="77"/>
              </a:rPr>
              <a:t>		 </a:t>
            </a:r>
            <a:r>
              <a:rPr lang="en-US" altLang="en-US" i="1" dirty="0">
                <a:solidFill>
                  <a:srgbClr val="262626"/>
                </a:solidFill>
                <a:latin typeface="Gill Sans MT" panose="020B0502020104020203" pitchFamily="34" charset="77"/>
              </a:rPr>
              <a:t>P</a:t>
            </a:r>
            <a:r>
              <a:rPr lang="en-US" altLang="en-US" baseline="-25000" dirty="0">
                <a:solidFill>
                  <a:srgbClr val="262626"/>
                </a:solidFill>
                <a:latin typeface="Gill Sans MT" panose="020B0502020104020203" pitchFamily="34" charset="77"/>
              </a:rPr>
              <a:t>2</a:t>
            </a:r>
            <a:r>
              <a:rPr lang="en-US" altLang="en-US" dirty="0">
                <a:solidFill>
                  <a:srgbClr val="262626"/>
                </a:solidFill>
                <a:latin typeface="Gill Sans MT" panose="020B0502020104020203" pitchFamily="34" charset="77"/>
              </a:rPr>
              <a:t>	6 0 0 </a:t>
            </a:r>
          </a:p>
          <a:p>
            <a:pPr>
              <a:spcBef>
                <a:spcPts val="563"/>
              </a:spcBef>
              <a:buClr>
                <a:schemeClr val="accent2"/>
              </a:buClr>
            </a:pPr>
            <a:r>
              <a:rPr lang="en-US" altLang="en-US" dirty="0">
                <a:solidFill>
                  <a:srgbClr val="262626"/>
                </a:solidFill>
                <a:latin typeface="Gill Sans MT" panose="020B0502020104020203" pitchFamily="34" charset="77"/>
              </a:rPr>
              <a:t>		 </a:t>
            </a:r>
            <a:r>
              <a:rPr lang="en-US" altLang="en-US" i="1" dirty="0">
                <a:solidFill>
                  <a:srgbClr val="262626"/>
                </a:solidFill>
                <a:latin typeface="Gill Sans MT" panose="020B0502020104020203" pitchFamily="34" charset="77"/>
              </a:rPr>
              <a:t>P</a:t>
            </a:r>
            <a:r>
              <a:rPr lang="en-US" altLang="en-US" baseline="-25000" dirty="0">
                <a:solidFill>
                  <a:srgbClr val="262626"/>
                </a:solidFill>
                <a:latin typeface="Gill Sans MT" panose="020B0502020104020203" pitchFamily="34" charset="77"/>
              </a:rPr>
              <a:t>3</a:t>
            </a:r>
            <a:r>
              <a:rPr lang="en-US" altLang="en-US" dirty="0">
                <a:solidFill>
                  <a:srgbClr val="262626"/>
                </a:solidFill>
                <a:latin typeface="Gill Sans MT" panose="020B0502020104020203" pitchFamily="34" charset="77"/>
              </a:rPr>
              <a:t>	0 1 1</a:t>
            </a:r>
          </a:p>
          <a:p>
            <a:pPr>
              <a:spcBef>
                <a:spcPts val="563"/>
              </a:spcBef>
              <a:buClr>
                <a:schemeClr val="accent2"/>
              </a:buClr>
            </a:pPr>
            <a:r>
              <a:rPr lang="en-US" altLang="en-US" dirty="0">
                <a:solidFill>
                  <a:srgbClr val="262626"/>
                </a:solidFill>
                <a:latin typeface="Gill Sans MT" panose="020B0502020104020203" pitchFamily="34" charset="77"/>
              </a:rPr>
              <a:t>		 </a:t>
            </a:r>
            <a:r>
              <a:rPr lang="en-US" altLang="en-US" i="1" dirty="0">
                <a:solidFill>
                  <a:srgbClr val="262626"/>
                </a:solidFill>
                <a:latin typeface="Gill Sans MT" panose="020B0502020104020203" pitchFamily="34" charset="77"/>
              </a:rPr>
              <a:t>P</a:t>
            </a:r>
            <a:r>
              <a:rPr lang="en-US" altLang="en-US" baseline="-25000" dirty="0">
                <a:solidFill>
                  <a:srgbClr val="262626"/>
                </a:solidFill>
                <a:latin typeface="Gill Sans MT" panose="020B0502020104020203" pitchFamily="34" charset="77"/>
              </a:rPr>
              <a:t>4</a:t>
            </a:r>
            <a:r>
              <a:rPr lang="en-US" altLang="en-US" dirty="0">
                <a:solidFill>
                  <a:srgbClr val="262626"/>
                </a:solidFill>
                <a:latin typeface="Gill Sans MT" panose="020B0502020104020203" pitchFamily="34" charset="77"/>
              </a:rPr>
              <a:t>	4 3 1 </a:t>
            </a:r>
            <a:br>
              <a:rPr lang="en-US" altLang="en-US" dirty="0">
                <a:solidFill>
                  <a:srgbClr val="262626"/>
                </a:solidFill>
                <a:latin typeface="Gill Sans MT" panose="020B0502020104020203" pitchFamily="34" charset="77"/>
              </a:rPr>
            </a:br>
            <a:endParaRPr lang="en-US" altLang="en-US" baseline="-25000" dirty="0">
              <a:solidFill>
                <a:srgbClr val="262626"/>
              </a:solidFill>
              <a:latin typeface="Gill Sans MT" panose="020B0502020104020203" pitchFamily="34" charset="77"/>
            </a:endParaRPr>
          </a:p>
        </p:txBody>
      </p:sp>
      <p:sp>
        <p:nvSpPr>
          <p:cNvPr id="2" name="Rectangle 1">
            <a:extLst>
              <a:ext uri="{FF2B5EF4-FFF2-40B4-BE49-F238E27FC236}">
                <a16:creationId xmlns:a16="http://schemas.microsoft.com/office/drawing/2014/main" id="{1A7ACD58-7FBD-CFAE-DD18-E6C865455F29}"/>
              </a:ext>
            </a:extLst>
          </p:cNvPr>
          <p:cNvSpPr/>
          <p:nvPr/>
        </p:nvSpPr>
        <p:spPr>
          <a:xfrm>
            <a:off x="5257800" y="2286000"/>
            <a:ext cx="3124200" cy="609600"/>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8FA277F-E6DD-2AF0-DE04-472C162412E5}"/>
              </a:ext>
            </a:extLst>
          </p:cNvPr>
          <p:cNvSpPr/>
          <p:nvPr/>
        </p:nvSpPr>
        <p:spPr>
          <a:xfrm>
            <a:off x="8421029" y="2998574"/>
            <a:ext cx="696515" cy="3049191"/>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87042" name="Rectangle 3">
            <a:extLst>
              <a:ext uri="{FF2B5EF4-FFF2-40B4-BE49-F238E27FC236}">
                <a16:creationId xmlns:a16="http://schemas.microsoft.com/office/drawing/2014/main" id="{E17A2934-1C16-4F4A-9409-19F98A64B9AD}"/>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3 3 2</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87043" name="Rectangle 3">
            <a:extLst>
              <a:ext uri="{FF2B5EF4-FFF2-40B4-BE49-F238E27FC236}">
                <a16:creationId xmlns:a16="http://schemas.microsoft.com/office/drawing/2014/main" id="{2BE3FB28-368F-4645-BC82-9A763CC0AA24}"/>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0	</a:t>
            </a:r>
            <a:r>
              <a:rPr lang="en-US" altLang="en-US">
                <a:solidFill>
                  <a:srgbClr val="262626"/>
                </a:solidFill>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2</a:t>
            </a:r>
            <a:r>
              <a:rPr lang="en-US" altLang="en-US">
                <a:solidFill>
                  <a:srgbClr val="262626"/>
                </a:solidFill>
                <a:latin typeface="Gill Sans MT" panose="020B0502020104020203" pitchFamily="34" charset="77"/>
              </a:rPr>
              <a:t>	6 0 0 </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3</a:t>
            </a:r>
            <a:r>
              <a:rPr lang="en-US" altLang="en-US">
                <a:solidFill>
                  <a:srgbClr val="262626"/>
                </a:solidFill>
                <a:latin typeface="Gill Sans MT" panose="020B0502020104020203" pitchFamily="34" charset="77"/>
              </a:rPr>
              <a:t>	0 1 1</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4</a:t>
            </a:r>
            <a:r>
              <a:rPr lang="en-US" altLang="en-US">
                <a:solidFill>
                  <a:srgbClr val="262626"/>
                </a:solidFill>
                <a:latin typeface="Gill Sans MT" panose="020B0502020104020203" pitchFamily="34" charset="77"/>
              </a:rPr>
              <a:t>	4 3 1 </a:t>
            </a:r>
            <a:br>
              <a:rPr lang="en-US" altLang="en-US">
                <a:solidFill>
                  <a:srgbClr val="262626"/>
                </a:solidFill>
                <a:latin typeface="Gill Sans MT" panose="020B0502020104020203" pitchFamily="34" charset="77"/>
              </a:rPr>
            </a:br>
            <a:endParaRPr lang="en-US" altLang="en-US" baseline="-25000">
              <a:solidFill>
                <a:srgbClr val="262626"/>
              </a:solidFill>
              <a:latin typeface="Gill Sans MT" panose="020B0502020104020203" pitchFamily="34" charset="77"/>
            </a:endParaRPr>
          </a:p>
        </p:txBody>
      </p:sp>
      <p:sp>
        <p:nvSpPr>
          <p:cNvPr id="87044" name="TextBox 1">
            <a:extLst>
              <a:ext uri="{FF2B5EF4-FFF2-40B4-BE49-F238E27FC236}">
                <a16:creationId xmlns:a16="http://schemas.microsoft.com/office/drawing/2014/main" id="{8A7EB171-0907-7142-8708-13A1F399DC97}"/>
              </a:ext>
            </a:extLst>
          </p:cNvPr>
          <p:cNvSpPr txBox="1">
            <a:spLocks noChangeArrowheads="1"/>
          </p:cNvSpPr>
          <p:nvPr/>
        </p:nvSpPr>
        <p:spPr bwMode="auto">
          <a:xfrm>
            <a:off x="4645819" y="5585223"/>
            <a:ext cx="5180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89090" name="Rectangle 3">
            <a:extLst>
              <a:ext uri="{FF2B5EF4-FFF2-40B4-BE49-F238E27FC236}">
                <a16:creationId xmlns:a16="http://schemas.microsoft.com/office/drawing/2014/main" id="{FC7322D2-28DC-144E-8513-28D9A2053417}"/>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a:t>
            </a:r>
            <a:r>
              <a:rPr lang="en-US" altLang="en-US" b="1">
                <a:solidFill>
                  <a:srgbClr val="FF0000"/>
                </a:solidFill>
              </a:rPr>
              <a:t>5</a:t>
            </a:r>
            <a:r>
              <a:rPr lang="en-US" altLang="en-US"/>
              <a:t> 3 2</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89091" name="Rectangle 3">
            <a:extLst>
              <a:ext uri="{FF2B5EF4-FFF2-40B4-BE49-F238E27FC236}">
                <a16:creationId xmlns:a16="http://schemas.microsoft.com/office/drawing/2014/main" id="{4533B5D7-7A06-C645-BC93-1E25C459646E}"/>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0	</a:t>
            </a:r>
            <a:r>
              <a:rPr lang="en-US" altLang="en-US">
                <a:solidFill>
                  <a:srgbClr val="262626"/>
                </a:solidFill>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2</a:t>
            </a:r>
            <a:r>
              <a:rPr lang="en-US" altLang="en-US">
                <a:solidFill>
                  <a:srgbClr val="262626"/>
                </a:solidFill>
                <a:latin typeface="Gill Sans MT" panose="020B0502020104020203" pitchFamily="34" charset="77"/>
              </a:rPr>
              <a:t>	6 0 0 </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3</a:t>
            </a:r>
            <a:r>
              <a:rPr lang="en-US" altLang="en-US">
                <a:solidFill>
                  <a:srgbClr val="262626"/>
                </a:solidFill>
                <a:latin typeface="Gill Sans MT" panose="020B0502020104020203" pitchFamily="34" charset="77"/>
              </a:rPr>
              <a:t>	0 1 1</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4</a:t>
            </a:r>
            <a:r>
              <a:rPr lang="en-US" altLang="en-US">
                <a:solidFill>
                  <a:srgbClr val="262626"/>
                </a:solidFill>
                <a:latin typeface="Gill Sans MT" panose="020B0502020104020203" pitchFamily="34" charset="77"/>
              </a:rPr>
              <a:t>	4 3 1 </a:t>
            </a:r>
            <a:br>
              <a:rPr lang="en-US" altLang="en-US">
                <a:solidFill>
                  <a:srgbClr val="262626"/>
                </a:solidFill>
                <a:latin typeface="Gill Sans MT" panose="020B0502020104020203" pitchFamily="34" charset="77"/>
              </a:rPr>
            </a:br>
            <a:endParaRPr lang="en-US" altLang="en-US" baseline="-25000">
              <a:solidFill>
                <a:srgbClr val="262626"/>
              </a:solidFill>
              <a:latin typeface="Gill Sans MT" panose="020B0502020104020203" pitchFamily="34" charset="77"/>
            </a:endParaRPr>
          </a:p>
        </p:txBody>
      </p:sp>
      <p:sp>
        <p:nvSpPr>
          <p:cNvPr id="89092" name="TextBox 4">
            <a:extLst>
              <a:ext uri="{FF2B5EF4-FFF2-40B4-BE49-F238E27FC236}">
                <a16:creationId xmlns:a16="http://schemas.microsoft.com/office/drawing/2014/main" id="{84DE3F3F-4446-5B44-B80B-676846328E24}"/>
              </a:ext>
            </a:extLst>
          </p:cNvPr>
          <p:cNvSpPr txBox="1">
            <a:spLocks noChangeArrowheads="1"/>
          </p:cNvSpPr>
          <p:nvPr/>
        </p:nvSpPr>
        <p:spPr bwMode="auto">
          <a:xfrm>
            <a:off x="4645819" y="5585223"/>
            <a:ext cx="5180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91138" name="Rectangle 3">
            <a:extLst>
              <a:ext uri="{FF2B5EF4-FFF2-40B4-BE49-F238E27FC236}">
                <a16:creationId xmlns:a16="http://schemas.microsoft.com/office/drawing/2014/main" id="{91E6BD91-EDFE-0640-BF1F-709EA24CBCD6}"/>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a:t>
            </a:r>
            <a:r>
              <a:rPr lang="en-US" altLang="en-US" b="1">
                <a:solidFill>
                  <a:srgbClr val="FF0000"/>
                </a:solidFill>
              </a:rPr>
              <a:t>5</a:t>
            </a:r>
            <a:r>
              <a:rPr lang="en-US" altLang="en-US"/>
              <a:t> 3 2</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91139" name="Rectangle 3">
            <a:extLst>
              <a:ext uri="{FF2B5EF4-FFF2-40B4-BE49-F238E27FC236}">
                <a16:creationId xmlns:a16="http://schemas.microsoft.com/office/drawing/2014/main" id="{6770C410-820E-B841-88B4-DF3F93E21244}"/>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0	</a:t>
            </a:r>
            <a:r>
              <a:rPr lang="en-US" altLang="en-US">
                <a:solidFill>
                  <a:srgbClr val="262626"/>
                </a:solidFill>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2</a:t>
            </a:r>
            <a:r>
              <a:rPr lang="en-US" altLang="en-US">
                <a:solidFill>
                  <a:srgbClr val="262626"/>
                </a:solidFill>
                <a:latin typeface="Gill Sans MT" panose="020B0502020104020203" pitchFamily="34" charset="77"/>
              </a:rPr>
              <a:t>	6 0 0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3</a:t>
            </a:r>
            <a:r>
              <a:rPr lang="en-US" altLang="en-US" b="1">
                <a:solidFill>
                  <a:srgbClr val="FF0000"/>
                </a:solidFill>
                <a:latin typeface="Gill Sans MT" panose="020B0502020104020203" pitchFamily="34" charset="77"/>
              </a:rPr>
              <a:t>	0 1 1</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4</a:t>
            </a:r>
            <a:r>
              <a:rPr lang="en-US" altLang="en-US">
                <a:solidFill>
                  <a:srgbClr val="262626"/>
                </a:solidFill>
                <a:latin typeface="Gill Sans MT" panose="020B0502020104020203" pitchFamily="34" charset="77"/>
              </a:rPr>
              <a:t>	4 3 1 </a:t>
            </a:r>
            <a:br>
              <a:rPr lang="en-US" altLang="en-US">
                <a:solidFill>
                  <a:srgbClr val="262626"/>
                </a:solidFill>
                <a:latin typeface="Gill Sans MT" panose="020B0502020104020203" pitchFamily="34" charset="77"/>
              </a:rPr>
            </a:br>
            <a:endParaRPr lang="en-US" altLang="en-US" baseline="-25000">
              <a:solidFill>
                <a:srgbClr val="262626"/>
              </a:solidFill>
              <a:latin typeface="Gill Sans MT" panose="020B0502020104020203" pitchFamily="34" charset="77"/>
            </a:endParaRPr>
          </a:p>
        </p:txBody>
      </p:sp>
      <p:sp>
        <p:nvSpPr>
          <p:cNvPr id="91140" name="TextBox 4">
            <a:extLst>
              <a:ext uri="{FF2B5EF4-FFF2-40B4-BE49-F238E27FC236}">
                <a16:creationId xmlns:a16="http://schemas.microsoft.com/office/drawing/2014/main" id="{373A4F99-621F-A440-BB14-C5A919C67CE8}"/>
              </a:ext>
            </a:extLst>
          </p:cNvPr>
          <p:cNvSpPr txBox="1">
            <a:spLocks noChangeArrowheads="1"/>
          </p:cNvSpPr>
          <p:nvPr/>
        </p:nvSpPr>
        <p:spPr bwMode="auto">
          <a:xfrm>
            <a:off x="4645819" y="5585223"/>
            <a:ext cx="9621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P1-P3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93186" name="Rectangle 3">
            <a:extLst>
              <a:ext uri="{FF2B5EF4-FFF2-40B4-BE49-F238E27FC236}">
                <a16:creationId xmlns:a16="http://schemas.microsoft.com/office/drawing/2014/main" id="{EEDFD2DE-CA6E-B645-9490-DC0B74A872EA}"/>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a:t>
            </a:r>
            <a:r>
              <a:rPr lang="en-US" altLang="en-US" b="1">
                <a:solidFill>
                  <a:srgbClr val="FF0000"/>
                </a:solidFill>
              </a:rPr>
              <a:t>7</a:t>
            </a:r>
            <a:r>
              <a:rPr lang="en-US" altLang="en-US"/>
              <a:t> </a:t>
            </a:r>
            <a:r>
              <a:rPr lang="en-US" altLang="en-US" b="1">
                <a:solidFill>
                  <a:srgbClr val="FF0000"/>
                </a:solidFill>
              </a:rPr>
              <a:t>4 3</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93187" name="Rectangle 3">
            <a:extLst>
              <a:ext uri="{FF2B5EF4-FFF2-40B4-BE49-F238E27FC236}">
                <a16:creationId xmlns:a16="http://schemas.microsoft.com/office/drawing/2014/main" id="{98CB7854-A154-8E4A-8218-6DC3981BFCF6}"/>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0	</a:t>
            </a:r>
            <a:r>
              <a:rPr lang="en-US" altLang="en-US">
                <a:solidFill>
                  <a:srgbClr val="262626"/>
                </a:solidFill>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2</a:t>
            </a:r>
            <a:r>
              <a:rPr lang="en-US" altLang="en-US">
                <a:solidFill>
                  <a:srgbClr val="262626"/>
                </a:solidFill>
                <a:latin typeface="Gill Sans MT" panose="020B0502020104020203" pitchFamily="34" charset="77"/>
              </a:rPr>
              <a:t>	6 0 0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3</a:t>
            </a:r>
            <a:r>
              <a:rPr lang="en-US" altLang="en-US" b="1">
                <a:solidFill>
                  <a:srgbClr val="FF0000"/>
                </a:solidFill>
                <a:latin typeface="Gill Sans MT" panose="020B0502020104020203" pitchFamily="34" charset="77"/>
              </a:rPr>
              <a:t>	0 1 1</a:t>
            </a:r>
          </a:p>
          <a:p>
            <a:pPr>
              <a:spcBef>
                <a:spcPts val="563"/>
              </a:spcBef>
              <a:buClr>
                <a:schemeClr val="accent2"/>
              </a:buClr>
            </a:pPr>
            <a:r>
              <a:rPr lang="en-US" altLang="en-US">
                <a:latin typeface="Gill Sans MT" panose="020B0502020104020203" pitchFamily="34" charset="77"/>
              </a:rPr>
              <a:t>		 </a:t>
            </a:r>
            <a:r>
              <a:rPr lang="en-US" altLang="en-US" i="1">
                <a:latin typeface="Gill Sans MT" panose="020B0502020104020203" pitchFamily="34" charset="77"/>
              </a:rPr>
              <a:t>P</a:t>
            </a:r>
            <a:r>
              <a:rPr lang="en-US" altLang="en-US" baseline="-25000">
                <a:latin typeface="Gill Sans MT" panose="020B0502020104020203" pitchFamily="34" charset="77"/>
              </a:rPr>
              <a:t>4</a:t>
            </a:r>
            <a:r>
              <a:rPr lang="en-US" altLang="en-US">
                <a:latin typeface="Gill Sans MT" panose="020B0502020104020203" pitchFamily="34" charset="77"/>
              </a:rPr>
              <a:t>	4 3 1 </a:t>
            </a:r>
            <a:br>
              <a:rPr lang="en-US" altLang="en-US">
                <a:latin typeface="Gill Sans MT" panose="020B0502020104020203" pitchFamily="34" charset="77"/>
              </a:rPr>
            </a:br>
            <a:endParaRPr lang="en-US" altLang="en-US" baseline="-25000">
              <a:latin typeface="Gill Sans MT" panose="020B0502020104020203" pitchFamily="34" charset="77"/>
            </a:endParaRPr>
          </a:p>
        </p:txBody>
      </p:sp>
      <p:sp>
        <p:nvSpPr>
          <p:cNvPr id="93188" name="TextBox 4">
            <a:extLst>
              <a:ext uri="{FF2B5EF4-FFF2-40B4-BE49-F238E27FC236}">
                <a16:creationId xmlns:a16="http://schemas.microsoft.com/office/drawing/2014/main" id="{FE6FB3B9-3D49-1B43-A100-07363C704B04}"/>
              </a:ext>
            </a:extLst>
          </p:cNvPr>
          <p:cNvSpPr txBox="1">
            <a:spLocks noChangeArrowheads="1"/>
          </p:cNvSpPr>
          <p:nvPr/>
        </p:nvSpPr>
        <p:spPr bwMode="auto">
          <a:xfrm>
            <a:off x="4645819" y="5585223"/>
            <a:ext cx="9621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P1-P3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95234" name="Rectangle 3">
            <a:extLst>
              <a:ext uri="{FF2B5EF4-FFF2-40B4-BE49-F238E27FC236}">
                <a16:creationId xmlns:a16="http://schemas.microsoft.com/office/drawing/2014/main" id="{408D9D01-9669-E942-982C-E095C35B95FC}"/>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a:t>
            </a:r>
            <a:r>
              <a:rPr lang="en-US" altLang="en-US" b="1">
                <a:solidFill>
                  <a:srgbClr val="FF0000"/>
                </a:solidFill>
              </a:rPr>
              <a:t>7</a:t>
            </a:r>
            <a:r>
              <a:rPr lang="en-US" altLang="en-US"/>
              <a:t> </a:t>
            </a:r>
            <a:r>
              <a:rPr lang="en-US" altLang="en-US" b="1">
                <a:solidFill>
                  <a:srgbClr val="FF0000"/>
                </a:solidFill>
              </a:rPr>
              <a:t>4 3</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95235" name="Rectangle 3">
            <a:extLst>
              <a:ext uri="{FF2B5EF4-FFF2-40B4-BE49-F238E27FC236}">
                <a16:creationId xmlns:a16="http://schemas.microsoft.com/office/drawing/2014/main" id="{9C03F2E0-199B-0040-875F-93A1794AE7A9}"/>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0	</a:t>
            </a:r>
            <a:r>
              <a:rPr lang="en-US" altLang="en-US">
                <a:solidFill>
                  <a:srgbClr val="262626"/>
                </a:solidFill>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2</a:t>
            </a:r>
            <a:r>
              <a:rPr lang="en-US" altLang="en-US">
                <a:solidFill>
                  <a:srgbClr val="262626"/>
                </a:solidFill>
                <a:latin typeface="Gill Sans MT" panose="020B0502020104020203" pitchFamily="34" charset="77"/>
              </a:rPr>
              <a:t>	6 0 0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3</a:t>
            </a:r>
            <a:r>
              <a:rPr lang="en-US" altLang="en-US" b="1">
                <a:solidFill>
                  <a:srgbClr val="FF0000"/>
                </a:solidFill>
                <a:latin typeface="Gill Sans MT" panose="020B0502020104020203" pitchFamily="34" charset="77"/>
              </a:rPr>
              <a:t>	0 1 1</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4</a:t>
            </a:r>
            <a:r>
              <a:rPr lang="en-US" altLang="en-US" b="1">
                <a:solidFill>
                  <a:srgbClr val="FF0000"/>
                </a:solidFill>
                <a:latin typeface="Gill Sans MT" panose="020B0502020104020203" pitchFamily="34" charset="77"/>
              </a:rPr>
              <a:t>	4 3 1 </a:t>
            </a:r>
            <a:br>
              <a:rPr lang="en-US" altLang="en-US" b="1">
                <a:solidFill>
                  <a:srgbClr val="FF0000"/>
                </a:solidFill>
                <a:latin typeface="Gill Sans MT" panose="020B0502020104020203" pitchFamily="34" charset="77"/>
              </a:rPr>
            </a:br>
            <a:endParaRPr lang="en-US" altLang="en-US" b="1" baseline="-25000">
              <a:solidFill>
                <a:srgbClr val="FF0000"/>
              </a:solidFill>
              <a:latin typeface="Gill Sans MT" panose="020B0502020104020203" pitchFamily="34" charset="77"/>
            </a:endParaRPr>
          </a:p>
        </p:txBody>
      </p:sp>
      <p:sp>
        <p:nvSpPr>
          <p:cNvPr id="95236" name="TextBox 4">
            <a:extLst>
              <a:ext uri="{FF2B5EF4-FFF2-40B4-BE49-F238E27FC236}">
                <a16:creationId xmlns:a16="http://schemas.microsoft.com/office/drawing/2014/main" id="{8D02C7A7-4438-404F-8D77-6BFD18C534FC}"/>
              </a:ext>
            </a:extLst>
          </p:cNvPr>
          <p:cNvSpPr txBox="1">
            <a:spLocks noChangeArrowheads="1"/>
          </p:cNvSpPr>
          <p:nvPr/>
        </p:nvSpPr>
        <p:spPr bwMode="auto">
          <a:xfrm>
            <a:off x="4645819" y="5585223"/>
            <a:ext cx="14061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P1-P3-P4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97282" name="Rectangle 3">
            <a:extLst>
              <a:ext uri="{FF2B5EF4-FFF2-40B4-BE49-F238E27FC236}">
                <a16:creationId xmlns:a16="http://schemas.microsoft.com/office/drawing/2014/main" id="{D4CA695B-C79E-804E-92BA-9524AC3E6C11}"/>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a:t>
            </a:r>
            <a:r>
              <a:rPr lang="en-US" altLang="en-US" b="1">
                <a:solidFill>
                  <a:srgbClr val="FF0000"/>
                </a:solidFill>
              </a:rPr>
              <a:t>7</a:t>
            </a:r>
            <a:r>
              <a:rPr lang="en-US" altLang="en-US"/>
              <a:t> </a:t>
            </a:r>
            <a:r>
              <a:rPr lang="en-US" altLang="en-US" b="1">
                <a:solidFill>
                  <a:srgbClr val="FF0000"/>
                </a:solidFill>
              </a:rPr>
              <a:t>4 5</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97283" name="Rectangle 3">
            <a:extLst>
              <a:ext uri="{FF2B5EF4-FFF2-40B4-BE49-F238E27FC236}">
                <a16:creationId xmlns:a16="http://schemas.microsoft.com/office/drawing/2014/main" id="{1D25F0E5-2FDF-E345-B15A-55E6EFD24DF7}"/>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0	</a:t>
            </a:r>
            <a:r>
              <a:rPr lang="en-US" altLang="en-US">
                <a:solidFill>
                  <a:srgbClr val="262626"/>
                </a:solidFill>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P</a:t>
            </a:r>
            <a:r>
              <a:rPr lang="en-US" altLang="en-US" baseline="-25000">
                <a:solidFill>
                  <a:srgbClr val="262626"/>
                </a:solidFill>
                <a:latin typeface="Gill Sans MT" panose="020B0502020104020203" pitchFamily="34" charset="77"/>
              </a:rPr>
              <a:t>2</a:t>
            </a:r>
            <a:r>
              <a:rPr lang="en-US" altLang="en-US">
                <a:solidFill>
                  <a:srgbClr val="262626"/>
                </a:solidFill>
                <a:latin typeface="Gill Sans MT" panose="020B0502020104020203" pitchFamily="34" charset="77"/>
              </a:rPr>
              <a:t>	6 0 0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3</a:t>
            </a:r>
            <a:r>
              <a:rPr lang="en-US" altLang="en-US" b="1">
                <a:solidFill>
                  <a:srgbClr val="FF0000"/>
                </a:solidFill>
                <a:latin typeface="Gill Sans MT" panose="020B0502020104020203" pitchFamily="34" charset="77"/>
              </a:rPr>
              <a:t>	0 1 1</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4</a:t>
            </a:r>
            <a:r>
              <a:rPr lang="en-US" altLang="en-US" b="1">
                <a:solidFill>
                  <a:srgbClr val="FF0000"/>
                </a:solidFill>
                <a:latin typeface="Gill Sans MT" panose="020B0502020104020203" pitchFamily="34" charset="77"/>
              </a:rPr>
              <a:t>	4 3 1 </a:t>
            </a:r>
            <a:br>
              <a:rPr lang="en-US" altLang="en-US" b="1">
                <a:solidFill>
                  <a:srgbClr val="FF0000"/>
                </a:solidFill>
                <a:latin typeface="Gill Sans MT" panose="020B0502020104020203" pitchFamily="34" charset="77"/>
              </a:rPr>
            </a:br>
            <a:endParaRPr lang="en-US" altLang="en-US" b="1" baseline="-25000">
              <a:solidFill>
                <a:srgbClr val="FF0000"/>
              </a:solidFill>
              <a:latin typeface="Gill Sans MT" panose="020B0502020104020203" pitchFamily="34" charset="77"/>
            </a:endParaRPr>
          </a:p>
        </p:txBody>
      </p:sp>
      <p:sp>
        <p:nvSpPr>
          <p:cNvPr id="97284" name="TextBox 4">
            <a:extLst>
              <a:ext uri="{FF2B5EF4-FFF2-40B4-BE49-F238E27FC236}">
                <a16:creationId xmlns:a16="http://schemas.microsoft.com/office/drawing/2014/main" id="{768EC5E6-6984-6A4D-8200-05CC4F99F42A}"/>
              </a:ext>
            </a:extLst>
          </p:cNvPr>
          <p:cNvSpPr txBox="1">
            <a:spLocks noChangeArrowheads="1"/>
          </p:cNvSpPr>
          <p:nvPr/>
        </p:nvSpPr>
        <p:spPr bwMode="auto">
          <a:xfrm>
            <a:off x="4645819" y="5585223"/>
            <a:ext cx="14061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P1-P3-P4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99330" name="Rectangle 3">
            <a:extLst>
              <a:ext uri="{FF2B5EF4-FFF2-40B4-BE49-F238E27FC236}">
                <a16:creationId xmlns:a16="http://schemas.microsoft.com/office/drawing/2014/main" id="{FCFBD1DC-B6FB-B34F-B2C3-45F04177D6C7}"/>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a:t>
            </a:r>
            <a:r>
              <a:rPr lang="en-US" altLang="en-US" b="1">
                <a:solidFill>
                  <a:srgbClr val="FF0000"/>
                </a:solidFill>
              </a:rPr>
              <a:t>7</a:t>
            </a:r>
            <a:r>
              <a:rPr lang="en-US" altLang="en-US"/>
              <a:t> </a:t>
            </a:r>
            <a:r>
              <a:rPr lang="en-US" altLang="en-US" b="1">
                <a:solidFill>
                  <a:srgbClr val="FF0000"/>
                </a:solidFill>
              </a:rPr>
              <a:t>4 5</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99331" name="Rectangle 3">
            <a:extLst>
              <a:ext uri="{FF2B5EF4-FFF2-40B4-BE49-F238E27FC236}">
                <a16:creationId xmlns:a16="http://schemas.microsoft.com/office/drawing/2014/main" id="{1B582F2F-4745-7B4D-89AD-A21C09DFD6E1}"/>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a:latin typeface="Gill Sans MT" panose="020B0502020104020203" pitchFamily="34" charset="77"/>
              </a:rPr>
              <a:t>		 </a:t>
            </a:r>
            <a:r>
              <a:rPr lang="en-US" altLang="en-US" i="1">
                <a:latin typeface="Gill Sans MT" panose="020B0502020104020203" pitchFamily="34" charset="77"/>
              </a:rPr>
              <a:t>P</a:t>
            </a:r>
            <a:r>
              <a:rPr lang="en-US" altLang="en-US" baseline="-25000">
                <a:latin typeface="Gill Sans MT" panose="020B0502020104020203" pitchFamily="34" charset="77"/>
              </a:rPr>
              <a:t>0	</a:t>
            </a:r>
            <a:r>
              <a:rPr lang="en-US" altLang="en-US">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2</a:t>
            </a:r>
            <a:r>
              <a:rPr lang="en-US" altLang="en-US" b="1">
                <a:solidFill>
                  <a:srgbClr val="FF0000"/>
                </a:solidFill>
                <a:latin typeface="Gill Sans MT" panose="020B0502020104020203" pitchFamily="34" charset="77"/>
              </a:rPr>
              <a:t>	6 0 0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3</a:t>
            </a:r>
            <a:r>
              <a:rPr lang="en-US" altLang="en-US" b="1">
                <a:solidFill>
                  <a:srgbClr val="FF0000"/>
                </a:solidFill>
                <a:latin typeface="Gill Sans MT" panose="020B0502020104020203" pitchFamily="34" charset="77"/>
              </a:rPr>
              <a:t>	0 1 1</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4</a:t>
            </a:r>
            <a:r>
              <a:rPr lang="en-US" altLang="en-US" b="1">
                <a:solidFill>
                  <a:srgbClr val="FF0000"/>
                </a:solidFill>
                <a:latin typeface="Gill Sans MT" panose="020B0502020104020203" pitchFamily="34" charset="77"/>
              </a:rPr>
              <a:t>	4 3 1 </a:t>
            </a:r>
            <a:br>
              <a:rPr lang="en-US" altLang="en-US" b="1">
                <a:solidFill>
                  <a:srgbClr val="FF0000"/>
                </a:solidFill>
                <a:latin typeface="Gill Sans MT" panose="020B0502020104020203" pitchFamily="34" charset="77"/>
              </a:rPr>
            </a:br>
            <a:endParaRPr lang="en-US" altLang="en-US" b="1" baseline="-25000">
              <a:solidFill>
                <a:srgbClr val="FF0000"/>
              </a:solidFill>
              <a:latin typeface="Gill Sans MT" panose="020B0502020104020203" pitchFamily="34" charset="77"/>
            </a:endParaRPr>
          </a:p>
        </p:txBody>
      </p:sp>
      <p:sp>
        <p:nvSpPr>
          <p:cNvPr id="99332" name="TextBox 4">
            <a:extLst>
              <a:ext uri="{FF2B5EF4-FFF2-40B4-BE49-F238E27FC236}">
                <a16:creationId xmlns:a16="http://schemas.microsoft.com/office/drawing/2014/main" id="{84734CD0-8C3D-9942-8AAB-8863E5EBF186}"/>
              </a:ext>
            </a:extLst>
          </p:cNvPr>
          <p:cNvSpPr txBox="1">
            <a:spLocks noChangeArrowheads="1"/>
          </p:cNvSpPr>
          <p:nvPr/>
        </p:nvSpPr>
        <p:spPr bwMode="auto">
          <a:xfrm>
            <a:off x="4645819" y="5585223"/>
            <a:ext cx="18501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P1-P3-P4-P2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101378" name="Rectangle 3">
            <a:extLst>
              <a:ext uri="{FF2B5EF4-FFF2-40B4-BE49-F238E27FC236}">
                <a16:creationId xmlns:a16="http://schemas.microsoft.com/office/drawing/2014/main" id="{10F29F1B-0A52-7A4E-A910-62A4187F6D90}"/>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a:t>
            </a:r>
            <a:r>
              <a:rPr lang="en-US" altLang="en-US" b="1">
                <a:solidFill>
                  <a:srgbClr val="FF0000"/>
                </a:solidFill>
              </a:rPr>
              <a:t>10</a:t>
            </a:r>
            <a:r>
              <a:rPr lang="en-US" altLang="en-US"/>
              <a:t> </a:t>
            </a:r>
            <a:r>
              <a:rPr lang="en-US" altLang="en-US" b="1">
                <a:solidFill>
                  <a:srgbClr val="FF0000"/>
                </a:solidFill>
              </a:rPr>
              <a:t>4 7</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101379" name="Rectangle 3">
            <a:extLst>
              <a:ext uri="{FF2B5EF4-FFF2-40B4-BE49-F238E27FC236}">
                <a16:creationId xmlns:a16="http://schemas.microsoft.com/office/drawing/2014/main" id="{EE00E05D-58B2-8140-ABFC-A55E0B64028A}"/>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a:latin typeface="Gill Sans MT" panose="020B0502020104020203" pitchFamily="34" charset="77"/>
              </a:rPr>
              <a:t>		 </a:t>
            </a:r>
            <a:r>
              <a:rPr lang="en-US" altLang="en-US" i="1">
                <a:latin typeface="Gill Sans MT" panose="020B0502020104020203" pitchFamily="34" charset="77"/>
              </a:rPr>
              <a:t>P</a:t>
            </a:r>
            <a:r>
              <a:rPr lang="en-US" altLang="en-US" baseline="-25000">
                <a:latin typeface="Gill Sans MT" panose="020B0502020104020203" pitchFamily="34" charset="77"/>
              </a:rPr>
              <a:t>0	</a:t>
            </a:r>
            <a:r>
              <a:rPr lang="en-US" altLang="en-US">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2</a:t>
            </a:r>
            <a:r>
              <a:rPr lang="en-US" altLang="en-US" b="1">
                <a:solidFill>
                  <a:srgbClr val="FF0000"/>
                </a:solidFill>
                <a:latin typeface="Gill Sans MT" panose="020B0502020104020203" pitchFamily="34" charset="77"/>
              </a:rPr>
              <a:t>	6 0 0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3</a:t>
            </a:r>
            <a:r>
              <a:rPr lang="en-US" altLang="en-US" b="1">
                <a:solidFill>
                  <a:srgbClr val="FF0000"/>
                </a:solidFill>
                <a:latin typeface="Gill Sans MT" panose="020B0502020104020203" pitchFamily="34" charset="77"/>
              </a:rPr>
              <a:t>	0 1 1</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4</a:t>
            </a:r>
            <a:r>
              <a:rPr lang="en-US" altLang="en-US" b="1">
                <a:solidFill>
                  <a:srgbClr val="FF0000"/>
                </a:solidFill>
                <a:latin typeface="Gill Sans MT" panose="020B0502020104020203" pitchFamily="34" charset="77"/>
              </a:rPr>
              <a:t>	4 3 1 </a:t>
            </a:r>
            <a:br>
              <a:rPr lang="en-US" altLang="en-US" b="1">
                <a:solidFill>
                  <a:srgbClr val="FF0000"/>
                </a:solidFill>
                <a:latin typeface="Gill Sans MT" panose="020B0502020104020203" pitchFamily="34" charset="77"/>
              </a:rPr>
            </a:br>
            <a:endParaRPr lang="en-US" altLang="en-US" b="1" baseline="-25000">
              <a:solidFill>
                <a:srgbClr val="FF0000"/>
              </a:solidFill>
              <a:latin typeface="Gill Sans MT" panose="020B0502020104020203" pitchFamily="34" charset="77"/>
            </a:endParaRPr>
          </a:p>
        </p:txBody>
      </p:sp>
      <p:sp>
        <p:nvSpPr>
          <p:cNvPr id="101380" name="TextBox 4">
            <a:extLst>
              <a:ext uri="{FF2B5EF4-FFF2-40B4-BE49-F238E27FC236}">
                <a16:creationId xmlns:a16="http://schemas.microsoft.com/office/drawing/2014/main" id="{71B9D268-F2ED-0846-B546-60D3773C4385}"/>
              </a:ext>
            </a:extLst>
          </p:cNvPr>
          <p:cNvSpPr txBox="1">
            <a:spLocks noChangeArrowheads="1"/>
          </p:cNvSpPr>
          <p:nvPr/>
        </p:nvSpPr>
        <p:spPr bwMode="auto">
          <a:xfrm>
            <a:off x="4645819" y="5585223"/>
            <a:ext cx="18501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P1-P3-P4-P2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103426" name="Rectangle 3">
            <a:extLst>
              <a:ext uri="{FF2B5EF4-FFF2-40B4-BE49-F238E27FC236}">
                <a16:creationId xmlns:a16="http://schemas.microsoft.com/office/drawing/2014/main" id="{0D3011DB-9D00-FB43-94C9-BD97BF463D90}"/>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a:t>
            </a:r>
            <a:r>
              <a:rPr lang="en-US" altLang="en-US" b="1">
                <a:solidFill>
                  <a:srgbClr val="FF0000"/>
                </a:solidFill>
              </a:rPr>
              <a:t>10</a:t>
            </a:r>
            <a:r>
              <a:rPr lang="en-US" altLang="en-US"/>
              <a:t> </a:t>
            </a:r>
            <a:r>
              <a:rPr lang="en-US" altLang="en-US" b="1">
                <a:solidFill>
                  <a:srgbClr val="FF0000"/>
                </a:solidFill>
              </a:rPr>
              <a:t>4 7</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103427" name="Rectangle 3">
            <a:extLst>
              <a:ext uri="{FF2B5EF4-FFF2-40B4-BE49-F238E27FC236}">
                <a16:creationId xmlns:a16="http://schemas.microsoft.com/office/drawing/2014/main" id="{4B66FADD-4CD9-6F4F-B2C8-96BCCDFA8507}"/>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0	</a:t>
            </a:r>
            <a:r>
              <a:rPr lang="en-US" altLang="en-US" b="1">
                <a:solidFill>
                  <a:srgbClr val="FF0000"/>
                </a:solidFill>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2</a:t>
            </a:r>
            <a:r>
              <a:rPr lang="en-US" altLang="en-US" b="1">
                <a:solidFill>
                  <a:srgbClr val="FF0000"/>
                </a:solidFill>
                <a:latin typeface="Gill Sans MT" panose="020B0502020104020203" pitchFamily="34" charset="77"/>
              </a:rPr>
              <a:t>	6 0 0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3</a:t>
            </a:r>
            <a:r>
              <a:rPr lang="en-US" altLang="en-US" b="1">
                <a:solidFill>
                  <a:srgbClr val="FF0000"/>
                </a:solidFill>
                <a:latin typeface="Gill Sans MT" panose="020B0502020104020203" pitchFamily="34" charset="77"/>
              </a:rPr>
              <a:t>	0 1 1</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4</a:t>
            </a:r>
            <a:r>
              <a:rPr lang="en-US" altLang="en-US" b="1">
                <a:solidFill>
                  <a:srgbClr val="FF0000"/>
                </a:solidFill>
                <a:latin typeface="Gill Sans MT" panose="020B0502020104020203" pitchFamily="34" charset="77"/>
              </a:rPr>
              <a:t>	4 3 1 </a:t>
            </a:r>
            <a:br>
              <a:rPr lang="en-US" altLang="en-US" b="1">
                <a:solidFill>
                  <a:srgbClr val="FF0000"/>
                </a:solidFill>
                <a:latin typeface="Gill Sans MT" panose="020B0502020104020203" pitchFamily="34" charset="77"/>
              </a:rPr>
            </a:br>
            <a:endParaRPr lang="en-US" altLang="en-US" b="1" baseline="-25000">
              <a:solidFill>
                <a:srgbClr val="FF0000"/>
              </a:solidFill>
              <a:latin typeface="Gill Sans MT" panose="020B0502020104020203" pitchFamily="34" charset="77"/>
            </a:endParaRPr>
          </a:p>
        </p:txBody>
      </p:sp>
      <p:sp>
        <p:nvSpPr>
          <p:cNvPr id="103428" name="TextBox 4">
            <a:extLst>
              <a:ext uri="{FF2B5EF4-FFF2-40B4-BE49-F238E27FC236}">
                <a16:creationId xmlns:a16="http://schemas.microsoft.com/office/drawing/2014/main" id="{71EFE739-D762-0748-A728-DFC765484D01}"/>
              </a:ext>
            </a:extLst>
          </p:cNvPr>
          <p:cNvSpPr txBox="1">
            <a:spLocks noChangeArrowheads="1"/>
          </p:cNvSpPr>
          <p:nvPr/>
        </p:nvSpPr>
        <p:spPr bwMode="auto">
          <a:xfrm>
            <a:off x="4645819" y="5585223"/>
            <a:ext cx="18501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P1-P3-P4-P2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32F7E4-6CAB-284A-AFED-D135B696CC7C}"/>
              </a:ext>
            </a:extLst>
          </p:cNvPr>
          <p:cNvSpPr>
            <a:spLocks noGrp="1" noChangeArrowheads="1"/>
          </p:cNvSpPr>
          <p:nvPr>
            <p:ph type="title"/>
          </p:nvPr>
        </p:nvSpPr>
        <p:spPr>
          <a:xfrm>
            <a:off x="1909762" y="971551"/>
            <a:ext cx="5748338" cy="432197"/>
          </a:xfrm>
        </p:spPr>
        <p:txBody>
          <a:bodyPr>
            <a:normAutofit fontScale="90000"/>
          </a:bodyPr>
          <a:lstStyle/>
          <a:p>
            <a:pPr>
              <a:defRPr/>
            </a:pPr>
            <a:r>
              <a:rPr lang="en-US" altLang="en-US"/>
              <a:t>Example of Banker</a:t>
            </a:r>
            <a:r>
              <a:rPr lang="ja-JP" altLang="en-US"/>
              <a:t>’</a:t>
            </a:r>
            <a:r>
              <a:rPr lang="en-US" altLang="ja-JP"/>
              <a:t>s Algorithm</a:t>
            </a:r>
            <a:endParaRPr lang="en-US" altLang="en-US"/>
          </a:p>
        </p:txBody>
      </p:sp>
      <p:sp>
        <p:nvSpPr>
          <p:cNvPr id="105474" name="Rectangle 3">
            <a:extLst>
              <a:ext uri="{FF2B5EF4-FFF2-40B4-BE49-F238E27FC236}">
                <a16:creationId xmlns:a16="http://schemas.microsoft.com/office/drawing/2014/main" id="{43691754-0D3F-474A-81A8-346F2F051B47}"/>
              </a:ext>
            </a:extLst>
          </p:cNvPr>
          <p:cNvSpPr>
            <a:spLocks noGrp="1" noChangeArrowheads="1"/>
          </p:cNvSpPr>
          <p:nvPr>
            <p:ph idx="1"/>
          </p:nvPr>
        </p:nvSpPr>
        <p:spPr>
          <a:xfrm>
            <a:off x="253604" y="1645444"/>
            <a:ext cx="6124575" cy="3861197"/>
          </a:xfrm>
        </p:spPr>
        <p:txBody>
          <a:bodyPr>
            <a:normAutofit fontScale="55000" lnSpcReduction="20000"/>
          </a:bodyPr>
          <a:lstStyle/>
          <a:p>
            <a:pPr>
              <a:tabLst>
                <a:tab pos="1028700" algn="l"/>
                <a:tab pos="1796654" algn="ctr"/>
                <a:tab pos="2695575" algn="ctr"/>
                <a:tab pos="3604022"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a:tabLst>
                <a:tab pos="1028700" algn="l"/>
                <a:tab pos="1796654" algn="ctr"/>
                <a:tab pos="2695575" algn="ctr"/>
                <a:tab pos="3604022" algn="ctr"/>
              </a:tabLst>
            </a:pPr>
            <a:r>
              <a:rPr lang="en-US" altLang="en-US"/>
              <a:t>3 resource types:</a:t>
            </a:r>
          </a:p>
          <a:p>
            <a:pPr>
              <a:tabLst>
                <a:tab pos="1028700" algn="l"/>
                <a:tab pos="1796654" algn="ctr"/>
                <a:tab pos="2695575" algn="ctr"/>
                <a:tab pos="3604022" algn="ctr"/>
              </a:tabLst>
            </a:pPr>
            <a:r>
              <a:rPr lang="en-US" altLang="en-US" i="1"/>
              <a:t>A</a:t>
            </a:r>
            <a:r>
              <a:rPr lang="en-US" altLang="en-US"/>
              <a:t> (10 instances),  </a:t>
            </a:r>
            <a:r>
              <a:rPr lang="en-US" altLang="en-US" i="1"/>
              <a:t>B</a:t>
            </a:r>
            <a:r>
              <a:rPr lang="en-US" altLang="en-US"/>
              <a:t> ( 5 instances), and </a:t>
            </a:r>
            <a:r>
              <a:rPr lang="en-US" altLang="en-US" i="1"/>
              <a:t>C</a:t>
            </a:r>
            <a:r>
              <a:rPr lang="en-US" altLang="en-US"/>
              <a:t> (7 instances)</a:t>
            </a:r>
          </a:p>
          <a:p>
            <a:pPr>
              <a:tabLst>
                <a:tab pos="1028700" algn="l"/>
                <a:tab pos="1796654" algn="ctr"/>
                <a:tab pos="2695575" algn="ctr"/>
                <a:tab pos="3604022" algn="ctr"/>
              </a:tabLst>
            </a:pPr>
            <a:r>
              <a:rPr lang="en-US" altLang="en-US"/>
              <a:t>Snapshot at time </a:t>
            </a:r>
            <a:r>
              <a:rPr lang="en-US" altLang="en-US" i="1"/>
              <a:t>T</a:t>
            </a:r>
            <a:r>
              <a:rPr lang="en-US" altLang="en-US" baseline="-25000"/>
              <a:t>0</a:t>
            </a:r>
            <a:r>
              <a:rPr lang="en-US" altLang="en-US"/>
              <a:t>:</a:t>
            </a:r>
          </a:p>
          <a:p>
            <a:pPr>
              <a:buNone/>
              <a:tabLst>
                <a:tab pos="1028700" algn="l"/>
                <a:tab pos="1796654" algn="ctr"/>
                <a:tab pos="2695575" algn="ctr"/>
                <a:tab pos="3604022"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a:buNone/>
              <a:tabLst>
                <a:tab pos="1028700" algn="l"/>
                <a:tab pos="1796654" algn="ctr"/>
                <a:tab pos="2695575" algn="ctr"/>
                <a:tab pos="3604022" algn="ctr"/>
              </a:tabLst>
            </a:pPr>
            <a:r>
              <a:rPr lang="en-US" altLang="en-US" i="1"/>
              <a:t>			A B C	       A B C 	A B C</a:t>
            </a:r>
          </a:p>
          <a:p>
            <a:pPr>
              <a:buNone/>
              <a:tabLst>
                <a:tab pos="1028700" algn="l"/>
                <a:tab pos="1796654" algn="ctr"/>
                <a:tab pos="2695575" algn="ctr"/>
                <a:tab pos="3604022" algn="ctr"/>
              </a:tabLst>
            </a:pPr>
            <a:r>
              <a:rPr lang="en-US" altLang="en-US"/>
              <a:t>		 </a:t>
            </a:r>
            <a:r>
              <a:rPr lang="en-US" altLang="en-US" i="1"/>
              <a:t>P</a:t>
            </a:r>
            <a:r>
              <a:rPr lang="en-US" altLang="en-US" baseline="-25000"/>
              <a:t>0	</a:t>
            </a:r>
            <a:r>
              <a:rPr lang="en-US" altLang="en-US"/>
              <a:t>0 1 0	        7 5 3 	</a:t>
            </a:r>
            <a:r>
              <a:rPr lang="en-US" altLang="en-US" b="1">
                <a:solidFill>
                  <a:srgbClr val="FF0000"/>
                </a:solidFill>
              </a:rPr>
              <a:t>10</a:t>
            </a:r>
            <a:r>
              <a:rPr lang="en-US" altLang="en-US"/>
              <a:t> </a:t>
            </a:r>
            <a:r>
              <a:rPr lang="en-US" altLang="en-US" b="1">
                <a:solidFill>
                  <a:srgbClr val="FF0000"/>
                </a:solidFill>
              </a:rPr>
              <a:t>5 7</a:t>
            </a:r>
          </a:p>
          <a:p>
            <a:pPr>
              <a:buNone/>
              <a:tabLst>
                <a:tab pos="1028700" algn="l"/>
                <a:tab pos="1796654" algn="ctr"/>
                <a:tab pos="2695575" algn="ctr"/>
                <a:tab pos="3604022" algn="ctr"/>
              </a:tabLst>
            </a:pPr>
            <a:r>
              <a:rPr lang="en-US" altLang="en-US"/>
              <a:t>		 </a:t>
            </a:r>
            <a:r>
              <a:rPr lang="en-US" altLang="en-US" i="1"/>
              <a:t>P</a:t>
            </a:r>
            <a:r>
              <a:rPr lang="en-US" altLang="en-US" baseline="-25000"/>
              <a:t>1	</a:t>
            </a:r>
            <a:r>
              <a:rPr lang="en-US" altLang="en-US"/>
              <a:t>2 0 0 	        3 2 2  </a:t>
            </a:r>
          </a:p>
          <a:p>
            <a:pPr>
              <a:buNone/>
              <a:tabLst>
                <a:tab pos="1028700" algn="l"/>
                <a:tab pos="1796654" algn="ctr"/>
                <a:tab pos="2695575" algn="ctr"/>
                <a:tab pos="3604022" algn="ctr"/>
              </a:tabLst>
            </a:pPr>
            <a:r>
              <a:rPr lang="en-US" altLang="en-US"/>
              <a:t>		 </a:t>
            </a:r>
            <a:r>
              <a:rPr lang="en-US" altLang="en-US" i="1"/>
              <a:t>P</a:t>
            </a:r>
            <a:r>
              <a:rPr lang="en-US" altLang="en-US" baseline="-25000"/>
              <a:t>2</a:t>
            </a:r>
            <a:r>
              <a:rPr lang="en-US" altLang="en-US"/>
              <a:t>	3 0 2 	        9 0 2</a:t>
            </a:r>
          </a:p>
          <a:p>
            <a:pPr>
              <a:buNone/>
              <a:tabLst>
                <a:tab pos="1028700" algn="l"/>
                <a:tab pos="1796654" algn="ctr"/>
                <a:tab pos="2695575" algn="ctr"/>
                <a:tab pos="3604022" algn="ctr"/>
              </a:tabLst>
            </a:pPr>
            <a:r>
              <a:rPr lang="en-US" altLang="en-US"/>
              <a:t>		 </a:t>
            </a:r>
            <a:r>
              <a:rPr lang="en-US" altLang="en-US" i="1"/>
              <a:t>P</a:t>
            </a:r>
            <a:r>
              <a:rPr lang="en-US" altLang="en-US" baseline="-25000"/>
              <a:t>3</a:t>
            </a:r>
            <a:r>
              <a:rPr lang="en-US" altLang="en-US"/>
              <a:t>	2 1 1 	        2 2 2</a:t>
            </a:r>
          </a:p>
          <a:p>
            <a:pPr>
              <a:buNone/>
              <a:tabLst>
                <a:tab pos="1028700" algn="l"/>
                <a:tab pos="1796654" algn="ctr"/>
                <a:tab pos="2695575" algn="ctr"/>
                <a:tab pos="3604022" algn="ctr"/>
              </a:tabLst>
            </a:pPr>
            <a:r>
              <a:rPr lang="en-US" altLang="en-US"/>
              <a:t>		 </a:t>
            </a:r>
            <a:r>
              <a:rPr lang="en-US" altLang="en-US" i="1"/>
              <a:t>P</a:t>
            </a:r>
            <a:r>
              <a:rPr lang="en-US" altLang="en-US" baseline="-25000"/>
              <a:t>4</a:t>
            </a:r>
            <a:r>
              <a:rPr lang="en-US" altLang="en-US"/>
              <a:t>	0 0 2	        4 3 3  		</a:t>
            </a:r>
          </a:p>
        </p:txBody>
      </p:sp>
      <p:sp>
        <p:nvSpPr>
          <p:cNvPr id="105475" name="Rectangle 3">
            <a:extLst>
              <a:ext uri="{FF2B5EF4-FFF2-40B4-BE49-F238E27FC236}">
                <a16:creationId xmlns:a16="http://schemas.microsoft.com/office/drawing/2014/main" id="{9570FD3D-12B3-7440-AD85-6A9EFD794BC5}"/>
              </a:ext>
            </a:extLst>
          </p:cNvPr>
          <p:cNvSpPr txBox="1">
            <a:spLocks noChangeArrowheads="1"/>
          </p:cNvSpPr>
          <p:nvPr/>
        </p:nvSpPr>
        <p:spPr bwMode="auto">
          <a:xfrm>
            <a:off x="5370910" y="2406253"/>
            <a:ext cx="3765947"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1pPr>
            <a:lvl2pPr marL="3429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2pPr>
            <a:lvl3pPr marL="5143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3pPr>
            <a:lvl4pPr marL="68580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4pPr>
            <a:lvl5pPr marL="857250" indent="-171450">
              <a:tabLst>
                <a:tab pos="2452688" algn="l"/>
                <a:tab pos="3492500" algn="ctr"/>
              </a:tabLst>
              <a:defRPr>
                <a:solidFill>
                  <a:schemeClr val="tx1"/>
                </a:solidFill>
                <a:latin typeface="Verdana" panose="020B0604030504040204" pitchFamily="34" charset="0"/>
                <a:ea typeface="MS PGothic" panose="020B0600070205080204" pitchFamily="34" charset="-128"/>
              </a:defRPr>
            </a:lvl5pPr>
            <a:lvl6pPr marL="13144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6pPr>
            <a:lvl7pPr marL="17716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7pPr>
            <a:lvl8pPr marL="22288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8pPr>
            <a:lvl9pPr marL="2686050" indent="-171450" eaLnBrk="0" fontAlgn="base" hangingPunct="0">
              <a:spcBef>
                <a:spcPct val="0"/>
              </a:spcBef>
              <a:spcAft>
                <a:spcPct val="0"/>
              </a:spcAft>
              <a:tabLst>
                <a:tab pos="2452688" algn="l"/>
                <a:tab pos="3492500" algn="ctr"/>
              </a:tabLst>
              <a:defRPr>
                <a:solidFill>
                  <a:schemeClr val="tx1"/>
                </a:solidFill>
                <a:latin typeface="Verdana" panose="020B0604030504040204" pitchFamily="34" charset="0"/>
                <a:ea typeface="MS PGothic" panose="020B0600070205080204" pitchFamily="34" charset="-128"/>
              </a:defRPr>
            </a:lvl9pPr>
          </a:lstStyle>
          <a:p>
            <a:pPr>
              <a:spcBef>
                <a:spcPts val="563"/>
              </a:spcBef>
              <a:buClr>
                <a:schemeClr val="accent2"/>
              </a:buClr>
              <a:buFont typeface="Arial" panose="020B0604020202020204" pitchFamily="34" charset="0"/>
              <a:buChar char="•"/>
            </a:pPr>
            <a:r>
              <a:rPr lang="en-US" altLang="en-US" b="1" i="1">
                <a:solidFill>
                  <a:srgbClr val="262626"/>
                </a:solidFill>
                <a:latin typeface="Gill Sans MT" panose="020B0502020104020203" pitchFamily="34" charset="77"/>
              </a:rPr>
              <a:t>Need</a:t>
            </a:r>
            <a:r>
              <a:rPr lang="en-US" altLang="en-US">
                <a:solidFill>
                  <a:srgbClr val="262626"/>
                </a:solidFill>
                <a:latin typeface="Gill Sans MT" panose="020B0502020104020203" pitchFamily="34" charset="77"/>
              </a:rPr>
              <a:t> is </a:t>
            </a:r>
            <a:r>
              <a:rPr lang="en-US" altLang="en-US" b="1" i="1">
                <a:solidFill>
                  <a:srgbClr val="262626"/>
                </a:solidFill>
                <a:latin typeface="Gill Sans MT" panose="020B0502020104020203" pitchFamily="34" charset="77"/>
              </a:rPr>
              <a:t>Max</a:t>
            </a:r>
            <a:r>
              <a:rPr lang="en-US" altLang="en-US" b="1">
                <a:solidFill>
                  <a:srgbClr val="262626"/>
                </a:solidFill>
                <a:latin typeface="Gill Sans MT" panose="020B0502020104020203" pitchFamily="34" charset="77"/>
              </a:rPr>
              <a:t> – </a:t>
            </a:r>
            <a:r>
              <a:rPr lang="en-US" altLang="en-US" b="1" i="1">
                <a:solidFill>
                  <a:srgbClr val="262626"/>
                </a:solidFill>
                <a:latin typeface="Gill Sans MT" panose="020B0502020104020203" pitchFamily="34" charset="77"/>
              </a:rPr>
              <a:t>Allocation</a:t>
            </a:r>
            <a:endParaRPr lang="en-US" altLang="en-US" b="1">
              <a:solidFill>
                <a:srgbClr val="262626"/>
              </a:solidFill>
              <a:latin typeface="Gill Sans MT" panose="020B0502020104020203" pitchFamily="34" charset="77"/>
            </a:endParaRPr>
          </a:p>
          <a:p>
            <a:pPr>
              <a:spcBef>
                <a:spcPts val="563"/>
              </a:spcBef>
              <a:buClr>
                <a:schemeClr val="accent2"/>
              </a:buClr>
            </a:pPr>
            <a:endParaRPr lang="en-US" altLang="en-US">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u="sng">
                <a:solidFill>
                  <a:srgbClr val="262626"/>
                </a:solidFill>
                <a:latin typeface="Gill Sans MT" panose="020B0502020104020203" pitchFamily="34" charset="77"/>
              </a:rPr>
              <a:t>Need</a:t>
            </a:r>
            <a:endParaRPr lang="en-US" altLang="en-US" u="sng">
              <a:solidFill>
                <a:srgbClr val="262626"/>
              </a:solidFill>
              <a:latin typeface="Gill Sans MT" panose="020B0502020104020203" pitchFamily="34" charset="77"/>
            </a:endParaRPr>
          </a:p>
          <a:p>
            <a:pPr>
              <a:spcBef>
                <a:spcPts val="563"/>
              </a:spcBef>
              <a:buClr>
                <a:schemeClr val="accent2"/>
              </a:buClr>
            </a:pPr>
            <a:r>
              <a:rPr lang="en-US" altLang="en-US">
                <a:solidFill>
                  <a:srgbClr val="262626"/>
                </a:solidFill>
                <a:latin typeface="Gill Sans MT" panose="020B0502020104020203" pitchFamily="34" charset="77"/>
              </a:rPr>
              <a:t>			</a:t>
            </a:r>
            <a:r>
              <a:rPr lang="en-US" altLang="en-US" i="1">
                <a:solidFill>
                  <a:srgbClr val="262626"/>
                </a:solidFill>
                <a:latin typeface="Gill Sans MT" panose="020B0502020104020203" pitchFamily="34" charset="77"/>
              </a:rPr>
              <a:t>A B C</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0	</a:t>
            </a:r>
            <a:r>
              <a:rPr lang="en-US" altLang="en-US" b="1">
                <a:solidFill>
                  <a:srgbClr val="FF0000"/>
                </a:solidFill>
                <a:latin typeface="Gill Sans MT" panose="020B0502020104020203" pitchFamily="34" charset="77"/>
              </a:rPr>
              <a:t>7 4 3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1	</a:t>
            </a:r>
            <a:r>
              <a:rPr lang="en-US" altLang="en-US" b="1">
                <a:solidFill>
                  <a:srgbClr val="FF0000"/>
                </a:solidFill>
                <a:latin typeface="Gill Sans MT" panose="020B0502020104020203" pitchFamily="34" charset="77"/>
              </a:rPr>
              <a:t>1 2 2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2</a:t>
            </a:r>
            <a:r>
              <a:rPr lang="en-US" altLang="en-US" b="1">
                <a:solidFill>
                  <a:srgbClr val="FF0000"/>
                </a:solidFill>
                <a:latin typeface="Gill Sans MT" panose="020B0502020104020203" pitchFamily="34" charset="77"/>
              </a:rPr>
              <a:t>	6 0 0 </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3</a:t>
            </a:r>
            <a:r>
              <a:rPr lang="en-US" altLang="en-US" b="1">
                <a:solidFill>
                  <a:srgbClr val="FF0000"/>
                </a:solidFill>
                <a:latin typeface="Gill Sans MT" panose="020B0502020104020203" pitchFamily="34" charset="77"/>
              </a:rPr>
              <a:t>	0 1 1</a:t>
            </a:r>
          </a:p>
          <a:p>
            <a:pPr>
              <a:spcBef>
                <a:spcPts val="563"/>
              </a:spcBef>
              <a:buClr>
                <a:schemeClr val="accent2"/>
              </a:buClr>
            </a:pPr>
            <a:r>
              <a:rPr lang="en-US" altLang="en-US" b="1">
                <a:solidFill>
                  <a:srgbClr val="FF0000"/>
                </a:solidFill>
                <a:latin typeface="Gill Sans MT" panose="020B0502020104020203" pitchFamily="34" charset="77"/>
              </a:rPr>
              <a:t>		 </a:t>
            </a:r>
            <a:r>
              <a:rPr lang="en-US" altLang="en-US" b="1" i="1">
                <a:solidFill>
                  <a:srgbClr val="FF0000"/>
                </a:solidFill>
                <a:latin typeface="Gill Sans MT" panose="020B0502020104020203" pitchFamily="34" charset="77"/>
              </a:rPr>
              <a:t>P</a:t>
            </a:r>
            <a:r>
              <a:rPr lang="en-US" altLang="en-US" b="1" baseline="-25000">
                <a:solidFill>
                  <a:srgbClr val="FF0000"/>
                </a:solidFill>
                <a:latin typeface="Gill Sans MT" panose="020B0502020104020203" pitchFamily="34" charset="77"/>
              </a:rPr>
              <a:t>4</a:t>
            </a:r>
            <a:r>
              <a:rPr lang="en-US" altLang="en-US" b="1">
                <a:solidFill>
                  <a:srgbClr val="FF0000"/>
                </a:solidFill>
                <a:latin typeface="Gill Sans MT" panose="020B0502020104020203" pitchFamily="34" charset="77"/>
              </a:rPr>
              <a:t>	4 3 1 </a:t>
            </a:r>
            <a:br>
              <a:rPr lang="en-US" altLang="en-US" b="1">
                <a:solidFill>
                  <a:srgbClr val="FF0000"/>
                </a:solidFill>
                <a:latin typeface="Gill Sans MT" panose="020B0502020104020203" pitchFamily="34" charset="77"/>
              </a:rPr>
            </a:br>
            <a:endParaRPr lang="en-US" altLang="en-US" b="1" baseline="-25000">
              <a:solidFill>
                <a:srgbClr val="FF0000"/>
              </a:solidFill>
              <a:latin typeface="Gill Sans MT" panose="020B0502020104020203" pitchFamily="34" charset="77"/>
            </a:endParaRPr>
          </a:p>
        </p:txBody>
      </p:sp>
      <p:sp>
        <p:nvSpPr>
          <p:cNvPr id="105476" name="TextBox 4">
            <a:extLst>
              <a:ext uri="{FF2B5EF4-FFF2-40B4-BE49-F238E27FC236}">
                <a16:creationId xmlns:a16="http://schemas.microsoft.com/office/drawing/2014/main" id="{29578173-0C60-7E4C-9391-C6A9221AE703}"/>
              </a:ext>
            </a:extLst>
          </p:cNvPr>
          <p:cNvSpPr txBox="1">
            <a:spLocks noChangeArrowheads="1"/>
          </p:cNvSpPr>
          <p:nvPr/>
        </p:nvSpPr>
        <p:spPr bwMode="auto">
          <a:xfrm>
            <a:off x="4645819" y="5585223"/>
            <a:ext cx="2294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b="1">
                <a:solidFill>
                  <a:srgbClr val="FF0000"/>
                </a:solidFill>
                <a:latin typeface="Verdana" panose="020B0604030504040204" pitchFamily="34" charset="0"/>
              </a:rPr>
              <a:t>P1-P3-P4-P2-P0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E3BD2776-8FE6-D644-90BC-379E93B7729D}"/>
              </a:ext>
            </a:extLst>
          </p:cNvPr>
          <p:cNvSpPr>
            <a:spLocks noGrp="1" noChangeArrowheads="1"/>
          </p:cNvSpPr>
          <p:nvPr>
            <p:ph type="title"/>
          </p:nvPr>
        </p:nvSpPr>
        <p:spPr>
          <a:xfrm>
            <a:off x="1313260" y="1019176"/>
            <a:ext cx="6106715" cy="546497"/>
          </a:xfrm>
        </p:spPr>
        <p:txBody>
          <a:bodyPr/>
          <a:lstStyle/>
          <a:p>
            <a:pPr eaLnBrk="1" hangingPunct="1"/>
            <a:r>
              <a:rPr lang="en-US" altLang="en-US"/>
              <a:t>Example (Cont.)</a:t>
            </a:r>
          </a:p>
        </p:txBody>
      </p:sp>
      <p:sp>
        <p:nvSpPr>
          <p:cNvPr id="107522" name="Rectangle 3">
            <a:extLst>
              <a:ext uri="{FF2B5EF4-FFF2-40B4-BE49-F238E27FC236}">
                <a16:creationId xmlns:a16="http://schemas.microsoft.com/office/drawing/2014/main" id="{70B7FF43-5C22-0E43-ADD3-21429CE14FE3}"/>
              </a:ext>
            </a:extLst>
          </p:cNvPr>
          <p:cNvSpPr>
            <a:spLocks noGrp="1" noChangeArrowheads="1"/>
          </p:cNvSpPr>
          <p:nvPr>
            <p:ph idx="1"/>
          </p:nvPr>
        </p:nvSpPr>
        <p:spPr>
          <a:xfrm>
            <a:off x="1313260" y="2133600"/>
            <a:ext cx="6961584" cy="3480197"/>
          </a:xfrm>
        </p:spPr>
        <p:txBody>
          <a:bodyPr>
            <a:normAutofit fontScale="92500" lnSpcReduction="10000"/>
          </a:bodyPr>
          <a:lstStyle/>
          <a:p>
            <a:pPr>
              <a:tabLst>
                <a:tab pos="1839516" algn="l"/>
                <a:tab pos="2619375" algn="ctr"/>
              </a:tabLst>
            </a:pPr>
            <a:r>
              <a:rPr lang="en-US" altLang="en-US" sz="900" b="1" dirty="0"/>
              <a:t>The content of the matrix </a:t>
            </a:r>
            <a:r>
              <a:rPr lang="en-US" altLang="en-US" sz="900" b="1" i="1" dirty="0"/>
              <a:t>Need</a:t>
            </a:r>
            <a:r>
              <a:rPr lang="en-US" altLang="en-US" sz="900" b="1" dirty="0"/>
              <a:t> is defined to be </a:t>
            </a:r>
            <a:r>
              <a:rPr lang="en-US" altLang="en-US" sz="900" b="1" i="1" dirty="0"/>
              <a:t>Max</a:t>
            </a:r>
            <a:r>
              <a:rPr lang="en-US" altLang="en-US" sz="900" b="1" dirty="0"/>
              <a:t> – </a:t>
            </a:r>
            <a:r>
              <a:rPr lang="en-US" altLang="en-US" sz="900" b="1" i="1" dirty="0"/>
              <a:t>Allocation</a:t>
            </a:r>
            <a:endParaRPr lang="en-US" altLang="en-US" sz="900" b="1" dirty="0"/>
          </a:p>
          <a:p>
            <a:pPr>
              <a:buNone/>
              <a:tabLst>
                <a:tab pos="1839516" algn="l"/>
                <a:tab pos="2619375" algn="ctr"/>
              </a:tabLst>
            </a:pPr>
            <a:endParaRPr lang="en-US" altLang="en-US" sz="900" b="1" dirty="0"/>
          </a:p>
          <a:p>
            <a:pPr>
              <a:buNone/>
              <a:tabLst>
                <a:tab pos="1839516" algn="l"/>
                <a:tab pos="2619375" algn="ctr"/>
              </a:tabLst>
            </a:pPr>
            <a:r>
              <a:rPr lang="en-US" altLang="en-US" sz="900" b="1" dirty="0"/>
              <a:t>			</a:t>
            </a:r>
            <a:r>
              <a:rPr lang="en-US" altLang="en-US" sz="900" b="1" i="1" u="sng" dirty="0"/>
              <a:t>Need</a:t>
            </a:r>
            <a:endParaRPr lang="en-US" altLang="en-US" sz="900" b="1" u="sng" dirty="0"/>
          </a:p>
          <a:p>
            <a:pPr>
              <a:buNone/>
              <a:tabLst>
                <a:tab pos="1839516" algn="l"/>
                <a:tab pos="2619375" algn="ctr"/>
              </a:tabLst>
            </a:pPr>
            <a:r>
              <a:rPr lang="en-US" altLang="en-US" sz="900" b="1" dirty="0"/>
              <a:t>			</a:t>
            </a:r>
            <a:r>
              <a:rPr lang="en-US" altLang="en-US" sz="900" b="1" i="1" dirty="0"/>
              <a:t>A B C</a:t>
            </a:r>
          </a:p>
          <a:p>
            <a:pPr>
              <a:buNone/>
              <a:tabLst>
                <a:tab pos="1839516" algn="l"/>
                <a:tab pos="2619375" algn="ctr"/>
              </a:tabLst>
            </a:pPr>
            <a:r>
              <a:rPr lang="en-US" altLang="en-US" sz="900" b="1" dirty="0"/>
              <a:t>		 </a:t>
            </a:r>
            <a:r>
              <a:rPr lang="en-US" altLang="en-US" sz="900" b="1" i="1" dirty="0"/>
              <a:t>P</a:t>
            </a:r>
            <a:r>
              <a:rPr lang="en-US" altLang="en-US" sz="900" b="1" baseline="-25000" dirty="0"/>
              <a:t>0	</a:t>
            </a:r>
            <a:r>
              <a:rPr lang="en-US" altLang="en-US" sz="900" b="1" dirty="0"/>
              <a:t>7 4 3 </a:t>
            </a:r>
          </a:p>
          <a:p>
            <a:pPr>
              <a:buNone/>
              <a:tabLst>
                <a:tab pos="1839516" algn="l"/>
                <a:tab pos="2619375" algn="ctr"/>
              </a:tabLst>
            </a:pPr>
            <a:r>
              <a:rPr lang="en-US" altLang="en-US" sz="900" b="1" dirty="0"/>
              <a:t>		 </a:t>
            </a:r>
            <a:r>
              <a:rPr lang="en-US" altLang="en-US" sz="900" b="1" i="1" dirty="0"/>
              <a:t>P</a:t>
            </a:r>
            <a:r>
              <a:rPr lang="en-US" altLang="en-US" sz="900" b="1" baseline="-25000" dirty="0"/>
              <a:t>1	</a:t>
            </a:r>
            <a:r>
              <a:rPr lang="en-US" altLang="en-US" sz="900" b="1" dirty="0"/>
              <a:t>1 2 2 </a:t>
            </a:r>
          </a:p>
          <a:p>
            <a:pPr>
              <a:buNone/>
              <a:tabLst>
                <a:tab pos="1839516" algn="l"/>
                <a:tab pos="2619375" algn="ctr"/>
              </a:tabLst>
            </a:pPr>
            <a:r>
              <a:rPr lang="en-US" altLang="en-US" sz="900" b="1" dirty="0"/>
              <a:t>		 </a:t>
            </a:r>
            <a:r>
              <a:rPr lang="en-US" altLang="en-US" sz="900" b="1" i="1" dirty="0"/>
              <a:t>P</a:t>
            </a:r>
            <a:r>
              <a:rPr lang="en-US" altLang="en-US" sz="900" b="1" baseline="-25000" dirty="0"/>
              <a:t>2</a:t>
            </a:r>
            <a:r>
              <a:rPr lang="en-US" altLang="en-US" sz="900" b="1" dirty="0"/>
              <a:t>	6 0 0 </a:t>
            </a:r>
          </a:p>
          <a:p>
            <a:pPr>
              <a:buNone/>
              <a:tabLst>
                <a:tab pos="1839516" algn="l"/>
                <a:tab pos="2619375" algn="ctr"/>
              </a:tabLst>
            </a:pPr>
            <a:r>
              <a:rPr lang="en-US" altLang="en-US" sz="900" b="1" dirty="0"/>
              <a:t>		 </a:t>
            </a:r>
            <a:r>
              <a:rPr lang="en-US" altLang="en-US" sz="900" b="1" i="1" dirty="0"/>
              <a:t>P</a:t>
            </a:r>
            <a:r>
              <a:rPr lang="en-US" altLang="en-US" sz="900" b="1" baseline="-25000" dirty="0"/>
              <a:t>3</a:t>
            </a:r>
            <a:r>
              <a:rPr lang="en-US" altLang="en-US" sz="900" b="1" dirty="0"/>
              <a:t>	0 1 1</a:t>
            </a:r>
          </a:p>
          <a:p>
            <a:pPr>
              <a:buNone/>
              <a:tabLst>
                <a:tab pos="1839516" algn="l"/>
                <a:tab pos="2619375" algn="ctr"/>
              </a:tabLst>
            </a:pPr>
            <a:r>
              <a:rPr lang="en-US" altLang="en-US" sz="900" b="1" dirty="0"/>
              <a:t>		 </a:t>
            </a:r>
            <a:r>
              <a:rPr lang="en-US" altLang="en-US" sz="900" b="1" i="1" dirty="0"/>
              <a:t>P</a:t>
            </a:r>
            <a:r>
              <a:rPr lang="en-US" altLang="en-US" sz="900" b="1" baseline="-25000" dirty="0"/>
              <a:t>4</a:t>
            </a:r>
            <a:r>
              <a:rPr lang="en-US" altLang="en-US" sz="900" b="1" dirty="0"/>
              <a:t>	4 3 1 </a:t>
            </a:r>
            <a:br>
              <a:rPr lang="en-US" altLang="en-US" sz="900" b="1" dirty="0"/>
            </a:br>
            <a:endParaRPr lang="en-US" altLang="en-US" sz="900" b="1" dirty="0"/>
          </a:p>
          <a:p>
            <a:pPr>
              <a:tabLst>
                <a:tab pos="1839516" algn="l"/>
                <a:tab pos="2619375" algn="ctr"/>
              </a:tabLst>
            </a:pPr>
            <a:r>
              <a:rPr lang="en-US" altLang="en-US" sz="900" b="1" dirty="0"/>
              <a:t>The system is in a safe state since the sequence &lt; </a:t>
            </a:r>
            <a:r>
              <a:rPr lang="en-US" altLang="en-US" sz="900" b="1" i="1" dirty="0"/>
              <a:t>P</a:t>
            </a:r>
            <a:r>
              <a:rPr lang="en-US" altLang="en-US" sz="900" b="1" baseline="-25000" dirty="0"/>
              <a:t>1</a:t>
            </a:r>
            <a:r>
              <a:rPr lang="en-US" altLang="en-US" sz="900" b="1" dirty="0"/>
              <a:t>, </a:t>
            </a:r>
            <a:r>
              <a:rPr lang="en-US" altLang="en-US" sz="900" b="1" i="1" dirty="0"/>
              <a:t>P</a:t>
            </a:r>
            <a:r>
              <a:rPr lang="en-US" altLang="en-US" sz="900" b="1" baseline="-25000" dirty="0"/>
              <a:t>3</a:t>
            </a:r>
            <a:r>
              <a:rPr lang="en-US" altLang="en-US" sz="900" b="1" dirty="0"/>
              <a:t>, </a:t>
            </a:r>
            <a:r>
              <a:rPr lang="en-US" altLang="en-US" sz="900" b="1" i="1" dirty="0"/>
              <a:t>P</a:t>
            </a:r>
            <a:r>
              <a:rPr lang="en-US" altLang="en-US" sz="900" b="1" baseline="-25000" dirty="0"/>
              <a:t>4</a:t>
            </a:r>
            <a:r>
              <a:rPr lang="en-US" altLang="en-US" sz="900" b="1" dirty="0"/>
              <a:t>, </a:t>
            </a:r>
            <a:r>
              <a:rPr lang="en-US" altLang="en-US" sz="900" b="1" i="1" dirty="0"/>
              <a:t>P</a:t>
            </a:r>
            <a:r>
              <a:rPr lang="en-US" altLang="en-US" sz="900" b="1" baseline="-25000" dirty="0"/>
              <a:t>2</a:t>
            </a:r>
            <a:r>
              <a:rPr lang="en-US" altLang="en-US" sz="900" b="1" dirty="0"/>
              <a:t>, </a:t>
            </a:r>
            <a:r>
              <a:rPr lang="en-US" altLang="en-US" sz="900" b="1" i="1" dirty="0"/>
              <a:t>P</a:t>
            </a:r>
            <a:r>
              <a:rPr lang="en-US" altLang="en-US" sz="900" b="1" baseline="-25000" dirty="0"/>
              <a:t>0</a:t>
            </a:r>
            <a:r>
              <a:rPr lang="en-US" altLang="en-US" sz="900" b="1" dirty="0"/>
              <a:t>&gt; satisfies safety criteria</a:t>
            </a:r>
            <a:endParaRPr lang="en-US" altLang="en-US" sz="900" b="1" baseline="-25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447800"/>
            <a:ext cx="8001000" cy="685800"/>
          </a:xfrm>
        </p:spPr>
        <p:txBody>
          <a:bodyPr/>
          <a:lstStyle/>
          <a:p>
            <a:r>
              <a:rPr lang="en-US" b="1" dirty="0">
                <a:solidFill>
                  <a:schemeClr val="accent1">
                    <a:lumMod val="75000"/>
                  </a:schemeClr>
                </a:solidFill>
              </a:rPr>
              <a:t>Recovery Strategies </a:t>
            </a:r>
            <a:br>
              <a:rPr lang="en-US" dirty="0"/>
            </a:br>
            <a:endParaRPr lang="en-US" dirty="0"/>
          </a:p>
        </p:txBody>
      </p:sp>
      <p:sp>
        <p:nvSpPr>
          <p:cNvPr id="3" name="Content Placeholder 2"/>
          <p:cNvSpPr>
            <a:spLocks noGrp="1"/>
          </p:cNvSpPr>
          <p:nvPr>
            <p:ph idx="4294967295"/>
          </p:nvPr>
        </p:nvSpPr>
        <p:spPr>
          <a:xfrm>
            <a:off x="304800" y="2362200"/>
            <a:ext cx="8229600" cy="4876800"/>
          </a:xfrm>
        </p:spPr>
        <p:txBody>
          <a:bodyPr>
            <a:normAutofit/>
          </a:bodyPr>
          <a:lstStyle/>
          <a:p>
            <a:r>
              <a:rPr lang="en-US" sz="2200" dirty="0"/>
              <a:t>Abort all deadlocked processes</a:t>
            </a:r>
          </a:p>
          <a:p>
            <a:r>
              <a:rPr lang="en-US" sz="2200" dirty="0"/>
              <a:t>Back up each deadlocked process to some previously defined checkpoint and restart all processes</a:t>
            </a:r>
          </a:p>
          <a:p>
            <a:r>
              <a:rPr lang="en-NZ" sz="2200" dirty="0"/>
              <a:t>Successively abort deadlocked processes until deadlock no longer exists</a:t>
            </a:r>
          </a:p>
          <a:p>
            <a:r>
              <a:rPr lang="en-NZ" sz="2200" dirty="0"/>
              <a:t>Successively preempt resources until deadlock no longer exists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b="3110"/>
          <a:stretch>
            <a:fillRect/>
          </a:stretch>
        </p:blipFill>
        <p:spPr>
          <a:xfrm>
            <a:off x="457200" y="685800"/>
            <a:ext cx="6057900" cy="5697217"/>
          </a:xfrm>
          <a:prstGeom prst="rect">
            <a:avLst/>
          </a:prstGeom>
          <a:ln>
            <a:solidFill>
              <a:schemeClr val="tx1"/>
            </a:solidFill>
          </a:ln>
        </p:spPr>
      </p:pic>
      <p:sp>
        <p:nvSpPr>
          <p:cNvPr id="6" name="TextBox 5"/>
          <p:cNvSpPr txBox="1"/>
          <p:nvPr/>
        </p:nvSpPr>
        <p:spPr>
          <a:xfrm>
            <a:off x="6705600" y="685800"/>
            <a:ext cx="1981200" cy="4459683"/>
          </a:xfrm>
          <a:prstGeom prst="rect">
            <a:avLst/>
          </a:prstGeom>
          <a:noFill/>
        </p:spPr>
        <p:txBody>
          <a:bodyPr wrap="square" rtlCol="0">
            <a:spAutoFit/>
          </a:bodyPr>
          <a:lstStyle/>
          <a:p>
            <a:pPr algn="ctr"/>
            <a:endParaRPr lang="en-US" sz="2400" b="1" dirty="0">
              <a:latin typeface="+mn-lt"/>
            </a:endParaRPr>
          </a:p>
          <a:p>
            <a:pPr algn="ctr"/>
            <a:endParaRPr lang="en-US" sz="2400" b="1" dirty="0">
              <a:latin typeface="+mn-lt"/>
            </a:endParaRPr>
          </a:p>
          <a:p>
            <a:pPr algn="ctr"/>
            <a:r>
              <a:rPr lang="en-US" sz="2400" b="1" dirty="0">
                <a:latin typeface="+mn-lt"/>
              </a:rPr>
              <a:t>Table 6.1</a:t>
            </a:r>
          </a:p>
          <a:p>
            <a:pPr algn="ctr"/>
            <a:endParaRPr lang="en-US" b="1" dirty="0">
              <a:latin typeface="+mn-lt"/>
            </a:endParaRPr>
          </a:p>
          <a:p>
            <a:pPr algn="ctr">
              <a:lnSpc>
                <a:spcPct val="120000"/>
              </a:lnSpc>
              <a:spcBef>
                <a:spcPts val="0"/>
              </a:spcBef>
            </a:pPr>
            <a:r>
              <a:rPr lang="en-US" b="1" dirty="0">
                <a:latin typeface="+mn-lt"/>
              </a:rPr>
              <a:t>  Summary of Deadlock Detection, Prevention, and Avoidance</a:t>
            </a:r>
          </a:p>
          <a:p>
            <a:pPr algn="ctr">
              <a:lnSpc>
                <a:spcPct val="120000"/>
              </a:lnSpc>
              <a:spcBef>
                <a:spcPts val="0"/>
              </a:spcBef>
            </a:pPr>
            <a:r>
              <a:rPr lang="en-US" b="1" dirty="0">
                <a:latin typeface="+mn-lt"/>
              </a:rPr>
              <a:t>Approaches for Operating Systems [ISLO80]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FB737-36BC-4B76-8795-79EB42DC58D1}"/>
              </a:ext>
            </a:extLst>
          </p:cNvPr>
          <p:cNvSpPr>
            <a:spLocks noGrp="1"/>
          </p:cNvSpPr>
          <p:nvPr>
            <p:ph type="title"/>
          </p:nvPr>
        </p:nvSpPr>
        <p:spPr/>
        <p:txBody>
          <a:bodyPr/>
          <a:lstStyle/>
          <a:p>
            <a:r>
              <a:rPr lang="en-US" dirty="0">
                <a:solidFill>
                  <a:srgbClr val="C00000"/>
                </a:solidFill>
              </a:rPr>
              <a:t>RAII: Resource Acquisition is Initialization</a:t>
            </a:r>
          </a:p>
        </p:txBody>
      </p:sp>
      <p:sp>
        <p:nvSpPr>
          <p:cNvPr id="3" name="TextBox 2">
            <a:extLst>
              <a:ext uri="{FF2B5EF4-FFF2-40B4-BE49-F238E27FC236}">
                <a16:creationId xmlns:a16="http://schemas.microsoft.com/office/drawing/2014/main" id="{F003BC39-2888-4F5E-9A75-CF5020EDFAE2}"/>
              </a:ext>
            </a:extLst>
          </p:cNvPr>
          <p:cNvSpPr txBox="1"/>
          <p:nvPr/>
        </p:nvSpPr>
        <p:spPr>
          <a:xfrm>
            <a:off x="441006" y="2054286"/>
            <a:ext cx="7906943"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dirty="0">
                <a:latin typeface="Century Schoolbook"/>
                <a:cs typeface="Arial"/>
              </a:rPr>
              <a:t>RAII is a common software pattern.</a:t>
            </a:r>
            <a:endParaRPr lang="en-US" sz="2400" dirty="0">
              <a:latin typeface="Century Schoolbook"/>
              <a:cs typeface="Arial" charset="0"/>
            </a:endParaRPr>
          </a:p>
          <a:p>
            <a:pPr marL="285750" indent="-285750">
              <a:buFont typeface="Arial"/>
              <a:buChar char="•"/>
            </a:pPr>
            <a:r>
              <a:rPr lang="en-US" sz="2400" dirty="0">
                <a:latin typeface="Century Schoolbook"/>
                <a:cs typeface="Arial"/>
              </a:rPr>
              <a:t>Acquiring a resource should be associated with creating an object.</a:t>
            </a:r>
            <a:endParaRPr lang="en-US" sz="2400" dirty="0">
              <a:latin typeface="Century Schoolbook"/>
              <a:cs typeface="Arial" charset="0"/>
            </a:endParaRPr>
          </a:p>
          <a:p>
            <a:pPr marL="285750" indent="-285750">
              <a:buFont typeface="Arial"/>
              <a:buChar char="•"/>
            </a:pPr>
            <a:r>
              <a:rPr lang="en-US" sz="2400" dirty="0">
                <a:latin typeface="Century Schoolbook"/>
                <a:cs typeface="Arial"/>
              </a:rPr>
              <a:t>Releasing a resources should be associated with destroying an object.</a:t>
            </a:r>
            <a:endParaRPr lang="en-US" sz="2400" dirty="0">
              <a:latin typeface="Century Schoolbook"/>
              <a:cs typeface="Arial" charset="0"/>
            </a:endParaRPr>
          </a:p>
          <a:p>
            <a:pPr marL="285750" indent="-285750">
              <a:buFont typeface="Arial"/>
              <a:buChar char="•"/>
            </a:pPr>
            <a:r>
              <a:rPr lang="en-US" sz="2400" dirty="0">
                <a:latin typeface="Century Schoolbook"/>
                <a:cs typeface="Arial"/>
              </a:rPr>
              <a:t>Operations on the resource should go thru methods of the object.</a:t>
            </a:r>
          </a:p>
          <a:p>
            <a:pPr marL="285750" indent="-285750">
              <a:buFont typeface="Arial"/>
              <a:buChar char="•"/>
            </a:pPr>
            <a:r>
              <a:rPr lang="en-US" sz="2400" b="1" dirty="0">
                <a:latin typeface="Century Schoolbook"/>
                <a:cs typeface="Arial"/>
              </a:rPr>
              <a:t>Example:</a:t>
            </a:r>
            <a:r>
              <a:rPr lang="en-US" sz="2400" dirty="0">
                <a:latin typeface="Century Schoolbook"/>
                <a:cs typeface="Arial"/>
              </a:rPr>
              <a:t> opening a </a:t>
            </a:r>
            <a:r>
              <a:rPr lang="en-US" sz="2400" dirty="0" err="1">
                <a:latin typeface="Century Schoolbook"/>
                <a:cs typeface="Arial"/>
              </a:rPr>
              <a:t>chardev</a:t>
            </a:r>
            <a:r>
              <a:rPr lang="en-US" sz="2400" dirty="0">
                <a:latin typeface="Century Schoolbook"/>
                <a:cs typeface="Arial"/>
              </a:rPr>
              <a:t> on Linux is acquiring a resource, operating on the file descriptor is the operations, and closing the file is destroying the object.</a:t>
            </a:r>
            <a:endParaRPr lang="en-US" sz="2400" dirty="0">
              <a:latin typeface="Century Schoolbook"/>
              <a:cs typeface="Arial" charset="0"/>
            </a:endParaRPr>
          </a:p>
        </p:txBody>
      </p:sp>
    </p:spTree>
    <p:extLst>
      <p:ext uri="{BB962C8B-B14F-4D97-AF65-F5344CB8AC3E}">
        <p14:creationId xmlns:p14="http://schemas.microsoft.com/office/powerpoint/2010/main" val="5599983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1"/>
            <a:ext cx="9753600" cy="1066800"/>
          </a:xfrm>
        </p:spPr>
        <p:txBody>
          <a:bodyPr/>
          <a:lstStyle/>
          <a:p>
            <a:pPr algn="ctr"/>
            <a:r>
              <a:rPr lang="en-US" sz="4400" b="1" dirty="0">
                <a:solidFill>
                  <a:schemeClr val="accent6">
                    <a:lumMod val="75000"/>
                  </a:schemeClr>
                </a:solidFill>
              </a:rPr>
              <a:t>UNIX Concurrency Mechanisms</a:t>
            </a:r>
          </a:p>
        </p:txBody>
      </p:sp>
      <p:sp>
        <p:nvSpPr>
          <p:cNvPr id="3" name="Content Placeholder 2"/>
          <p:cNvSpPr>
            <a:spLocks noGrp="1"/>
          </p:cNvSpPr>
          <p:nvPr>
            <p:ph idx="4294967295"/>
          </p:nvPr>
        </p:nvSpPr>
        <p:spPr>
          <a:xfrm>
            <a:off x="914400" y="2133600"/>
            <a:ext cx="8229600" cy="5029200"/>
          </a:xfrm>
        </p:spPr>
        <p:txBody>
          <a:bodyPr/>
          <a:lstStyle/>
          <a:p>
            <a:r>
              <a:rPr lang="en-NZ" sz="2200" dirty="0"/>
              <a:t>UNIX provides a variety of mechanisms for interprocessor communication and synchronization including:</a:t>
            </a:r>
            <a:endParaRPr lang="en-US" sz="2200" dirty="0"/>
          </a:p>
          <a:p>
            <a:endParaRPr lang="en-US" dirty="0"/>
          </a:p>
        </p:txBody>
      </p:sp>
      <p:graphicFrame>
        <p:nvGraphicFramePr>
          <p:cNvPr id="4" name="Diagram 3"/>
          <p:cNvGraphicFramePr/>
          <p:nvPr>
            <p:extLst>
              <p:ext uri="{D42A27DB-BD31-4B8C-83A1-F6EECF244321}">
                <p14:modId xmlns:p14="http://schemas.microsoft.com/office/powerpoint/2010/main" val="338472026"/>
              </p:ext>
            </p:extLst>
          </p:nvPr>
        </p:nvGraphicFramePr>
        <p:xfrm>
          <a:off x="609600" y="2895600"/>
          <a:ext cx="8153400" cy="368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a:solidFill>
                  <a:schemeClr val="accent1">
                    <a:lumMod val="50000"/>
                  </a:schemeClr>
                </a:solidFill>
              </a:rPr>
              <a:t>Pipes</a:t>
            </a:r>
          </a:p>
        </p:txBody>
      </p:sp>
      <p:sp>
        <p:nvSpPr>
          <p:cNvPr id="3" name="Content Placeholder 2"/>
          <p:cNvSpPr>
            <a:spLocks noGrp="1"/>
          </p:cNvSpPr>
          <p:nvPr>
            <p:ph idx="4294967295"/>
          </p:nvPr>
        </p:nvSpPr>
        <p:spPr>
          <a:xfrm>
            <a:off x="492081" y="1987014"/>
            <a:ext cx="8128554" cy="4139149"/>
          </a:xfrm>
        </p:spPr>
        <p:txBody>
          <a:bodyPr vert="horz" lIns="91440" tIns="45720" rIns="91440" bIns="45720" rtlCol="0" anchor="t">
            <a:normAutofit/>
          </a:bodyPr>
          <a:lstStyle/>
          <a:p>
            <a:pPr>
              <a:buFont typeface="Arial" pitchFamily="2" charset="2"/>
              <a:buChar char="•"/>
            </a:pPr>
            <a:r>
              <a:rPr lang="en-NZ" sz="2200" dirty="0"/>
              <a:t>Circular buffers allowing two processes to communicate on the producer-consumer model.</a:t>
            </a:r>
            <a:endParaRPr lang="en-US" dirty="0"/>
          </a:p>
          <a:p>
            <a:pPr>
              <a:buFont typeface="Arial" pitchFamily="2" charset="2"/>
              <a:buChar char="•"/>
            </a:pPr>
            <a:r>
              <a:rPr lang="en-NZ" sz="2200" dirty="0"/>
              <a:t>First-in-first-out queue, written by one process and read by another.</a:t>
            </a:r>
          </a:p>
          <a:p>
            <a:pPr>
              <a:buFont typeface="Arial" pitchFamily="2" charset="2"/>
              <a:buChar char="•"/>
            </a:pPr>
            <a:r>
              <a:rPr lang="en-NZ" sz="2200" dirty="0"/>
              <a:t>Limited in size: on recent Linux kernels this restriction is 64 K. Writes will block when the pipe is full.</a:t>
            </a:r>
          </a:p>
        </p:txBody>
      </p:sp>
      <p:graphicFrame>
        <p:nvGraphicFramePr>
          <p:cNvPr id="5" name="Diagram 4"/>
          <p:cNvGraphicFramePr/>
          <p:nvPr>
            <p:extLst>
              <p:ext uri="{D42A27DB-BD31-4B8C-83A1-F6EECF244321}">
                <p14:modId xmlns:p14="http://schemas.microsoft.com/office/powerpoint/2010/main" val="8127128"/>
              </p:ext>
            </p:extLst>
          </p:nvPr>
        </p:nvGraphicFramePr>
        <p:xfrm>
          <a:off x="658185" y="4759282"/>
          <a:ext cx="7678136" cy="187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solidFill>
                  <a:schemeClr val="accent6">
                    <a:lumMod val="75000"/>
                  </a:schemeClr>
                </a:solidFill>
              </a:rPr>
              <a:t>System V Messages</a:t>
            </a:r>
          </a:p>
        </p:txBody>
      </p:sp>
      <p:sp>
        <p:nvSpPr>
          <p:cNvPr id="3" name="Content Placeholder 2"/>
          <p:cNvSpPr>
            <a:spLocks noGrp="1"/>
          </p:cNvSpPr>
          <p:nvPr>
            <p:ph idx="4294967295"/>
          </p:nvPr>
        </p:nvSpPr>
        <p:spPr>
          <a:xfrm>
            <a:off x="990600" y="2362200"/>
            <a:ext cx="8153400" cy="3840163"/>
          </a:xfrm>
        </p:spPr>
        <p:txBody>
          <a:bodyPr vert="horz" lIns="91440" tIns="45720" rIns="91440" bIns="45720" rtlCol="0" anchor="t">
            <a:normAutofit/>
          </a:bodyPr>
          <a:lstStyle/>
          <a:p>
            <a:pPr>
              <a:buFont typeface="Arial" pitchFamily="2" charset="2"/>
              <a:buChar char="•"/>
            </a:pPr>
            <a:r>
              <a:rPr lang="en-NZ" sz="2200" dirty="0"/>
              <a:t>A block of bytes with an accompanying type</a:t>
            </a:r>
            <a:endParaRPr lang="en-US" dirty="0"/>
          </a:p>
          <a:p>
            <a:pPr>
              <a:buFont typeface="Arial" pitchFamily="2" charset="2"/>
              <a:buChar char="•"/>
            </a:pPr>
            <a:r>
              <a:rPr lang="en-NZ" sz="2200" dirty="0"/>
              <a:t>UNIX provides </a:t>
            </a:r>
            <a:r>
              <a:rPr lang="en-NZ" sz="2200" b="1" i="1" dirty="0"/>
              <a:t>msgsnd </a:t>
            </a:r>
            <a:r>
              <a:rPr lang="en-NZ" sz="2200" dirty="0"/>
              <a:t>and </a:t>
            </a:r>
            <a:r>
              <a:rPr lang="en-NZ" sz="2200" b="1" i="1" dirty="0"/>
              <a:t>msgrcv </a:t>
            </a:r>
            <a:r>
              <a:rPr lang="en-NZ" sz="2200" dirty="0"/>
              <a:t>system calls for processes to engage in message passing</a:t>
            </a:r>
          </a:p>
          <a:p>
            <a:pPr>
              <a:buFont typeface="Arial" pitchFamily="2" charset="2"/>
              <a:buChar char="•"/>
            </a:pPr>
            <a:r>
              <a:rPr lang="en-NZ" sz="2200" dirty="0"/>
              <a:t>Associated with each process is a message queue, which functions like a mailbox</a:t>
            </a:r>
          </a:p>
          <a:p>
            <a:pPr>
              <a:buFont typeface="Arial" pitchFamily="2" charset="2"/>
              <a:buChar char="•"/>
            </a:pPr>
            <a:r>
              <a:rPr lang="en-NZ" sz="2200" dirty="0"/>
              <a:t>Size limits in Linux: 65,536 messages queued, each message is limited to 16 MB in size.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1">
                    <a:lumMod val="75000"/>
                  </a:schemeClr>
                </a:solidFill>
              </a:rPr>
              <a:t>Shared Memory</a:t>
            </a:r>
          </a:p>
        </p:txBody>
      </p:sp>
      <p:sp>
        <p:nvSpPr>
          <p:cNvPr id="3" name="Content Placeholder 2"/>
          <p:cNvSpPr>
            <a:spLocks noGrp="1"/>
          </p:cNvSpPr>
          <p:nvPr>
            <p:ph idx="4294967295"/>
          </p:nvPr>
        </p:nvSpPr>
        <p:spPr>
          <a:xfrm>
            <a:off x="685800" y="2286000"/>
            <a:ext cx="8458200" cy="4572000"/>
          </a:xfrm>
        </p:spPr>
        <p:txBody>
          <a:bodyPr vert="horz" lIns="91440" tIns="45720" rIns="91440" bIns="45720" rtlCol="0" anchor="t">
            <a:normAutofit/>
          </a:bodyPr>
          <a:lstStyle/>
          <a:p>
            <a:r>
              <a:rPr lang="en-NZ" sz="2800" dirty="0"/>
              <a:t>Fast form of </a:t>
            </a:r>
            <a:r>
              <a:rPr lang="en-NZ" sz="2800" dirty="0" err="1"/>
              <a:t>interprocess</a:t>
            </a:r>
            <a:r>
              <a:rPr lang="en-NZ" sz="2800" dirty="0"/>
              <a:t> communication when random access is required.</a:t>
            </a:r>
          </a:p>
          <a:p>
            <a:r>
              <a:rPr lang="en-NZ" sz="2800" dirty="0"/>
              <a:t>Common block of virtual memory shared by multiple processes, open using </a:t>
            </a:r>
            <a:r>
              <a:rPr lang="en-NZ" sz="2800" dirty="0" err="1">
                <a:latin typeface="Lucida Sans Typewriter"/>
              </a:rPr>
              <a:t>shm_open</a:t>
            </a:r>
            <a:r>
              <a:rPr lang="en-NZ" sz="2800" dirty="0">
                <a:latin typeface="Lucida Sans Typewriter"/>
              </a:rPr>
              <a:t>(3)</a:t>
            </a:r>
            <a:r>
              <a:rPr lang="en-NZ" sz="2800" dirty="0"/>
              <a:t>.</a:t>
            </a:r>
          </a:p>
          <a:p>
            <a:r>
              <a:rPr lang="en-NZ" sz="2800" dirty="0"/>
              <a:t>Permission is read-only or read-write for a process</a:t>
            </a:r>
          </a:p>
          <a:p>
            <a:r>
              <a:rPr lang="en-NZ" sz="2800" dirty="0"/>
              <a:t>Mutual exclusion constraints are not part of the shared-memory facility but must be provided by the processes using the shared memory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POSIX Semaphores</a:t>
            </a:r>
          </a:p>
        </p:txBody>
      </p:sp>
      <p:sp>
        <p:nvSpPr>
          <p:cNvPr id="3" name="Content Placeholder 2"/>
          <p:cNvSpPr>
            <a:spLocks noGrp="1"/>
          </p:cNvSpPr>
          <p:nvPr>
            <p:ph idx="4294967295"/>
          </p:nvPr>
        </p:nvSpPr>
        <p:spPr>
          <a:xfrm>
            <a:off x="254001" y="2133600"/>
            <a:ext cx="8229600" cy="1447800"/>
          </a:xfrm>
        </p:spPr>
        <p:txBody>
          <a:bodyPr vert="horz" lIns="91440" tIns="45720" rIns="91440" bIns="45720" rtlCol="0" anchor="t">
            <a:normAutofit fontScale="85000" lnSpcReduction="10000"/>
          </a:bodyPr>
          <a:lstStyle/>
          <a:p>
            <a:r>
              <a:rPr lang="en-NZ" sz="2800" dirty="0"/>
              <a:t>Generalization of the </a:t>
            </a:r>
            <a:r>
              <a:rPr lang="en-NZ" sz="2800" dirty="0" err="1">
                <a:latin typeface="Courier New"/>
              </a:rPr>
              <a:t>semWait</a:t>
            </a:r>
            <a:r>
              <a:rPr lang="en-NZ" sz="2800" b="1" i="1" dirty="0"/>
              <a:t> </a:t>
            </a:r>
            <a:r>
              <a:rPr lang="en-NZ" sz="2800" dirty="0"/>
              <a:t>and </a:t>
            </a:r>
            <a:r>
              <a:rPr lang="en-NZ" sz="2800" dirty="0" err="1">
                <a:latin typeface="Courier New"/>
              </a:rPr>
              <a:t>semSignal</a:t>
            </a:r>
            <a:r>
              <a:rPr lang="en-NZ" sz="2800" b="1" i="1" dirty="0"/>
              <a:t> </a:t>
            </a:r>
            <a:r>
              <a:rPr lang="en-NZ" sz="2800" dirty="0"/>
              <a:t>primitives – </a:t>
            </a:r>
            <a:r>
              <a:rPr lang="en-NZ" sz="2800" dirty="0" err="1">
                <a:latin typeface="Lucida Sans Typewriter"/>
              </a:rPr>
              <a:t>sem_wait</a:t>
            </a:r>
            <a:r>
              <a:rPr lang="en-NZ" sz="2800" dirty="0">
                <a:latin typeface="Lucida Sans Typewriter"/>
              </a:rPr>
              <a:t>(3)</a:t>
            </a:r>
            <a:r>
              <a:rPr lang="en-NZ" sz="2800" dirty="0"/>
              <a:t> and </a:t>
            </a:r>
            <a:r>
              <a:rPr lang="en-NZ" sz="2800" dirty="0" err="1">
                <a:latin typeface="Lucida Sans Typewriter"/>
              </a:rPr>
              <a:t>sem_post</a:t>
            </a:r>
            <a:r>
              <a:rPr lang="en-NZ" sz="2800" dirty="0">
                <a:latin typeface="Lucida Sans Typewriter"/>
              </a:rPr>
              <a:t>(3)</a:t>
            </a:r>
            <a:r>
              <a:rPr lang="en-NZ" sz="2800" dirty="0"/>
              <a:t> on POSIX.</a:t>
            </a:r>
          </a:p>
          <a:p>
            <a:pPr lvl="2"/>
            <a:r>
              <a:rPr lang="en-NZ" sz="2000" dirty="0"/>
              <a:t>no other process may access the semaphore until all operations have completed</a:t>
            </a:r>
          </a:p>
        </p:txBody>
      </p:sp>
      <p:graphicFrame>
        <p:nvGraphicFramePr>
          <p:cNvPr id="4" name="Diagram 3"/>
          <p:cNvGraphicFramePr/>
          <p:nvPr>
            <p:extLst>
              <p:ext uri="{D42A27DB-BD31-4B8C-83A1-F6EECF244321}">
                <p14:modId xmlns:p14="http://schemas.microsoft.com/office/powerpoint/2010/main" val="3835931192"/>
              </p:ext>
            </p:extLst>
          </p:nvPr>
        </p:nvGraphicFramePr>
        <p:xfrm>
          <a:off x="2057400" y="3505200"/>
          <a:ext cx="6400800" cy="2971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456253"/>
            <a:ext cx="2438399" cy="1143948"/>
          </a:xfrm>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Signals</a:t>
            </a:r>
          </a:p>
        </p:txBody>
      </p:sp>
      <p:sp>
        <p:nvSpPr>
          <p:cNvPr id="3" name="Content Placeholder 2"/>
          <p:cNvSpPr>
            <a:spLocks noGrp="1"/>
          </p:cNvSpPr>
          <p:nvPr>
            <p:ph idx="4294967295"/>
          </p:nvPr>
        </p:nvSpPr>
        <p:spPr>
          <a:xfrm>
            <a:off x="685800" y="2362200"/>
            <a:ext cx="8458200" cy="5562600"/>
          </a:xfrm>
        </p:spPr>
        <p:txBody>
          <a:bodyPr>
            <a:normAutofit/>
          </a:bodyPr>
          <a:lstStyle/>
          <a:p>
            <a:r>
              <a:rPr lang="en-NZ" dirty="0"/>
              <a:t>A software mechanism that informs a process of the occurrence of asynchronous events</a:t>
            </a:r>
          </a:p>
          <a:p>
            <a:pPr lvl="2"/>
            <a:r>
              <a:rPr lang="en-NZ" sz="2000" dirty="0"/>
              <a:t>similar to a hardware interrupt, but does not employ priorities</a:t>
            </a:r>
          </a:p>
          <a:p>
            <a:r>
              <a:rPr lang="en-NZ" dirty="0"/>
              <a:t>A signal is delivered by updating a field in the process table for the process to which the signal is being sent</a:t>
            </a:r>
          </a:p>
          <a:p>
            <a:r>
              <a:rPr lang="en-NZ" dirty="0"/>
              <a:t>A process may respond to a signal by:</a:t>
            </a:r>
          </a:p>
          <a:p>
            <a:pPr lvl="2"/>
            <a:r>
              <a:rPr lang="en-NZ" sz="2000" dirty="0"/>
              <a:t>performing some default action</a:t>
            </a:r>
          </a:p>
          <a:p>
            <a:pPr lvl="2"/>
            <a:r>
              <a:rPr lang="en-NZ" sz="2000" dirty="0"/>
              <a:t>executing a signal-handler function</a:t>
            </a:r>
          </a:p>
          <a:p>
            <a:pPr lvl="2"/>
            <a:r>
              <a:rPr lang="en-NZ" sz="2000" dirty="0"/>
              <a:t>ignoring the signal</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0" y="685800"/>
            <a:ext cx="5778500" cy="5851033"/>
          </a:xfrm>
          <a:prstGeom prst="rect">
            <a:avLst/>
          </a:prstGeom>
        </p:spPr>
      </p:pic>
      <p:sp>
        <p:nvSpPr>
          <p:cNvPr id="7" name="TextBox 6"/>
          <p:cNvSpPr txBox="1"/>
          <p:nvPr/>
        </p:nvSpPr>
        <p:spPr>
          <a:xfrm>
            <a:off x="6019800" y="1828800"/>
            <a:ext cx="2483923" cy="1384995"/>
          </a:xfrm>
          <a:prstGeom prst="rect">
            <a:avLst/>
          </a:prstGeom>
          <a:noFill/>
        </p:spPr>
        <p:txBody>
          <a:bodyPr wrap="none" rtlCol="0">
            <a:spAutoFit/>
          </a:bodyPr>
          <a:lstStyle/>
          <a:p>
            <a:pPr algn="ctr"/>
            <a:r>
              <a:rPr lang="en-US" sz="2800" b="1" dirty="0">
                <a:latin typeface="+mn-lt"/>
              </a:rPr>
              <a:t>Table 6.2  </a:t>
            </a:r>
          </a:p>
          <a:p>
            <a:pPr algn="ctr"/>
            <a:endParaRPr lang="en-US" sz="2800" b="1" dirty="0">
              <a:latin typeface="+mn-lt"/>
            </a:endParaRPr>
          </a:p>
          <a:p>
            <a:pPr algn="ctr"/>
            <a:r>
              <a:rPr lang="en-US" sz="2800" b="1" dirty="0">
                <a:latin typeface="+mn-lt"/>
              </a:rPr>
              <a:t> UNIX Signals</a:t>
            </a:r>
            <a:r>
              <a:rPr lang="en-US" sz="2800" dirty="0">
                <a:latin typeface="+mn-lt"/>
              </a:rPr>
              <a:t> </a:t>
            </a:r>
          </a:p>
        </p:txBody>
      </p:sp>
      <p:sp>
        <p:nvSpPr>
          <p:cNvPr id="9" name="TextBox 8"/>
          <p:cNvSpPr txBox="1"/>
          <p:nvPr/>
        </p:nvSpPr>
        <p:spPr>
          <a:xfrm>
            <a:off x="5791200" y="6172200"/>
            <a:ext cx="2895600" cy="261610"/>
          </a:xfrm>
          <a:prstGeom prst="rect">
            <a:avLst/>
          </a:prstGeom>
          <a:noFill/>
        </p:spPr>
        <p:txBody>
          <a:bodyPr wrap="square" rtlCol="0">
            <a:spAutoFit/>
          </a:bodyPr>
          <a:lstStyle/>
          <a:p>
            <a:r>
              <a:rPr lang="en-US" sz="1100" dirty="0">
                <a:latin typeface="+mn-lt"/>
              </a:rPr>
              <a:t>(Table can be found on page 286 in textbook)</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xmlns:p14="http://schemas.microsoft.com/office/powerpoint/2010/mai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Summary</a:t>
            </a:r>
          </a:p>
        </p:txBody>
      </p:sp>
      <p:sp>
        <p:nvSpPr>
          <p:cNvPr id="3" name="Content Placeholder 2"/>
          <p:cNvSpPr>
            <a:spLocks noGrp="1"/>
          </p:cNvSpPr>
          <p:nvPr>
            <p:ph sz="half" idx="1"/>
          </p:nvPr>
        </p:nvSpPr>
        <p:spPr>
          <a:xfrm>
            <a:off x="533400" y="2133600"/>
            <a:ext cx="3810000" cy="4572000"/>
          </a:xfrm>
        </p:spPr>
        <p:txBody>
          <a:bodyPr vert="horz" lIns="91440" tIns="45720" rIns="91440" bIns="45720" rtlCol="0" anchor="t">
            <a:normAutofit fontScale="55000" lnSpcReduction="20000"/>
          </a:bodyPr>
          <a:lstStyle/>
          <a:p>
            <a:pPr lvl="0">
              <a:lnSpc>
                <a:spcPct val="70000"/>
              </a:lnSpc>
              <a:spcAft>
                <a:spcPts val="400"/>
              </a:spcAft>
              <a:buFont typeface="Arial" pitchFamily="2" charset="2"/>
              <a:buChar char="•"/>
            </a:pPr>
            <a:r>
              <a:rPr lang="en-US" sz="2800" dirty="0"/>
              <a:t>Principles of deadlock</a:t>
            </a:r>
            <a:endParaRPr lang="en-US"/>
          </a:p>
          <a:p>
            <a:pPr marL="972820" lvl="1" indent="-457200">
              <a:lnSpc>
                <a:spcPct val="70000"/>
              </a:lnSpc>
              <a:spcAft>
                <a:spcPts val="400"/>
              </a:spcAft>
              <a:buFont typeface="Arial" pitchFamily="2" charset="2"/>
              <a:buChar char="•"/>
            </a:pPr>
            <a:r>
              <a:rPr lang="en-US" sz="2595" dirty="0"/>
              <a:t>Reusable/consumable resources</a:t>
            </a:r>
            <a:endParaRPr lang="en-US" dirty="0"/>
          </a:p>
          <a:p>
            <a:pPr marL="972820" lvl="1" indent="-457200">
              <a:lnSpc>
                <a:spcPct val="70000"/>
              </a:lnSpc>
              <a:spcAft>
                <a:spcPts val="400"/>
              </a:spcAft>
              <a:buFont typeface="Arial" pitchFamily="2" charset="2"/>
              <a:buChar char="•"/>
            </a:pPr>
            <a:r>
              <a:rPr lang="en-US" sz="2800" dirty="0"/>
              <a:t>Resource allocation graphs</a:t>
            </a:r>
          </a:p>
          <a:p>
            <a:pPr marL="972820" lvl="1" indent="-457200">
              <a:lnSpc>
                <a:spcPct val="70000"/>
              </a:lnSpc>
              <a:spcAft>
                <a:spcPts val="400"/>
              </a:spcAft>
              <a:buFont typeface="Arial" pitchFamily="2" charset="2"/>
              <a:buChar char="•"/>
            </a:pPr>
            <a:r>
              <a:rPr lang="en-US" sz="2800" dirty="0"/>
              <a:t>Conditions for deadlock</a:t>
            </a:r>
          </a:p>
          <a:p>
            <a:pPr>
              <a:lnSpc>
                <a:spcPct val="70000"/>
              </a:lnSpc>
              <a:spcAft>
                <a:spcPts val="400"/>
              </a:spcAft>
              <a:buFont typeface="Arial" pitchFamily="2" charset="2"/>
              <a:buChar char="•"/>
            </a:pPr>
            <a:r>
              <a:rPr lang="en-US" sz="2811" dirty="0"/>
              <a:t>Deadlock prevention</a:t>
            </a:r>
          </a:p>
          <a:p>
            <a:pPr marL="1035050" lvl="2" indent="-457200">
              <a:lnSpc>
                <a:spcPct val="70000"/>
              </a:lnSpc>
              <a:spcAft>
                <a:spcPts val="400"/>
              </a:spcAft>
              <a:buFont typeface="Arial" pitchFamily="2" charset="2"/>
              <a:buChar char="•"/>
            </a:pPr>
            <a:r>
              <a:rPr lang="en-US" sz="2811" dirty="0"/>
              <a:t>Mutual exclusion</a:t>
            </a:r>
          </a:p>
          <a:p>
            <a:pPr marL="1035050" lvl="2" indent="-457200">
              <a:lnSpc>
                <a:spcPct val="70000"/>
              </a:lnSpc>
              <a:spcAft>
                <a:spcPts val="400"/>
              </a:spcAft>
              <a:buFont typeface="Arial" pitchFamily="2" charset="2"/>
              <a:buChar char="•"/>
            </a:pPr>
            <a:r>
              <a:rPr lang="en-US" sz="2811" dirty="0"/>
              <a:t>Hold and wait</a:t>
            </a:r>
          </a:p>
          <a:p>
            <a:pPr marL="1035050" lvl="2" indent="-457200">
              <a:lnSpc>
                <a:spcPct val="70000"/>
              </a:lnSpc>
              <a:spcAft>
                <a:spcPts val="400"/>
              </a:spcAft>
              <a:buFont typeface="Arial" pitchFamily="2" charset="2"/>
              <a:buChar char="•"/>
            </a:pPr>
            <a:r>
              <a:rPr lang="en-US" sz="2811" dirty="0"/>
              <a:t>No preemption</a:t>
            </a:r>
          </a:p>
          <a:p>
            <a:pPr marL="1035050" lvl="2" indent="-457200">
              <a:lnSpc>
                <a:spcPct val="70000"/>
              </a:lnSpc>
              <a:spcAft>
                <a:spcPts val="400"/>
              </a:spcAft>
              <a:buFont typeface="Arial" pitchFamily="2" charset="2"/>
              <a:buChar char="•"/>
            </a:pPr>
            <a:r>
              <a:rPr lang="en-US" sz="2811" dirty="0"/>
              <a:t>Circular wait</a:t>
            </a:r>
          </a:p>
          <a:p>
            <a:pPr marL="282575" lvl="2">
              <a:lnSpc>
                <a:spcPct val="70000"/>
              </a:lnSpc>
              <a:spcBef>
                <a:spcPts val="1800"/>
              </a:spcBef>
              <a:spcAft>
                <a:spcPts val="400"/>
              </a:spcAft>
              <a:buFont typeface="Arial" pitchFamily="2" charset="2"/>
              <a:buChar char="•"/>
            </a:pPr>
            <a:r>
              <a:rPr lang="en-US" sz="2727" dirty="0"/>
              <a:t>Deadlock avoidance</a:t>
            </a:r>
          </a:p>
          <a:p>
            <a:pPr marL="1035050" lvl="2" indent="-457200">
              <a:lnSpc>
                <a:spcPct val="70000"/>
              </a:lnSpc>
              <a:spcAft>
                <a:spcPts val="400"/>
              </a:spcAft>
              <a:buFont typeface="Arial" pitchFamily="2" charset="2"/>
              <a:buChar char="•"/>
            </a:pPr>
            <a:r>
              <a:rPr lang="en-US" sz="2811" dirty="0"/>
              <a:t>Process initiation denial</a:t>
            </a:r>
          </a:p>
          <a:p>
            <a:pPr marL="1035050" lvl="2" indent="-457200">
              <a:lnSpc>
                <a:spcPct val="70000"/>
              </a:lnSpc>
              <a:spcAft>
                <a:spcPts val="400"/>
              </a:spcAft>
              <a:buFont typeface="Arial" pitchFamily="2" charset="2"/>
              <a:buChar char="•"/>
            </a:pPr>
            <a:r>
              <a:rPr lang="en-US" sz="2811" dirty="0"/>
              <a:t>Resource allocation denial</a:t>
            </a:r>
          </a:p>
          <a:p>
            <a:pPr marL="282575" lvl="2">
              <a:lnSpc>
                <a:spcPct val="70000"/>
              </a:lnSpc>
              <a:spcBef>
                <a:spcPts val="1800"/>
              </a:spcBef>
              <a:spcAft>
                <a:spcPts val="400"/>
              </a:spcAft>
              <a:buFont typeface="Arial" pitchFamily="2" charset="2"/>
              <a:buChar char="•"/>
            </a:pPr>
            <a:r>
              <a:rPr lang="en-US" sz="2737" dirty="0"/>
              <a:t>Deadlock detection</a:t>
            </a:r>
          </a:p>
          <a:p>
            <a:pPr marL="1035050" lvl="2" indent="-457200">
              <a:lnSpc>
                <a:spcPct val="70000"/>
              </a:lnSpc>
              <a:spcAft>
                <a:spcPts val="400"/>
              </a:spcAft>
              <a:buFont typeface="Arial" pitchFamily="2" charset="2"/>
              <a:buChar char="•"/>
            </a:pPr>
            <a:r>
              <a:rPr lang="en-US" sz="2811" dirty="0"/>
              <a:t>Deadlock detection algorithm</a:t>
            </a:r>
          </a:p>
          <a:p>
            <a:pPr marL="1035050" lvl="2" indent="-457200">
              <a:lnSpc>
                <a:spcPct val="70000"/>
              </a:lnSpc>
              <a:spcAft>
                <a:spcPts val="400"/>
              </a:spcAft>
              <a:buFont typeface="Arial" pitchFamily="2" charset="2"/>
              <a:buChar char="•"/>
            </a:pPr>
            <a:r>
              <a:rPr lang="en-US" sz="2811" dirty="0"/>
              <a:t>Recovery</a:t>
            </a:r>
          </a:p>
          <a:p>
            <a:pPr marL="282575" lvl="2">
              <a:lnSpc>
                <a:spcPct val="70000"/>
              </a:lnSpc>
              <a:spcBef>
                <a:spcPts val="1800"/>
              </a:spcBef>
              <a:spcAft>
                <a:spcPts val="400"/>
              </a:spcAft>
            </a:pPr>
            <a:endParaRPr lang="en-US" sz="2811" dirty="0"/>
          </a:p>
        </p:txBody>
      </p:sp>
      <p:sp>
        <p:nvSpPr>
          <p:cNvPr id="8" name="Content Placeholder 7"/>
          <p:cNvSpPr>
            <a:spLocks noGrp="1"/>
          </p:cNvSpPr>
          <p:nvPr>
            <p:ph sz="half" idx="2"/>
          </p:nvPr>
        </p:nvSpPr>
        <p:spPr>
          <a:xfrm>
            <a:off x="4495800" y="2057400"/>
            <a:ext cx="3993108" cy="4419600"/>
          </a:xfrm>
        </p:spPr>
        <p:txBody>
          <a:bodyPr vert="horz" lIns="91440" tIns="45720" rIns="91440" bIns="45720" rtlCol="0" anchor="t">
            <a:normAutofit/>
          </a:bodyPr>
          <a:lstStyle/>
          <a:p>
            <a:pPr marL="282575" lvl="2">
              <a:lnSpc>
                <a:spcPct val="70000"/>
              </a:lnSpc>
              <a:spcBef>
                <a:spcPts val="1800"/>
              </a:spcBef>
              <a:spcAft>
                <a:spcPts val="400"/>
              </a:spcAft>
              <a:buFont typeface="Arial" pitchFamily="2" charset="2"/>
              <a:buChar char="•"/>
            </a:pPr>
            <a:r>
              <a:rPr lang="en-US" sz="1600" dirty="0"/>
              <a:t>UNIX concurrency mechanisms</a:t>
            </a:r>
          </a:p>
          <a:p>
            <a:pPr marL="1035050" lvl="2" indent="-457200">
              <a:lnSpc>
                <a:spcPct val="70000"/>
              </a:lnSpc>
              <a:spcAft>
                <a:spcPts val="400"/>
              </a:spcAft>
              <a:buFont typeface="Arial" pitchFamily="2" charset="2"/>
              <a:buChar char="•"/>
            </a:pPr>
            <a:r>
              <a:rPr lang="en-US" sz="1600" dirty="0"/>
              <a:t>Pipes</a:t>
            </a:r>
          </a:p>
          <a:p>
            <a:pPr marL="1035050" lvl="2" indent="-457200">
              <a:lnSpc>
                <a:spcPct val="70000"/>
              </a:lnSpc>
              <a:spcAft>
                <a:spcPts val="400"/>
              </a:spcAft>
              <a:buFont typeface="Arial" pitchFamily="2" charset="2"/>
              <a:buChar char="•"/>
            </a:pPr>
            <a:r>
              <a:rPr lang="en-US" sz="1600" dirty="0"/>
              <a:t>Messages</a:t>
            </a:r>
          </a:p>
          <a:p>
            <a:pPr marL="1035050" lvl="2" indent="-457200">
              <a:lnSpc>
                <a:spcPct val="70000"/>
              </a:lnSpc>
              <a:spcAft>
                <a:spcPts val="400"/>
              </a:spcAft>
              <a:buFont typeface="Arial" pitchFamily="2" charset="2"/>
              <a:buChar char="•"/>
            </a:pPr>
            <a:r>
              <a:rPr lang="en-US" sz="1600" dirty="0"/>
              <a:t>Shared memory</a:t>
            </a:r>
          </a:p>
          <a:p>
            <a:pPr marL="1035050" lvl="2" indent="-457200">
              <a:lnSpc>
                <a:spcPct val="70000"/>
              </a:lnSpc>
              <a:spcAft>
                <a:spcPts val="400"/>
              </a:spcAft>
              <a:buFont typeface="Arial" pitchFamily="2" charset="2"/>
              <a:buChar char="•"/>
            </a:pPr>
            <a:r>
              <a:rPr lang="en-US" sz="1600" dirty="0"/>
              <a:t>Semaphores</a:t>
            </a:r>
          </a:p>
          <a:p>
            <a:pPr marL="1035050" lvl="2" indent="-457200">
              <a:lnSpc>
                <a:spcPct val="70000"/>
              </a:lnSpc>
              <a:spcAft>
                <a:spcPts val="400"/>
              </a:spcAft>
              <a:buFont typeface="Arial" pitchFamily="2" charset="2"/>
              <a:buChar char="•"/>
            </a:pPr>
            <a:r>
              <a:rPr lang="en-US" sz="1600" dirty="0"/>
              <a:t>Signals</a:t>
            </a:r>
          </a:p>
          <a:p>
            <a:pPr marL="1035050" lvl="2" indent="-457200">
              <a:lnSpc>
                <a:spcPct val="70000"/>
              </a:lnSpc>
              <a:spcAft>
                <a:spcPts val="400"/>
              </a:spcAft>
              <a:buFont typeface="Arial" pitchFamily="2" charset="2"/>
              <a:buChar char="•"/>
            </a:pPr>
            <a:endParaRPr lang="en-US" sz="2700" dirty="0"/>
          </a:p>
          <a:p>
            <a:pPr marL="282575" lvl="2">
              <a:lnSpc>
                <a:spcPct val="70000"/>
              </a:lnSpc>
              <a:spcBef>
                <a:spcPts val="1800"/>
              </a:spcBef>
              <a:spcAft>
                <a:spcPts val="400"/>
              </a:spcAft>
            </a:pPr>
            <a:endParaRPr lang="en-US" sz="2700" dirty="0"/>
          </a:p>
          <a:p>
            <a:pPr lvl="1"/>
            <a:endParaRPr lang="en-US" dirty="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SCI-442">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SCI-442" id="{957528F3-2405-4217-9B52-9FD640DDDD70}" vid="{FD4FE9F7-E2BE-4339-9A3F-02F769BF58C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10329</Words>
  <Application>Microsoft Macintosh PowerPoint</Application>
  <PresentationFormat>On-screen Show (4:3)</PresentationFormat>
  <Paragraphs>775</Paragraphs>
  <Slides>54</Slides>
  <Notes>52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54</vt:i4>
      </vt:variant>
    </vt:vector>
  </HeadingPairs>
  <TitlesOfParts>
    <vt:vector size="70" baseType="lpstr">
      <vt:lpstr>Arial</vt:lpstr>
      <vt:lpstr>Calibri</vt:lpstr>
      <vt:lpstr>Calisto MT</vt:lpstr>
      <vt:lpstr>Century Schoolbook</vt:lpstr>
      <vt:lpstr>Courier New</vt:lpstr>
      <vt:lpstr>Gill Sans MT</vt:lpstr>
      <vt:lpstr>Lucida Sans Typewriter</vt:lpstr>
      <vt:lpstr>Monotype Sorts</vt:lpstr>
      <vt:lpstr>Symbol</vt:lpstr>
      <vt:lpstr>Times New Roman</vt:lpstr>
      <vt:lpstr>Verdana</vt:lpstr>
      <vt:lpstr>Webdings</vt:lpstr>
      <vt:lpstr>Wingdings</vt:lpstr>
      <vt:lpstr>Custom Design</vt:lpstr>
      <vt:lpstr>1_Custom Design</vt:lpstr>
      <vt:lpstr>CSCI-442</vt:lpstr>
      <vt:lpstr>Chapter 6 Concurrency: Deadlock and Starvation</vt:lpstr>
      <vt:lpstr>Deadlock</vt:lpstr>
      <vt:lpstr>PowerPoint Presentation</vt:lpstr>
      <vt:lpstr>Resource Categories</vt:lpstr>
      <vt:lpstr>PowerPoint Presentation</vt:lpstr>
      <vt:lpstr>Example 2: Memory Request</vt:lpstr>
      <vt:lpstr>Consumable Resources Deadlock</vt:lpstr>
      <vt:lpstr>PowerPoint Presentation</vt:lpstr>
      <vt:lpstr>Resource Allocation Graphs</vt:lpstr>
      <vt:lpstr>PowerPoint Presentation</vt:lpstr>
      <vt:lpstr>PowerPoint Presentation</vt:lpstr>
      <vt:lpstr>Conditions for Deadlock</vt:lpstr>
      <vt:lpstr>Example: Dining Philosophers Problem</vt:lpstr>
      <vt:lpstr>Dining Philosophers: Naïve Solution</vt:lpstr>
      <vt:lpstr>Conditions for Deadlock</vt:lpstr>
      <vt:lpstr>Dining Philosophers: Naïve v2.0</vt:lpstr>
      <vt:lpstr>Dining Philosophers: Waiter Solution</vt:lpstr>
      <vt:lpstr>Dining Philosophers: Numbered Forks</vt:lpstr>
      <vt:lpstr>Dealing with Deadlock</vt:lpstr>
      <vt:lpstr>Deadlock Prevention Strategy</vt:lpstr>
      <vt:lpstr>Deadlock Condition Prevention  </vt:lpstr>
      <vt:lpstr>PowerPoint Presentation</vt:lpstr>
      <vt:lpstr>Deadlock Avoidance</vt:lpstr>
      <vt:lpstr>Two Approaches to  Deadlock Avoidance</vt:lpstr>
      <vt:lpstr>Deadlock Avoidance Advantages</vt:lpstr>
      <vt:lpstr>Deadlock Avoidance Restrictions</vt:lpstr>
      <vt:lpstr>Deadlock Strategies</vt:lpstr>
      <vt:lpstr>Deadlock Detection Algorithms</vt:lpstr>
      <vt:lpstr>Banker’s Algorithm </vt:lpstr>
      <vt:lpstr>Safety Algorithm</vt:lpstr>
      <vt:lpstr>Resource-Request Algorithm for Process Pi</vt:lpstr>
      <vt:lpstr>Example of Banker’s Algorithm</vt:lpstr>
      <vt:lpstr>Example of Banker’s Algorithm</vt:lpstr>
      <vt:lpstr>Example of Banker’s Algorithm</vt:lpstr>
      <vt:lpstr>Example of Banker’s Algorithm</vt:lpstr>
      <vt:lpstr>Example of Banker’s Algorithm</vt:lpstr>
      <vt:lpstr>Example of Banker’s Algorithm</vt:lpstr>
      <vt:lpstr>Example of Banker’s Algorithm</vt:lpstr>
      <vt:lpstr>Example of Banker’s Algorithm</vt:lpstr>
      <vt:lpstr>Example of Banker’s Algorithm</vt:lpstr>
      <vt:lpstr>Example of Banker’s Algorithm</vt:lpstr>
      <vt:lpstr>Example of Banker’s Algorithm</vt:lpstr>
      <vt:lpstr>Example (Cont.)</vt:lpstr>
      <vt:lpstr>Recovery Strategies  </vt:lpstr>
      <vt:lpstr>PowerPoint Presentation</vt:lpstr>
      <vt:lpstr>RAII: Resource Acquisition is Initialization</vt:lpstr>
      <vt:lpstr>UNIX Concurrency Mechanisms</vt:lpstr>
      <vt:lpstr>Pipes</vt:lpstr>
      <vt:lpstr>System V Messages</vt:lpstr>
      <vt:lpstr>Shared Memory</vt:lpstr>
      <vt:lpstr>POSIX Semaphores</vt:lpstr>
      <vt:lpstr>Signals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Concurrency: Deadlock and Starvation</dc:title>
  <dc:creator/>
  <cp:lastModifiedBy/>
  <cp:revision>122</cp:revision>
  <dcterms:created xsi:type="dcterms:W3CDTF">2014-01-22T14:40:25Z</dcterms:created>
  <dcterms:modified xsi:type="dcterms:W3CDTF">2024-03-26T17:47:41Z</dcterms:modified>
</cp:coreProperties>
</file>